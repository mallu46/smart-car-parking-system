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16"/>
  </p:notesMasterIdLst>
  <p:sldIdLst>
    <p:sldId id="293" r:id="rId2"/>
    <p:sldId id="256" r:id="rId3"/>
    <p:sldId id="295" r:id="rId4"/>
    <p:sldId id="296" r:id="rId5"/>
    <p:sldId id="299" r:id="rId6"/>
    <p:sldId id="298" r:id="rId7"/>
    <p:sldId id="297" r:id="rId8"/>
    <p:sldId id="301" r:id="rId9"/>
    <p:sldId id="300" r:id="rId10"/>
    <p:sldId id="302" r:id="rId11"/>
    <p:sldId id="303" r:id="rId12"/>
    <p:sldId id="305" r:id="rId13"/>
    <p:sldId id="304" r:id="rId14"/>
    <p:sldId id="259" r:id="rId15"/>
  </p:sldIdLst>
  <p:sldSz cx="9144000" cy="5143500" type="screen16x9"/>
  <p:notesSz cx="6858000" cy="9144000"/>
  <p:embeddedFontLst>
    <p:embeddedFont>
      <p:font typeface="Hammersmith One" panose="02010703030501060504" pitchFamily="2" charset="0"/>
      <p:regular r:id="rId17"/>
    </p:embeddedFont>
    <p:embeddedFont>
      <p:font typeface="Roboto" panose="02000000000000000000" pitchFamily="2" charset="0"/>
      <p:regular r:id="rId18"/>
      <p:bold r:id="rId19"/>
      <p:italic r:id="rId20"/>
      <p:boldItalic r:id="rId21"/>
    </p:embeddedFont>
    <p:embeddedFont>
      <p:font typeface="Rockwell" panose="02060603020205020403" pitchFamily="18"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2F00246-4A3F-4933-B2BB-8557963FE3ED}">
  <a:tblStyle styleId="{12F00246-4A3F-4933-B2BB-8557963FE3E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4" autoAdjust="0"/>
    <p:restoredTop sz="94660"/>
  </p:normalViewPr>
  <p:slideViewPr>
    <p:cSldViewPr snapToGrid="0">
      <p:cViewPr varScale="1">
        <p:scale>
          <a:sx n="103" d="100"/>
          <a:sy n="103" d="100"/>
        </p:scale>
        <p:origin x="902" y="5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llikarjunzuple056@outlook.com" userId="dbb4554beaf26d1b" providerId="LiveId" clId="{E178F129-EA62-48BA-BD9C-58C6D687C129}"/>
    <pc:docChg chg="modSld sldOrd">
      <pc:chgData name="mallikarjunzuple056@outlook.com" userId="dbb4554beaf26d1b" providerId="LiveId" clId="{E178F129-EA62-48BA-BD9C-58C6D687C129}" dt="2025-06-29T05:50:18.515" v="1"/>
      <pc:docMkLst>
        <pc:docMk/>
      </pc:docMkLst>
      <pc:sldChg chg="ord">
        <pc:chgData name="mallikarjunzuple056@outlook.com" userId="dbb4554beaf26d1b" providerId="LiveId" clId="{E178F129-EA62-48BA-BD9C-58C6D687C129}" dt="2025-06-29T05:50:18.515" v="1"/>
        <pc:sldMkLst>
          <pc:docMk/>
          <pc:sldMk cId="0" sldId="293"/>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6-25T20:20:37.696"/>
    </inkml:context>
    <inkml:brush xml:id="br0">
      <inkml:brushProperty name="width" value="0.3" units="cm"/>
      <inkml:brushProperty name="height" value="0.6" units="cm"/>
      <inkml:brushProperty name="color" value="#D9AEFF"/>
      <inkml:brushProperty name="tip" value="rectangle"/>
      <inkml:brushProperty name="rasterOp" value="maskPen"/>
      <inkml:brushProperty name="ignorePressure" value="1"/>
    </inkml:brush>
  </inkml:definitions>
  <inkml:trace contextRef="#ctx0" brushRef="#br0">0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1"/>
        <p:cNvGrpSpPr/>
        <p:nvPr/>
      </p:nvGrpSpPr>
      <p:grpSpPr>
        <a:xfrm>
          <a:off x="0" y="0"/>
          <a:ext cx="0" cy="0"/>
          <a:chOff x="0" y="0"/>
          <a:chExt cx="0" cy="0"/>
        </a:xfrm>
      </p:grpSpPr>
      <p:sp>
        <p:nvSpPr>
          <p:cNvPr id="3452" name="Google Shape;3452;g14c095aa61b_0_7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3" name="Google Shape;3453;g14c095aa61b_0_7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16197e26f94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16197e26f94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a:extLst>
            <a:ext uri="{FF2B5EF4-FFF2-40B4-BE49-F238E27FC236}">
              <a16:creationId xmlns:a16="http://schemas.microsoft.com/office/drawing/2014/main" id="{3DEF6DEF-DA5E-6AB6-7982-653012DB1EBF}"/>
            </a:ext>
          </a:extLst>
        </p:cNvPr>
        <p:cNvGrpSpPr/>
        <p:nvPr/>
      </p:nvGrpSpPr>
      <p:grpSpPr>
        <a:xfrm>
          <a:off x="0" y="0"/>
          <a:ext cx="0" cy="0"/>
          <a:chOff x="0" y="0"/>
          <a:chExt cx="0" cy="0"/>
        </a:xfrm>
      </p:grpSpPr>
      <p:sp>
        <p:nvSpPr>
          <p:cNvPr id="896" name="Google Shape;896;g14bfd745a99_0_0:notes">
            <a:extLst>
              <a:ext uri="{FF2B5EF4-FFF2-40B4-BE49-F238E27FC236}">
                <a16:creationId xmlns:a16="http://schemas.microsoft.com/office/drawing/2014/main" id="{A1E4BBC2-8578-9E38-6ADC-819812F691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7" name="Google Shape;897;g14bfd745a99_0_0:notes">
            <a:extLst>
              <a:ext uri="{FF2B5EF4-FFF2-40B4-BE49-F238E27FC236}">
                <a16:creationId xmlns:a16="http://schemas.microsoft.com/office/drawing/2014/main" id="{1A98A6B8-FDDD-EFD6-DF6F-9EAE3953EFE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125780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a:extLst>
            <a:ext uri="{FF2B5EF4-FFF2-40B4-BE49-F238E27FC236}">
              <a16:creationId xmlns:a16="http://schemas.microsoft.com/office/drawing/2014/main" id="{9D1E05B9-C2D6-C789-F860-8DEB657BECE4}"/>
            </a:ext>
          </a:extLst>
        </p:cNvPr>
        <p:cNvGrpSpPr/>
        <p:nvPr/>
      </p:nvGrpSpPr>
      <p:grpSpPr>
        <a:xfrm>
          <a:off x="0" y="0"/>
          <a:ext cx="0" cy="0"/>
          <a:chOff x="0" y="0"/>
          <a:chExt cx="0" cy="0"/>
        </a:xfrm>
      </p:grpSpPr>
      <p:sp>
        <p:nvSpPr>
          <p:cNvPr id="896" name="Google Shape;896;g14bfd745a99_0_0:notes">
            <a:extLst>
              <a:ext uri="{FF2B5EF4-FFF2-40B4-BE49-F238E27FC236}">
                <a16:creationId xmlns:a16="http://schemas.microsoft.com/office/drawing/2014/main" id="{8F17BEB6-DAF1-F3DC-85FC-33686FAA3E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7" name="Google Shape;897;g14bfd745a99_0_0:notes">
            <a:extLst>
              <a:ext uri="{FF2B5EF4-FFF2-40B4-BE49-F238E27FC236}">
                <a16:creationId xmlns:a16="http://schemas.microsoft.com/office/drawing/2014/main" id="{55262A81-16F0-81B3-818E-C38EF48C704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43349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a:extLst>
            <a:ext uri="{FF2B5EF4-FFF2-40B4-BE49-F238E27FC236}">
              <a16:creationId xmlns:a16="http://schemas.microsoft.com/office/drawing/2014/main" id="{096D4922-2D77-DFD5-DB86-8F44EEA0DDFB}"/>
            </a:ext>
          </a:extLst>
        </p:cNvPr>
        <p:cNvGrpSpPr/>
        <p:nvPr/>
      </p:nvGrpSpPr>
      <p:grpSpPr>
        <a:xfrm>
          <a:off x="0" y="0"/>
          <a:ext cx="0" cy="0"/>
          <a:chOff x="0" y="0"/>
          <a:chExt cx="0" cy="0"/>
        </a:xfrm>
      </p:grpSpPr>
      <p:sp>
        <p:nvSpPr>
          <p:cNvPr id="896" name="Google Shape;896;g14bfd745a99_0_0:notes">
            <a:extLst>
              <a:ext uri="{FF2B5EF4-FFF2-40B4-BE49-F238E27FC236}">
                <a16:creationId xmlns:a16="http://schemas.microsoft.com/office/drawing/2014/main" id="{87F7A862-0607-0976-2781-A25FA641119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7" name="Google Shape;897;g14bfd745a99_0_0:notes">
            <a:extLst>
              <a:ext uri="{FF2B5EF4-FFF2-40B4-BE49-F238E27FC236}">
                <a16:creationId xmlns:a16="http://schemas.microsoft.com/office/drawing/2014/main" id="{EDE4817F-844B-F6DA-B3B5-877B27A4F97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08540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a:extLst>
            <a:ext uri="{FF2B5EF4-FFF2-40B4-BE49-F238E27FC236}">
              <a16:creationId xmlns:a16="http://schemas.microsoft.com/office/drawing/2014/main" id="{55D945F1-B256-1177-DBA4-B536A8DC9317}"/>
            </a:ext>
          </a:extLst>
        </p:cNvPr>
        <p:cNvGrpSpPr/>
        <p:nvPr/>
      </p:nvGrpSpPr>
      <p:grpSpPr>
        <a:xfrm>
          <a:off x="0" y="0"/>
          <a:ext cx="0" cy="0"/>
          <a:chOff x="0" y="0"/>
          <a:chExt cx="0" cy="0"/>
        </a:xfrm>
      </p:grpSpPr>
      <p:sp>
        <p:nvSpPr>
          <p:cNvPr id="896" name="Google Shape;896;g14bfd745a99_0_0:notes">
            <a:extLst>
              <a:ext uri="{FF2B5EF4-FFF2-40B4-BE49-F238E27FC236}">
                <a16:creationId xmlns:a16="http://schemas.microsoft.com/office/drawing/2014/main" id="{053E1C89-408F-36B5-3426-2A21E51C08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7" name="Google Shape;897;g14bfd745a99_0_0:notes">
            <a:extLst>
              <a:ext uri="{FF2B5EF4-FFF2-40B4-BE49-F238E27FC236}">
                <a16:creationId xmlns:a16="http://schemas.microsoft.com/office/drawing/2014/main" id="{2A946489-EACA-572B-2D91-201CA4FCD22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654091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a:extLst>
            <a:ext uri="{FF2B5EF4-FFF2-40B4-BE49-F238E27FC236}">
              <a16:creationId xmlns:a16="http://schemas.microsoft.com/office/drawing/2014/main" id="{5BF62F67-D1B5-9978-5BAF-4D541A49C505}"/>
            </a:ext>
          </a:extLst>
        </p:cNvPr>
        <p:cNvGrpSpPr/>
        <p:nvPr/>
      </p:nvGrpSpPr>
      <p:grpSpPr>
        <a:xfrm>
          <a:off x="0" y="0"/>
          <a:ext cx="0" cy="0"/>
          <a:chOff x="0" y="0"/>
          <a:chExt cx="0" cy="0"/>
        </a:xfrm>
      </p:grpSpPr>
      <p:sp>
        <p:nvSpPr>
          <p:cNvPr id="896" name="Google Shape;896;g14bfd745a99_0_0:notes">
            <a:extLst>
              <a:ext uri="{FF2B5EF4-FFF2-40B4-BE49-F238E27FC236}">
                <a16:creationId xmlns:a16="http://schemas.microsoft.com/office/drawing/2014/main" id="{62C19D9A-3315-C8CF-7EC4-504346123C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7" name="Google Shape;897;g14bfd745a99_0_0:notes">
            <a:extLst>
              <a:ext uri="{FF2B5EF4-FFF2-40B4-BE49-F238E27FC236}">
                <a16:creationId xmlns:a16="http://schemas.microsoft.com/office/drawing/2014/main" id="{C9787C07-7908-8529-D447-FE4A6FE226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690911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a:extLst>
            <a:ext uri="{FF2B5EF4-FFF2-40B4-BE49-F238E27FC236}">
              <a16:creationId xmlns:a16="http://schemas.microsoft.com/office/drawing/2014/main" id="{84223529-8DDF-F5AB-0694-C45EEB5E1CB4}"/>
            </a:ext>
          </a:extLst>
        </p:cNvPr>
        <p:cNvGrpSpPr/>
        <p:nvPr/>
      </p:nvGrpSpPr>
      <p:grpSpPr>
        <a:xfrm>
          <a:off x="0" y="0"/>
          <a:ext cx="0" cy="0"/>
          <a:chOff x="0" y="0"/>
          <a:chExt cx="0" cy="0"/>
        </a:xfrm>
      </p:grpSpPr>
      <p:sp>
        <p:nvSpPr>
          <p:cNvPr id="896" name="Google Shape;896;g14bfd745a99_0_0:notes">
            <a:extLst>
              <a:ext uri="{FF2B5EF4-FFF2-40B4-BE49-F238E27FC236}">
                <a16:creationId xmlns:a16="http://schemas.microsoft.com/office/drawing/2014/main" id="{DCE30CF7-C1B2-85DB-4755-1B539D545A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7" name="Google Shape;897;g14bfd745a99_0_0:notes">
            <a:extLst>
              <a:ext uri="{FF2B5EF4-FFF2-40B4-BE49-F238E27FC236}">
                <a16:creationId xmlns:a16="http://schemas.microsoft.com/office/drawing/2014/main" id="{9A38C022-F2BF-AF30-9FEF-38C3582FDE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295680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a:extLst>
            <a:ext uri="{FF2B5EF4-FFF2-40B4-BE49-F238E27FC236}">
              <a16:creationId xmlns:a16="http://schemas.microsoft.com/office/drawing/2014/main" id="{E2FD7D10-2F67-FCFB-793F-61B3268CB541}"/>
            </a:ext>
          </a:extLst>
        </p:cNvPr>
        <p:cNvGrpSpPr/>
        <p:nvPr/>
      </p:nvGrpSpPr>
      <p:grpSpPr>
        <a:xfrm>
          <a:off x="0" y="0"/>
          <a:ext cx="0" cy="0"/>
          <a:chOff x="0" y="0"/>
          <a:chExt cx="0" cy="0"/>
        </a:xfrm>
      </p:grpSpPr>
      <p:sp>
        <p:nvSpPr>
          <p:cNvPr id="896" name="Google Shape;896;g14bfd745a99_0_0:notes">
            <a:extLst>
              <a:ext uri="{FF2B5EF4-FFF2-40B4-BE49-F238E27FC236}">
                <a16:creationId xmlns:a16="http://schemas.microsoft.com/office/drawing/2014/main" id="{B5FEDC2C-CE9B-5479-C1B7-01E22CE813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7" name="Google Shape;897;g14bfd745a99_0_0:notes">
            <a:extLst>
              <a:ext uri="{FF2B5EF4-FFF2-40B4-BE49-F238E27FC236}">
                <a16:creationId xmlns:a16="http://schemas.microsoft.com/office/drawing/2014/main" id="{0084E495-88DA-775B-6A13-36C38E49DD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162763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a:extLst>
            <a:ext uri="{FF2B5EF4-FFF2-40B4-BE49-F238E27FC236}">
              <a16:creationId xmlns:a16="http://schemas.microsoft.com/office/drawing/2014/main" id="{5865CD65-CE35-4A20-B729-89AED082623A}"/>
            </a:ext>
          </a:extLst>
        </p:cNvPr>
        <p:cNvGrpSpPr/>
        <p:nvPr/>
      </p:nvGrpSpPr>
      <p:grpSpPr>
        <a:xfrm>
          <a:off x="0" y="0"/>
          <a:ext cx="0" cy="0"/>
          <a:chOff x="0" y="0"/>
          <a:chExt cx="0" cy="0"/>
        </a:xfrm>
      </p:grpSpPr>
      <p:sp>
        <p:nvSpPr>
          <p:cNvPr id="896" name="Google Shape;896;g14bfd745a99_0_0:notes">
            <a:extLst>
              <a:ext uri="{FF2B5EF4-FFF2-40B4-BE49-F238E27FC236}">
                <a16:creationId xmlns:a16="http://schemas.microsoft.com/office/drawing/2014/main" id="{42C492CE-5BE8-6783-F893-0F0F78048F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7" name="Google Shape;897;g14bfd745a99_0_0:notes">
            <a:extLst>
              <a:ext uri="{FF2B5EF4-FFF2-40B4-BE49-F238E27FC236}">
                <a16:creationId xmlns:a16="http://schemas.microsoft.com/office/drawing/2014/main" id="{4B3DBB1B-7289-005E-4933-DFDD580ECF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5277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a:extLst>
            <a:ext uri="{FF2B5EF4-FFF2-40B4-BE49-F238E27FC236}">
              <a16:creationId xmlns:a16="http://schemas.microsoft.com/office/drawing/2014/main" id="{EA47C615-0BE4-B251-DD69-957DF63D8412}"/>
            </a:ext>
          </a:extLst>
        </p:cNvPr>
        <p:cNvGrpSpPr/>
        <p:nvPr/>
      </p:nvGrpSpPr>
      <p:grpSpPr>
        <a:xfrm>
          <a:off x="0" y="0"/>
          <a:ext cx="0" cy="0"/>
          <a:chOff x="0" y="0"/>
          <a:chExt cx="0" cy="0"/>
        </a:xfrm>
      </p:grpSpPr>
      <p:sp>
        <p:nvSpPr>
          <p:cNvPr id="896" name="Google Shape;896;g14bfd745a99_0_0:notes">
            <a:extLst>
              <a:ext uri="{FF2B5EF4-FFF2-40B4-BE49-F238E27FC236}">
                <a16:creationId xmlns:a16="http://schemas.microsoft.com/office/drawing/2014/main" id="{87725A7A-19F5-D69D-E537-749D24ABCB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7" name="Google Shape;897;g14bfd745a99_0_0:notes">
            <a:extLst>
              <a:ext uri="{FF2B5EF4-FFF2-40B4-BE49-F238E27FC236}">
                <a16:creationId xmlns:a16="http://schemas.microsoft.com/office/drawing/2014/main" id="{253F798E-9B3F-7FE7-D59F-D0231B74397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40875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a:extLst>
            <a:ext uri="{FF2B5EF4-FFF2-40B4-BE49-F238E27FC236}">
              <a16:creationId xmlns:a16="http://schemas.microsoft.com/office/drawing/2014/main" id="{2ABF7929-B406-7782-4572-65272F81F8B2}"/>
            </a:ext>
          </a:extLst>
        </p:cNvPr>
        <p:cNvGrpSpPr/>
        <p:nvPr/>
      </p:nvGrpSpPr>
      <p:grpSpPr>
        <a:xfrm>
          <a:off x="0" y="0"/>
          <a:ext cx="0" cy="0"/>
          <a:chOff x="0" y="0"/>
          <a:chExt cx="0" cy="0"/>
        </a:xfrm>
      </p:grpSpPr>
      <p:sp>
        <p:nvSpPr>
          <p:cNvPr id="896" name="Google Shape;896;g14bfd745a99_0_0:notes">
            <a:extLst>
              <a:ext uri="{FF2B5EF4-FFF2-40B4-BE49-F238E27FC236}">
                <a16:creationId xmlns:a16="http://schemas.microsoft.com/office/drawing/2014/main" id="{01A882E3-CEFB-15F2-4627-B5345A350A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7" name="Google Shape;897;g14bfd745a99_0_0:notes">
            <a:extLst>
              <a:ext uri="{FF2B5EF4-FFF2-40B4-BE49-F238E27FC236}">
                <a16:creationId xmlns:a16="http://schemas.microsoft.com/office/drawing/2014/main" id="{A0C53E7D-DBD2-C576-2A58-0CC53C7A1A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1081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a:extLst>
            <a:ext uri="{FF2B5EF4-FFF2-40B4-BE49-F238E27FC236}">
              <a16:creationId xmlns:a16="http://schemas.microsoft.com/office/drawing/2014/main" id="{C4007330-6AD7-2A1C-67C5-EF10F34BCCB8}"/>
            </a:ext>
          </a:extLst>
        </p:cNvPr>
        <p:cNvGrpSpPr/>
        <p:nvPr/>
      </p:nvGrpSpPr>
      <p:grpSpPr>
        <a:xfrm>
          <a:off x="0" y="0"/>
          <a:ext cx="0" cy="0"/>
          <a:chOff x="0" y="0"/>
          <a:chExt cx="0" cy="0"/>
        </a:xfrm>
      </p:grpSpPr>
      <p:sp>
        <p:nvSpPr>
          <p:cNvPr id="896" name="Google Shape;896;g14bfd745a99_0_0:notes">
            <a:extLst>
              <a:ext uri="{FF2B5EF4-FFF2-40B4-BE49-F238E27FC236}">
                <a16:creationId xmlns:a16="http://schemas.microsoft.com/office/drawing/2014/main" id="{215C221D-4C09-0F5C-0F8D-9864C85163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7" name="Google Shape;897;g14bfd745a99_0_0:notes">
            <a:extLst>
              <a:ext uri="{FF2B5EF4-FFF2-40B4-BE49-F238E27FC236}">
                <a16:creationId xmlns:a16="http://schemas.microsoft.com/office/drawing/2014/main" id="{802ABBD8-BDB3-9682-86F1-C71937B2A0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33174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6"/>
        <p:cNvGrpSpPr/>
        <p:nvPr/>
      </p:nvGrpSpPr>
      <p:grpSpPr>
        <a:xfrm>
          <a:off x="0" y="0"/>
          <a:ext cx="0" cy="0"/>
          <a:chOff x="0" y="0"/>
          <a:chExt cx="0" cy="0"/>
        </a:xfrm>
      </p:grpSpPr>
      <p:sp>
        <p:nvSpPr>
          <p:cNvPr id="1007" name="Google Shape;1007;g14bfd745a99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8" name="Google Shape;1008;g14bfd745a99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subTitle" idx="1"/>
          </p:nvPr>
        </p:nvSpPr>
        <p:spPr>
          <a:xfrm>
            <a:off x="1034338" y="2087325"/>
            <a:ext cx="4837800" cy="398400"/>
          </a:xfrm>
          <a:prstGeom prst="rect">
            <a:avLst/>
          </a:prstGeom>
          <a:noFill/>
          <a:ln>
            <a:noFill/>
          </a:ln>
        </p:spPr>
        <p:txBody>
          <a:bodyPr spcFirstLastPara="1" wrap="square" lIns="91425" tIns="91425" rIns="91425" bIns="91425" anchor="b" anchorCtr="0">
            <a:noAutofit/>
          </a:bodyPr>
          <a:lstStyle>
            <a:lvl1pPr lvl="0" rtl="0">
              <a:lnSpc>
                <a:spcPct val="100000"/>
              </a:lnSpc>
              <a:spcBef>
                <a:spcPts val="0"/>
              </a:spcBef>
              <a:spcAft>
                <a:spcPts val="0"/>
              </a:spcAft>
              <a:buSzPts val="2800"/>
              <a:buNone/>
              <a:defRPr sz="1600">
                <a:solidFill>
                  <a:schemeClr val="dk1"/>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0" name="Google Shape;10;p2"/>
          <p:cNvSpPr txBox="1">
            <a:spLocks noGrp="1"/>
          </p:cNvSpPr>
          <p:nvPr>
            <p:ph type="ctrTitle"/>
          </p:nvPr>
        </p:nvSpPr>
        <p:spPr>
          <a:xfrm>
            <a:off x="1034350" y="372825"/>
            <a:ext cx="4837800" cy="17145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3600"/>
              <a:buNone/>
              <a:defRPr sz="3500">
                <a:solidFill>
                  <a:schemeClr val="dk1"/>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
        <p:cNvGrpSpPr/>
        <p:nvPr/>
      </p:nvGrpSpPr>
      <p:grpSpPr>
        <a:xfrm>
          <a:off x="0" y="0"/>
          <a:ext cx="0" cy="0"/>
          <a:chOff x="0" y="0"/>
          <a:chExt cx="0" cy="0"/>
        </a:xfrm>
      </p:grpSpPr>
      <p:sp>
        <p:nvSpPr>
          <p:cNvPr id="25" name="Google Shape;25;p6"/>
          <p:cNvSpPr txBox="1">
            <a:spLocks noGrp="1"/>
          </p:cNvSpPr>
          <p:nvPr>
            <p:ph type="ctrTitle"/>
          </p:nvPr>
        </p:nvSpPr>
        <p:spPr>
          <a:xfrm>
            <a:off x="713250" y="470050"/>
            <a:ext cx="7717500" cy="634800"/>
          </a:xfrm>
          <a:prstGeom prst="rect">
            <a:avLst/>
          </a:prstGeom>
          <a:solidFill>
            <a:schemeClr val="lt1"/>
          </a:solidFill>
          <a:ln>
            <a:noFill/>
          </a:ln>
        </p:spPr>
        <p:txBody>
          <a:bodyPr spcFirstLastPara="1" wrap="square" lIns="91425" tIns="91425" rIns="91425" bIns="91425" anchor="ctr" anchorCtr="0">
            <a:noAutofit/>
          </a:bodyPr>
          <a:lstStyle>
            <a:lvl1pPr lvl="0" algn="ctr" rtl="0">
              <a:spcBef>
                <a:spcPts val="0"/>
              </a:spcBef>
              <a:spcAft>
                <a:spcPts val="0"/>
              </a:spcAft>
              <a:buSzPts val="3600"/>
              <a:buNone/>
              <a:defRPr sz="3500">
                <a:solidFill>
                  <a:schemeClr val="dk1"/>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2"/>
        <p:cNvGrpSpPr/>
        <p:nvPr/>
      </p:nvGrpSpPr>
      <p:grpSpPr>
        <a:xfrm>
          <a:off x="0" y="0"/>
          <a:ext cx="0" cy="0"/>
          <a:chOff x="0" y="0"/>
          <a:chExt cx="0" cy="0"/>
        </a:xfrm>
      </p:grpSpPr>
      <p:sp>
        <p:nvSpPr>
          <p:cNvPr id="33" name="Google Shape;33;p9"/>
          <p:cNvSpPr txBox="1">
            <a:spLocks noGrp="1"/>
          </p:cNvSpPr>
          <p:nvPr>
            <p:ph type="title"/>
          </p:nvPr>
        </p:nvSpPr>
        <p:spPr>
          <a:xfrm>
            <a:off x="2836525" y="1219325"/>
            <a:ext cx="5439000" cy="1906200"/>
          </a:xfrm>
          <a:prstGeom prst="rect">
            <a:avLst/>
          </a:prstGeom>
          <a:solidFill>
            <a:schemeClr val="lt1"/>
          </a:solidFill>
          <a:ln>
            <a:noFill/>
          </a:ln>
        </p:spPr>
        <p:txBody>
          <a:bodyPr spcFirstLastPara="1" wrap="square" lIns="91425" tIns="91425" rIns="91425" bIns="91425" anchor="ctr" anchorCtr="0">
            <a:noAutofit/>
          </a:bodyPr>
          <a:lstStyle>
            <a:lvl1pPr lvl="0" algn="ctr">
              <a:spcBef>
                <a:spcPts val="0"/>
              </a:spcBef>
              <a:spcAft>
                <a:spcPts val="0"/>
              </a:spcAft>
              <a:buSzPts val="4200"/>
              <a:buNone/>
              <a:defRPr sz="5000">
                <a:solidFill>
                  <a:schemeClr val="dk1"/>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4" name="Google Shape;34;p9"/>
          <p:cNvSpPr txBox="1">
            <a:spLocks noGrp="1"/>
          </p:cNvSpPr>
          <p:nvPr>
            <p:ph type="subTitle" idx="1"/>
          </p:nvPr>
        </p:nvSpPr>
        <p:spPr>
          <a:xfrm>
            <a:off x="2836625" y="3292413"/>
            <a:ext cx="5439000" cy="7359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SzPts val="21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154"/>
        <p:cNvGrpSpPr/>
        <p:nvPr/>
      </p:nvGrpSpPr>
      <p:grpSpPr>
        <a:xfrm>
          <a:off x="0" y="0"/>
          <a:ext cx="0" cy="0"/>
          <a:chOff x="0" y="0"/>
          <a:chExt cx="0" cy="0"/>
        </a:xfrm>
      </p:grpSpPr>
      <p:grpSp>
        <p:nvGrpSpPr>
          <p:cNvPr id="155" name="Google Shape;155;p30"/>
          <p:cNvGrpSpPr/>
          <p:nvPr/>
        </p:nvGrpSpPr>
        <p:grpSpPr>
          <a:xfrm>
            <a:off x="1258449" y="851999"/>
            <a:ext cx="1929978" cy="3438377"/>
            <a:chOff x="6667500" y="1149400"/>
            <a:chExt cx="1596606" cy="2844690"/>
          </a:xfrm>
        </p:grpSpPr>
        <p:sp>
          <p:nvSpPr>
            <p:cNvPr id="156" name="Google Shape;156;p30"/>
            <p:cNvSpPr/>
            <p:nvPr/>
          </p:nvSpPr>
          <p:spPr>
            <a:xfrm>
              <a:off x="6791685" y="3213456"/>
              <a:ext cx="1472421" cy="780634"/>
            </a:xfrm>
            <a:custGeom>
              <a:avLst/>
              <a:gdLst/>
              <a:ahLst/>
              <a:cxnLst/>
              <a:rect l="l" t="t" r="r" b="b"/>
              <a:pathLst>
                <a:path w="16291" h="8637" extrusionOk="0">
                  <a:moveTo>
                    <a:pt x="8145" y="1"/>
                  </a:moveTo>
                  <a:cubicBezTo>
                    <a:pt x="3649" y="1"/>
                    <a:pt x="0" y="1928"/>
                    <a:pt x="0" y="4319"/>
                  </a:cubicBezTo>
                  <a:cubicBezTo>
                    <a:pt x="0" y="6701"/>
                    <a:pt x="3649" y="8636"/>
                    <a:pt x="8145" y="8636"/>
                  </a:cubicBezTo>
                  <a:cubicBezTo>
                    <a:pt x="12641" y="8636"/>
                    <a:pt x="16290" y="6701"/>
                    <a:pt x="16290" y="4319"/>
                  </a:cubicBezTo>
                  <a:cubicBezTo>
                    <a:pt x="16290" y="1928"/>
                    <a:pt x="12641" y="1"/>
                    <a:pt x="8145" y="1"/>
                  </a:cubicBezTo>
                  <a:close/>
                </a:path>
              </a:pathLst>
            </a:custGeom>
            <a:solidFill>
              <a:srgbClr val="262162">
                <a:alpha val="25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30"/>
            <p:cNvSpPr/>
            <p:nvPr/>
          </p:nvSpPr>
          <p:spPr>
            <a:xfrm>
              <a:off x="6667500" y="1149400"/>
              <a:ext cx="1540118" cy="2664115"/>
            </a:xfrm>
            <a:custGeom>
              <a:avLst/>
              <a:gdLst/>
              <a:ahLst/>
              <a:cxnLst/>
              <a:rect l="l" t="t" r="r" b="b"/>
              <a:pathLst>
                <a:path w="17040" h="29476" extrusionOk="0">
                  <a:moveTo>
                    <a:pt x="928" y="8662"/>
                  </a:moveTo>
                  <a:lnTo>
                    <a:pt x="15826" y="152"/>
                  </a:lnTo>
                  <a:cubicBezTo>
                    <a:pt x="16067" y="18"/>
                    <a:pt x="16281" y="0"/>
                    <a:pt x="16442" y="89"/>
                  </a:cubicBezTo>
                  <a:lnTo>
                    <a:pt x="16442" y="89"/>
                  </a:lnTo>
                  <a:lnTo>
                    <a:pt x="17040" y="428"/>
                  </a:lnTo>
                  <a:lnTo>
                    <a:pt x="16745" y="1080"/>
                  </a:lnTo>
                  <a:lnTo>
                    <a:pt x="16745" y="18904"/>
                  </a:lnTo>
                  <a:cubicBezTo>
                    <a:pt x="16745" y="19519"/>
                    <a:pt x="16335" y="20269"/>
                    <a:pt x="15826" y="20554"/>
                  </a:cubicBezTo>
                  <a:lnTo>
                    <a:pt x="1196" y="28913"/>
                  </a:lnTo>
                  <a:lnTo>
                    <a:pt x="910" y="29475"/>
                  </a:lnTo>
                  <a:lnTo>
                    <a:pt x="330" y="29136"/>
                  </a:lnTo>
                  <a:cubicBezTo>
                    <a:pt x="304" y="29127"/>
                    <a:pt x="286" y="29118"/>
                    <a:pt x="268" y="29100"/>
                  </a:cubicBezTo>
                  <a:lnTo>
                    <a:pt x="259" y="29100"/>
                  </a:lnTo>
                  <a:lnTo>
                    <a:pt x="259" y="29100"/>
                  </a:lnTo>
                  <a:cubicBezTo>
                    <a:pt x="99" y="28993"/>
                    <a:pt x="0" y="28770"/>
                    <a:pt x="0" y="28467"/>
                  </a:cubicBezTo>
                  <a:lnTo>
                    <a:pt x="0" y="10313"/>
                  </a:lnTo>
                  <a:cubicBezTo>
                    <a:pt x="0" y="9697"/>
                    <a:pt x="420" y="8948"/>
                    <a:pt x="928" y="8662"/>
                  </a:cubicBez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30"/>
            <p:cNvSpPr/>
            <p:nvPr/>
          </p:nvSpPr>
          <p:spPr>
            <a:xfrm>
              <a:off x="6719922" y="1166301"/>
              <a:ext cx="1514359" cy="2666555"/>
            </a:xfrm>
            <a:custGeom>
              <a:avLst/>
              <a:gdLst/>
              <a:ahLst/>
              <a:cxnLst/>
              <a:rect l="l" t="t" r="r" b="b"/>
              <a:pathLst>
                <a:path w="16755" h="29503" extrusionOk="0">
                  <a:moveTo>
                    <a:pt x="928" y="8806"/>
                  </a:moveTo>
                  <a:lnTo>
                    <a:pt x="15826" y="295"/>
                  </a:lnTo>
                  <a:cubicBezTo>
                    <a:pt x="16335" y="1"/>
                    <a:pt x="16754" y="277"/>
                    <a:pt x="16754" y="893"/>
                  </a:cubicBezTo>
                  <a:lnTo>
                    <a:pt x="16754" y="19047"/>
                  </a:lnTo>
                  <a:cubicBezTo>
                    <a:pt x="16754" y="19662"/>
                    <a:pt x="16335" y="20412"/>
                    <a:pt x="15826" y="20697"/>
                  </a:cubicBezTo>
                  <a:lnTo>
                    <a:pt x="928" y="29208"/>
                  </a:lnTo>
                  <a:cubicBezTo>
                    <a:pt x="420" y="29502"/>
                    <a:pt x="0" y="29235"/>
                    <a:pt x="0" y="28610"/>
                  </a:cubicBezTo>
                  <a:lnTo>
                    <a:pt x="0" y="10456"/>
                  </a:lnTo>
                  <a:cubicBezTo>
                    <a:pt x="0" y="9840"/>
                    <a:pt x="420" y="9100"/>
                    <a:pt x="928" y="8806"/>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30"/>
            <p:cNvSpPr/>
            <p:nvPr/>
          </p:nvSpPr>
          <p:spPr>
            <a:xfrm>
              <a:off x="6776320" y="1265451"/>
              <a:ext cx="1401471" cy="2468165"/>
            </a:xfrm>
            <a:custGeom>
              <a:avLst/>
              <a:gdLst/>
              <a:ahLst/>
              <a:cxnLst/>
              <a:rect l="l" t="t" r="r" b="b"/>
              <a:pathLst>
                <a:path w="15506" h="27308" extrusionOk="0">
                  <a:moveTo>
                    <a:pt x="857" y="8155"/>
                  </a:moveTo>
                  <a:lnTo>
                    <a:pt x="14649" y="268"/>
                  </a:lnTo>
                  <a:cubicBezTo>
                    <a:pt x="15122" y="1"/>
                    <a:pt x="15506" y="251"/>
                    <a:pt x="15506" y="822"/>
                  </a:cubicBezTo>
                  <a:lnTo>
                    <a:pt x="15506" y="17629"/>
                  </a:lnTo>
                  <a:cubicBezTo>
                    <a:pt x="15506" y="18200"/>
                    <a:pt x="15122" y="18895"/>
                    <a:pt x="14649" y="19163"/>
                  </a:cubicBezTo>
                  <a:lnTo>
                    <a:pt x="857" y="27040"/>
                  </a:lnTo>
                  <a:cubicBezTo>
                    <a:pt x="384" y="27308"/>
                    <a:pt x="1" y="27058"/>
                    <a:pt x="1" y="26487"/>
                  </a:cubicBezTo>
                  <a:lnTo>
                    <a:pt x="1" y="9680"/>
                  </a:lnTo>
                  <a:cubicBezTo>
                    <a:pt x="1" y="9109"/>
                    <a:pt x="384" y="8422"/>
                    <a:pt x="857" y="8155"/>
                  </a:cubicBez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30"/>
            <p:cNvSpPr/>
            <p:nvPr/>
          </p:nvSpPr>
          <p:spPr>
            <a:xfrm>
              <a:off x="7115795" y="1707238"/>
              <a:ext cx="832965" cy="1660327"/>
            </a:xfrm>
            <a:custGeom>
              <a:avLst/>
              <a:gdLst/>
              <a:ahLst/>
              <a:cxnLst/>
              <a:rect l="l" t="t" r="r" b="b"/>
              <a:pathLst>
                <a:path w="9216" h="18370" extrusionOk="0">
                  <a:moveTo>
                    <a:pt x="5799" y="3162"/>
                  </a:moveTo>
                  <a:cubicBezTo>
                    <a:pt x="5998" y="3162"/>
                    <a:pt x="6172" y="3222"/>
                    <a:pt x="6326" y="3338"/>
                  </a:cubicBezTo>
                  <a:cubicBezTo>
                    <a:pt x="6584" y="3543"/>
                    <a:pt x="6709" y="3909"/>
                    <a:pt x="6709" y="4435"/>
                  </a:cubicBezTo>
                  <a:cubicBezTo>
                    <a:pt x="6709" y="4872"/>
                    <a:pt x="6620" y="5301"/>
                    <a:pt x="6433" y="5738"/>
                  </a:cubicBezTo>
                  <a:cubicBezTo>
                    <a:pt x="6254" y="6166"/>
                    <a:pt x="5995" y="6550"/>
                    <a:pt x="5674" y="6889"/>
                  </a:cubicBezTo>
                  <a:cubicBezTo>
                    <a:pt x="5460" y="7120"/>
                    <a:pt x="5086" y="7397"/>
                    <a:pt x="4568" y="7727"/>
                  </a:cubicBezTo>
                  <a:cubicBezTo>
                    <a:pt x="4327" y="7879"/>
                    <a:pt x="4060" y="8039"/>
                    <a:pt x="3756" y="8218"/>
                  </a:cubicBezTo>
                  <a:lnTo>
                    <a:pt x="2427" y="8976"/>
                  </a:lnTo>
                  <a:lnTo>
                    <a:pt x="2427" y="4819"/>
                  </a:lnTo>
                  <a:lnTo>
                    <a:pt x="3605" y="4150"/>
                  </a:lnTo>
                  <a:cubicBezTo>
                    <a:pt x="3979" y="3936"/>
                    <a:pt x="4300" y="3757"/>
                    <a:pt x="4568" y="3615"/>
                  </a:cubicBezTo>
                  <a:cubicBezTo>
                    <a:pt x="4925" y="3427"/>
                    <a:pt x="5184" y="3302"/>
                    <a:pt x="5353" y="3249"/>
                  </a:cubicBezTo>
                  <a:cubicBezTo>
                    <a:pt x="5513" y="3190"/>
                    <a:pt x="5662" y="3162"/>
                    <a:pt x="5799" y="3162"/>
                  </a:cubicBezTo>
                  <a:close/>
                  <a:moveTo>
                    <a:pt x="7321" y="0"/>
                  </a:moveTo>
                  <a:cubicBezTo>
                    <a:pt x="7149" y="0"/>
                    <a:pt x="6969" y="24"/>
                    <a:pt x="6781" y="73"/>
                  </a:cubicBezTo>
                  <a:cubicBezTo>
                    <a:pt x="6406" y="162"/>
                    <a:pt x="5674" y="510"/>
                    <a:pt x="4568" y="1126"/>
                  </a:cubicBezTo>
                  <a:cubicBezTo>
                    <a:pt x="4363" y="1242"/>
                    <a:pt x="4131" y="1366"/>
                    <a:pt x="3899" y="1500"/>
                  </a:cubicBezTo>
                  <a:lnTo>
                    <a:pt x="1" y="3722"/>
                  </a:lnTo>
                  <a:lnTo>
                    <a:pt x="1" y="18370"/>
                  </a:lnTo>
                  <a:lnTo>
                    <a:pt x="2427" y="16987"/>
                  </a:lnTo>
                  <a:lnTo>
                    <a:pt x="2427" y="11465"/>
                  </a:lnTo>
                  <a:lnTo>
                    <a:pt x="4015" y="10555"/>
                  </a:lnTo>
                  <a:cubicBezTo>
                    <a:pt x="4202" y="10448"/>
                    <a:pt x="4390" y="10341"/>
                    <a:pt x="4568" y="10234"/>
                  </a:cubicBezTo>
                  <a:cubicBezTo>
                    <a:pt x="5398" y="9734"/>
                    <a:pt x="6058" y="9297"/>
                    <a:pt x="6531" y="8905"/>
                  </a:cubicBezTo>
                  <a:cubicBezTo>
                    <a:pt x="6959" y="8548"/>
                    <a:pt x="7378" y="8084"/>
                    <a:pt x="7789" y="7495"/>
                  </a:cubicBezTo>
                  <a:cubicBezTo>
                    <a:pt x="8199" y="6906"/>
                    <a:pt x="8538" y="6237"/>
                    <a:pt x="8815" y="5470"/>
                  </a:cubicBezTo>
                  <a:cubicBezTo>
                    <a:pt x="9082" y="4703"/>
                    <a:pt x="9216" y="3873"/>
                    <a:pt x="9216" y="2972"/>
                  </a:cubicBezTo>
                  <a:cubicBezTo>
                    <a:pt x="9216" y="1804"/>
                    <a:pt x="8984" y="983"/>
                    <a:pt x="8520" y="519"/>
                  </a:cubicBezTo>
                  <a:cubicBezTo>
                    <a:pt x="8182" y="174"/>
                    <a:pt x="7782" y="0"/>
                    <a:pt x="73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1">
  <p:cSld name="CUSTOM_7_1">
    <p:spTree>
      <p:nvGrpSpPr>
        <p:cNvPr id="1" name="Shape 161"/>
        <p:cNvGrpSpPr/>
        <p:nvPr/>
      </p:nvGrpSpPr>
      <p:grpSpPr>
        <a:xfrm>
          <a:off x="0" y="0"/>
          <a:ext cx="0" cy="0"/>
          <a:chOff x="0" y="0"/>
          <a:chExt cx="0" cy="0"/>
        </a:xfrm>
      </p:grpSpPr>
      <p:grpSp>
        <p:nvGrpSpPr>
          <p:cNvPr id="162" name="Google Shape;162;p31"/>
          <p:cNvGrpSpPr/>
          <p:nvPr/>
        </p:nvGrpSpPr>
        <p:grpSpPr>
          <a:xfrm>
            <a:off x="2793717" y="4135524"/>
            <a:ext cx="1041993" cy="1141205"/>
            <a:chOff x="2914650" y="3945525"/>
            <a:chExt cx="693737" cy="759791"/>
          </a:xfrm>
        </p:grpSpPr>
        <p:sp>
          <p:nvSpPr>
            <p:cNvPr id="163" name="Google Shape;163;p31"/>
            <p:cNvSpPr/>
            <p:nvPr/>
          </p:nvSpPr>
          <p:spPr>
            <a:xfrm>
              <a:off x="2914650" y="4283291"/>
              <a:ext cx="693737" cy="422024"/>
            </a:xfrm>
            <a:custGeom>
              <a:avLst/>
              <a:gdLst/>
              <a:ahLst/>
              <a:cxnLst/>
              <a:rect l="l" t="t" r="r" b="b"/>
              <a:pathLst>
                <a:path w="13962" h="8494" extrusionOk="0">
                  <a:moveTo>
                    <a:pt x="13605" y="3622"/>
                  </a:moveTo>
                  <a:lnTo>
                    <a:pt x="7699" y="259"/>
                  </a:lnTo>
                  <a:cubicBezTo>
                    <a:pt x="7253" y="0"/>
                    <a:pt x="6745" y="0"/>
                    <a:pt x="6299" y="259"/>
                  </a:cubicBezTo>
                  <a:lnTo>
                    <a:pt x="357" y="3631"/>
                  </a:lnTo>
                  <a:cubicBezTo>
                    <a:pt x="134" y="3756"/>
                    <a:pt x="0" y="3979"/>
                    <a:pt x="0" y="4247"/>
                  </a:cubicBezTo>
                  <a:cubicBezTo>
                    <a:pt x="0" y="4506"/>
                    <a:pt x="134" y="4729"/>
                    <a:pt x="357" y="4862"/>
                  </a:cubicBezTo>
                  <a:lnTo>
                    <a:pt x="6281" y="8234"/>
                  </a:lnTo>
                  <a:cubicBezTo>
                    <a:pt x="6727" y="8493"/>
                    <a:pt x="7235" y="8493"/>
                    <a:pt x="7681" y="8234"/>
                  </a:cubicBezTo>
                  <a:lnTo>
                    <a:pt x="13605" y="4853"/>
                  </a:lnTo>
                  <a:cubicBezTo>
                    <a:pt x="13828" y="4729"/>
                    <a:pt x="13962" y="4506"/>
                    <a:pt x="13962" y="4238"/>
                  </a:cubicBezTo>
                  <a:cubicBezTo>
                    <a:pt x="13962" y="3979"/>
                    <a:pt x="13828" y="3756"/>
                    <a:pt x="13605" y="362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31"/>
            <p:cNvSpPr/>
            <p:nvPr/>
          </p:nvSpPr>
          <p:spPr>
            <a:xfrm>
              <a:off x="2935469" y="4279763"/>
              <a:ext cx="652099" cy="396288"/>
            </a:xfrm>
            <a:custGeom>
              <a:avLst/>
              <a:gdLst/>
              <a:ahLst/>
              <a:cxnLst/>
              <a:rect l="l" t="t" r="r" b="b"/>
              <a:pathLst>
                <a:path w="13124" h="7976" extrusionOk="0">
                  <a:moveTo>
                    <a:pt x="12784" y="3408"/>
                  </a:moveTo>
                  <a:lnTo>
                    <a:pt x="7236" y="241"/>
                  </a:lnTo>
                  <a:cubicBezTo>
                    <a:pt x="6816" y="0"/>
                    <a:pt x="6335" y="0"/>
                    <a:pt x="5915" y="241"/>
                  </a:cubicBezTo>
                  <a:lnTo>
                    <a:pt x="340" y="3408"/>
                  </a:lnTo>
                  <a:cubicBezTo>
                    <a:pt x="126" y="3533"/>
                    <a:pt x="1" y="3738"/>
                    <a:pt x="1" y="3988"/>
                  </a:cubicBezTo>
                  <a:cubicBezTo>
                    <a:pt x="1" y="4238"/>
                    <a:pt x="126" y="4443"/>
                    <a:pt x="340" y="4568"/>
                  </a:cubicBezTo>
                  <a:lnTo>
                    <a:pt x="5897" y="7735"/>
                  </a:lnTo>
                  <a:cubicBezTo>
                    <a:pt x="6317" y="7975"/>
                    <a:pt x="6798" y="7975"/>
                    <a:pt x="7218" y="7735"/>
                  </a:cubicBezTo>
                  <a:lnTo>
                    <a:pt x="12784" y="4559"/>
                  </a:lnTo>
                  <a:cubicBezTo>
                    <a:pt x="12999" y="4443"/>
                    <a:pt x="13123" y="4229"/>
                    <a:pt x="13123" y="3988"/>
                  </a:cubicBezTo>
                  <a:cubicBezTo>
                    <a:pt x="13123" y="3738"/>
                    <a:pt x="12999" y="3524"/>
                    <a:pt x="12784" y="340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31"/>
            <p:cNvSpPr/>
            <p:nvPr/>
          </p:nvSpPr>
          <p:spPr>
            <a:xfrm>
              <a:off x="2935469" y="4262026"/>
              <a:ext cx="652099" cy="396288"/>
            </a:xfrm>
            <a:custGeom>
              <a:avLst/>
              <a:gdLst/>
              <a:ahLst/>
              <a:cxnLst/>
              <a:rect l="l" t="t" r="r" b="b"/>
              <a:pathLst>
                <a:path w="13124" h="7976" extrusionOk="0">
                  <a:moveTo>
                    <a:pt x="12784" y="3408"/>
                  </a:moveTo>
                  <a:lnTo>
                    <a:pt x="7236" y="241"/>
                  </a:lnTo>
                  <a:cubicBezTo>
                    <a:pt x="6816" y="0"/>
                    <a:pt x="6335" y="0"/>
                    <a:pt x="5915" y="241"/>
                  </a:cubicBezTo>
                  <a:lnTo>
                    <a:pt x="340" y="3408"/>
                  </a:lnTo>
                  <a:cubicBezTo>
                    <a:pt x="126" y="3533"/>
                    <a:pt x="1" y="3738"/>
                    <a:pt x="1" y="3988"/>
                  </a:cubicBezTo>
                  <a:cubicBezTo>
                    <a:pt x="1" y="4238"/>
                    <a:pt x="126" y="4443"/>
                    <a:pt x="340" y="4568"/>
                  </a:cubicBezTo>
                  <a:lnTo>
                    <a:pt x="5897" y="7735"/>
                  </a:lnTo>
                  <a:cubicBezTo>
                    <a:pt x="6317" y="7976"/>
                    <a:pt x="6798" y="7976"/>
                    <a:pt x="7218" y="7735"/>
                  </a:cubicBezTo>
                  <a:lnTo>
                    <a:pt x="12784" y="4559"/>
                  </a:lnTo>
                  <a:cubicBezTo>
                    <a:pt x="12999" y="4443"/>
                    <a:pt x="13123" y="4229"/>
                    <a:pt x="13123" y="3988"/>
                  </a:cubicBezTo>
                  <a:cubicBezTo>
                    <a:pt x="13123" y="3738"/>
                    <a:pt x="12999" y="3524"/>
                    <a:pt x="12784" y="340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31"/>
            <p:cNvSpPr/>
            <p:nvPr/>
          </p:nvSpPr>
          <p:spPr>
            <a:xfrm>
              <a:off x="2943021" y="4266000"/>
              <a:ext cx="636994" cy="379444"/>
            </a:xfrm>
            <a:custGeom>
              <a:avLst/>
              <a:gdLst/>
              <a:ahLst/>
              <a:cxnLst/>
              <a:rect l="l" t="t" r="r" b="b"/>
              <a:pathLst>
                <a:path w="12820" h="7637" extrusionOk="0">
                  <a:moveTo>
                    <a:pt x="12490" y="3328"/>
                  </a:moveTo>
                  <a:lnTo>
                    <a:pt x="7066" y="232"/>
                  </a:lnTo>
                  <a:cubicBezTo>
                    <a:pt x="6655" y="0"/>
                    <a:pt x="6191" y="0"/>
                    <a:pt x="5781" y="232"/>
                  </a:cubicBezTo>
                  <a:lnTo>
                    <a:pt x="330" y="3328"/>
                  </a:lnTo>
                  <a:cubicBezTo>
                    <a:pt x="125" y="3453"/>
                    <a:pt x="0" y="3658"/>
                    <a:pt x="0" y="3899"/>
                  </a:cubicBezTo>
                  <a:cubicBezTo>
                    <a:pt x="0" y="4140"/>
                    <a:pt x="125" y="4345"/>
                    <a:pt x="330" y="4461"/>
                  </a:cubicBezTo>
                  <a:cubicBezTo>
                    <a:pt x="5603" y="7467"/>
                    <a:pt x="6905" y="7637"/>
                    <a:pt x="12490" y="4461"/>
                  </a:cubicBezTo>
                  <a:cubicBezTo>
                    <a:pt x="12704" y="4336"/>
                    <a:pt x="12820" y="4131"/>
                    <a:pt x="12820" y="3890"/>
                  </a:cubicBezTo>
                  <a:cubicBezTo>
                    <a:pt x="12820" y="3649"/>
                    <a:pt x="12704" y="3444"/>
                    <a:pt x="12490" y="332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31"/>
            <p:cNvSpPr/>
            <p:nvPr/>
          </p:nvSpPr>
          <p:spPr>
            <a:xfrm>
              <a:off x="3034345" y="3945525"/>
              <a:ext cx="455237" cy="617485"/>
            </a:xfrm>
            <a:custGeom>
              <a:avLst/>
              <a:gdLst/>
              <a:ahLst/>
              <a:cxnLst/>
              <a:rect l="l" t="t" r="r" b="b"/>
              <a:pathLst>
                <a:path w="9162" h="12428" extrusionOk="0">
                  <a:moveTo>
                    <a:pt x="143" y="9403"/>
                  </a:moveTo>
                  <a:cubicBezTo>
                    <a:pt x="107" y="9475"/>
                    <a:pt x="80" y="9564"/>
                    <a:pt x="54" y="9644"/>
                  </a:cubicBezTo>
                  <a:lnTo>
                    <a:pt x="0" y="9778"/>
                  </a:lnTo>
                  <a:lnTo>
                    <a:pt x="27" y="9778"/>
                  </a:lnTo>
                  <a:cubicBezTo>
                    <a:pt x="9" y="9849"/>
                    <a:pt x="0" y="9921"/>
                    <a:pt x="0" y="10001"/>
                  </a:cubicBezTo>
                  <a:cubicBezTo>
                    <a:pt x="0" y="11339"/>
                    <a:pt x="2052" y="12428"/>
                    <a:pt x="4585" y="12428"/>
                  </a:cubicBezTo>
                  <a:cubicBezTo>
                    <a:pt x="7110" y="12428"/>
                    <a:pt x="9162" y="11339"/>
                    <a:pt x="9162" y="10001"/>
                  </a:cubicBezTo>
                  <a:cubicBezTo>
                    <a:pt x="9162" y="9921"/>
                    <a:pt x="9153" y="9849"/>
                    <a:pt x="9135" y="9778"/>
                  </a:cubicBezTo>
                  <a:lnTo>
                    <a:pt x="9162" y="9778"/>
                  </a:lnTo>
                  <a:lnTo>
                    <a:pt x="9108" y="9644"/>
                  </a:lnTo>
                  <a:cubicBezTo>
                    <a:pt x="9082" y="9564"/>
                    <a:pt x="9055" y="9484"/>
                    <a:pt x="9019" y="9403"/>
                  </a:cubicBezTo>
                  <a:lnTo>
                    <a:pt x="5808" y="911"/>
                  </a:lnTo>
                  <a:cubicBezTo>
                    <a:pt x="5594" y="349"/>
                    <a:pt x="5130" y="1"/>
                    <a:pt x="4585" y="1"/>
                  </a:cubicBezTo>
                  <a:cubicBezTo>
                    <a:pt x="4032" y="1"/>
                    <a:pt x="3568" y="349"/>
                    <a:pt x="3354" y="91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31"/>
            <p:cNvSpPr/>
            <p:nvPr/>
          </p:nvSpPr>
          <p:spPr>
            <a:xfrm>
              <a:off x="3021800" y="4370350"/>
              <a:ext cx="491409" cy="195053"/>
            </a:xfrm>
            <a:custGeom>
              <a:avLst/>
              <a:gdLst/>
              <a:ahLst/>
              <a:cxnLst/>
              <a:rect l="l" t="t" r="r" b="b"/>
              <a:pathLst>
                <a:path w="9635" h="3926" extrusionOk="0">
                  <a:moveTo>
                    <a:pt x="607" y="0"/>
                  </a:moveTo>
                  <a:cubicBezTo>
                    <a:pt x="446" y="429"/>
                    <a:pt x="286" y="848"/>
                    <a:pt x="125" y="1276"/>
                  </a:cubicBezTo>
                  <a:cubicBezTo>
                    <a:pt x="0" y="3033"/>
                    <a:pt x="2650" y="3926"/>
                    <a:pt x="4710" y="3926"/>
                  </a:cubicBezTo>
                  <a:cubicBezTo>
                    <a:pt x="5933" y="3926"/>
                    <a:pt x="9635" y="3355"/>
                    <a:pt x="9260" y="1276"/>
                  </a:cubicBezTo>
                  <a:cubicBezTo>
                    <a:pt x="9287" y="1276"/>
                    <a:pt x="8850" y="125"/>
                    <a:pt x="8805" y="0"/>
                  </a:cubicBezTo>
                  <a:cubicBezTo>
                    <a:pt x="8234" y="1026"/>
                    <a:pt x="6566" y="1660"/>
                    <a:pt x="4710" y="1660"/>
                  </a:cubicBezTo>
                  <a:cubicBezTo>
                    <a:pt x="2846" y="1660"/>
                    <a:pt x="1169" y="999"/>
                    <a:pt x="607" y="0"/>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31"/>
            <p:cNvSpPr/>
            <p:nvPr/>
          </p:nvSpPr>
          <p:spPr>
            <a:xfrm>
              <a:off x="3099037" y="4164045"/>
              <a:ext cx="324956" cy="179562"/>
            </a:xfrm>
            <a:custGeom>
              <a:avLst/>
              <a:gdLst/>
              <a:ahLst/>
              <a:cxnLst/>
              <a:rect l="l" t="t" r="r" b="b"/>
              <a:pathLst>
                <a:path w="6540" h="3614" extrusionOk="0">
                  <a:moveTo>
                    <a:pt x="0" y="1937"/>
                  </a:moveTo>
                  <a:cubicBezTo>
                    <a:pt x="295" y="2998"/>
                    <a:pt x="1624" y="3614"/>
                    <a:pt x="3283" y="3614"/>
                  </a:cubicBezTo>
                  <a:cubicBezTo>
                    <a:pt x="4934" y="3614"/>
                    <a:pt x="6388" y="2945"/>
                    <a:pt x="6540" y="1892"/>
                  </a:cubicBezTo>
                  <a:lnTo>
                    <a:pt x="5826" y="1"/>
                  </a:lnTo>
                  <a:cubicBezTo>
                    <a:pt x="5648" y="679"/>
                    <a:pt x="4639" y="1348"/>
                    <a:pt x="3283" y="1348"/>
                  </a:cubicBezTo>
                  <a:cubicBezTo>
                    <a:pt x="1919" y="1348"/>
                    <a:pt x="964" y="821"/>
                    <a:pt x="714" y="45"/>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31"/>
            <p:cNvSpPr/>
            <p:nvPr/>
          </p:nvSpPr>
          <p:spPr>
            <a:xfrm>
              <a:off x="3169940" y="3945525"/>
              <a:ext cx="184042" cy="169823"/>
            </a:xfrm>
            <a:custGeom>
              <a:avLst/>
              <a:gdLst/>
              <a:ahLst/>
              <a:cxnLst/>
              <a:rect l="l" t="t" r="r" b="b"/>
              <a:pathLst>
                <a:path w="3704" h="3418" extrusionOk="0">
                  <a:moveTo>
                    <a:pt x="1" y="2561"/>
                  </a:moveTo>
                  <a:cubicBezTo>
                    <a:pt x="197" y="3132"/>
                    <a:pt x="1107" y="3417"/>
                    <a:pt x="1856" y="3417"/>
                  </a:cubicBezTo>
                  <a:cubicBezTo>
                    <a:pt x="2597" y="3417"/>
                    <a:pt x="3551" y="3096"/>
                    <a:pt x="3703" y="2561"/>
                  </a:cubicBezTo>
                  <a:lnTo>
                    <a:pt x="3079" y="911"/>
                  </a:lnTo>
                  <a:cubicBezTo>
                    <a:pt x="2865" y="349"/>
                    <a:pt x="2401" y="1"/>
                    <a:pt x="1856" y="1"/>
                  </a:cubicBezTo>
                  <a:cubicBezTo>
                    <a:pt x="1303" y="1"/>
                    <a:pt x="839" y="349"/>
                    <a:pt x="625" y="91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1" name="Google Shape;171;p31"/>
          <p:cNvGrpSpPr/>
          <p:nvPr/>
        </p:nvGrpSpPr>
        <p:grpSpPr>
          <a:xfrm>
            <a:off x="5533399" y="4135524"/>
            <a:ext cx="1041993" cy="1141205"/>
            <a:chOff x="2914650" y="3945525"/>
            <a:chExt cx="693737" cy="759791"/>
          </a:xfrm>
        </p:grpSpPr>
        <p:sp>
          <p:nvSpPr>
            <p:cNvPr id="172" name="Google Shape;172;p31"/>
            <p:cNvSpPr/>
            <p:nvPr/>
          </p:nvSpPr>
          <p:spPr>
            <a:xfrm>
              <a:off x="2914650" y="4283291"/>
              <a:ext cx="693737" cy="422024"/>
            </a:xfrm>
            <a:custGeom>
              <a:avLst/>
              <a:gdLst/>
              <a:ahLst/>
              <a:cxnLst/>
              <a:rect l="l" t="t" r="r" b="b"/>
              <a:pathLst>
                <a:path w="13962" h="8494" extrusionOk="0">
                  <a:moveTo>
                    <a:pt x="13605" y="3622"/>
                  </a:moveTo>
                  <a:lnTo>
                    <a:pt x="7699" y="259"/>
                  </a:lnTo>
                  <a:cubicBezTo>
                    <a:pt x="7253" y="0"/>
                    <a:pt x="6745" y="0"/>
                    <a:pt x="6299" y="259"/>
                  </a:cubicBezTo>
                  <a:lnTo>
                    <a:pt x="357" y="3631"/>
                  </a:lnTo>
                  <a:cubicBezTo>
                    <a:pt x="134" y="3756"/>
                    <a:pt x="0" y="3979"/>
                    <a:pt x="0" y="4247"/>
                  </a:cubicBezTo>
                  <a:cubicBezTo>
                    <a:pt x="0" y="4506"/>
                    <a:pt x="134" y="4729"/>
                    <a:pt x="357" y="4862"/>
                  </a:cubicBezTo>
                  <a:lnTo>
                    <a:pt x="6281" y="8234"/>
                  </a:lnTo>
                  <a:cubicBezTo>
                    <a:pt x="6727" y="8493"/>
                    <a:pt x="7235" y="8493"/>
                    <a:pt x="7681" y="8234"/>
                  </a:cubicBezTo>
                  <a:lnTo>
                    <a:pt x="13605" y="4853"/>
                  </a:lnTo>
                  <a:cubicBezTo>
                    <a:pt x="13828" y="4729"/>
                    <a:pt x="13962" y="4506"/>
                    <a:pt x="13962" y="4238"/>
                  </a:cubicBezTo>
                  <a:cubicBezTo>
                    <a:pt x="13962" y="3979"/>
                    <a:pt x="13828" y="3756"/>
                    <a:pt x="13605" y="362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31"/>
            <p:cNvSpPr/>
            <p:nvPr/>
          </p:nvSpPr>
          <p:spPr>
            <a:xfrm>
              <a:off x="2935469" y="4279763"/>
              <a:ext cx="652099" cy="396288"/>
            </a:xfrm>
            <a:custGeom>
              <a:avLst/>
              <a:gdLst/>
              <a:ahLst/>
              <a:cxnLst/>
              <a:rect l="l" t="t" r="r" b="b"/>
              <a:pathLst>
                <a:path w="13124" h="7976" extrusionOk="0">
                  <a:moveTo>
                    <a:pt x="12784" y="3408"/>
                  </a:moveTo>
                  <a:lnTo>
                    <a:pt x="7236" y="241"/>
                  </a:lnTo>
                  <a:cubicBezTo>
                    <a:pt x="6816" y="0"/>
                    <a:pt x="6335" y="0"/>
                    <a:pt x="5915" y="241"/>
                  </a:cubicBezTo>
                  <a:lnTo>
                    <a:pt x="340" y="3408"/>
                  </a:lnTo>
                  <a:cubicBezTo>
                    <a:pt x="126" y="3533"/>
                    <a:pt x="1" y="3738"/>
                    <a:pt x="1" y="3988"/>
                  </a:cubicBezTo>
                  <a:cubicBezTo>
                    <a:pt x="1" y="4238"/>
                    <a:pt x="126" y="4443"/>
                    <a:pt x="340" y="4568"/>
                  </a:cubicBezTo>
                  <a:lnTo>
                    <a:pt x="5897" y="7735"/>
                  </a:lnTo>
                  <a:cubicBezTo>
                    <a:pt x="6317" y="7975"/>
                    <a:pt x="6798" y="7975"/>
                    <a:pt x="7218" y="7735"/>
                  </a:cubicBezTo>
                  <a:lnTo>
                    <a:pt x="12784" y="4559"/>
                  </a:lnTo>
                  <a:cubicBezTo>
                    <a:pt x="12999" y="4443"/>
                    <a:pt x="13123" y="4229"/>
                    <a:pt x="13123" y="3988"/>
                  </a:cubicBezTo>
                  <a:cubicBezTo>
                    <a:pt x="13123" y="3738"/>
                    <a:pt x="12999" y="3524"/>
                    <a:pt x="12784" y="340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31"/>
            <p:cNvSpPr/>
            <p:nvPr/>
          </p:nvSpPr>
          <p:spPr>
            <a:xfrm>
              <a:off x="2935469" y="4262026"/>
              <a:ext cx="652099" cy="396288"/>
            </a:xfrm>
            <a:custGeom>
              <a:avLst/>
              <a:gdLst/>
              <a:ahLst/>
              <a:cxnLst/>
              <a:rect l="l" t="t" r="r" b="b"/>
              <a:pathLst>
                <a:path w="13124" h="7976" extrusionOk="0">
                  <a:moveTo>
                    <a:pt x="12784" y="3408"/>
                  </a:moveTo>
                  <a:lnTo>
                    <a:pt x="7236" y="241"/>
                  </a:lnTo>
                  <a:cubicBezTo>
                    <a:pt x="6816" y="0"/>
                    <a:pt x="6335" y="0"/>
                    <a:pt x="5915" y="241"/>
                  </a:cubicBezTo>
                  <a:lnTo>
                    <a:pt x="340" y="3408"/>
                  </a:lnTo>
                  <a:cubicBezTo>
                    <a:pt x="126" y="3533"/>
                    <a:pt x="1" y="3738"/>
                    <a:pt x="1" y="3988"/>
                  </a:cubicBezTo>
                  <a:cubicBezTo>
                    <a:pt x="1" y="4238"/>
                    <a:pt x="126" y="4443"/>
                    <a:pt x="340" y="4568"/>
                  </a:cubicBezTo>
                  <a:lnTo>
                    <a:pt x="5897" y="7735"/>
                  </a:lnTo>
                  <a:cubicBezTo>
                    <a:pt x="6317" y="7976"/>
                    <a:pt x="6798" y="7976"/>
                    <a:pt x="7218" y="7735"/>
                  </a:cubicBezTo>
                  <a:lnTo>
                    <a:pt x="12784" y="4559"/>
                  </a:lnTo>
                  <a:cubicBezTo>
                    <a:pt x="12999" y="4443"/>
                    <a:pt x="13123" y="4229"/>
                    <a:pt x="13123" y="3988"/>
                  </a:cubicBezTo>
                  <a:cubicBezTo>
                    <a:pt x="13123" y="3738"/>
                    <a:pt x="12999" y="3524"/>
                    <a:pt x="12784" y="340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31"/>
            <p:cNvSpPr/>
            <p:nvPr/>
          </p:nvSpPr>
          <p:spPr>
            <a:xfrm>
              <a:off x="2943021" y="4266000"/>
              <a:ext cx="636994" cy="379444"/>
            </a:xfrm>
            <a:custGeom>
              <a:avLst/>
              <a:gdLst/>
              <a:ahLst/>
              <a:cxnLst/>
              <a:rect l="l" t="t" r="r" b="b"/>
              <a:pathLst>
                <a:path w="12820" h="7637" extrusionOk="0">
                  <a:moveTo>
                    <a:pt x="12490" y="3328"/>
                  </a:moveTo>
                  <a:lnTo>
                    <a:pt x="7066" y="232"/>
                  </a:lnTo>
                  <a:cubicBezTo>
                    <a:pt x="6655" y="0"/>
                    <a:pt x="6191" y="0"/>
                    <a:pt x="5781" y="232"/>
                  </a:cubicBezTo>
                  <a:lnTo>
                    <a:pt x="330" y="3328"/>
                  </a:lnTo>
                  <a:cubicBezTo>
                    <a:pt x="125" y="3453"/>
                    <a:pt x="0" y="3658"/>
                    <a:pt x="0" y="3899"/>
                  </a:cubicBezTo>
                  <a:cubicBezTo>
                    <a:pt x="0" y="4140"/>
                    <a:pt x="125" y="4345"/>
                    <a:pt x="330" y="4461"/>
                  </a:cubicBezTo>
                  <a:cubicBezTo>
                    <a:pt x="5603" y="7467"/>
                    <a:pt x="6905" y="7637"/>
                    <a:pt x="12490" y="4461"/>
                  </a:cubicBezTo>
                  <a:cubicBezTo>
                    <a:pt x="12704" y="4336"/>
                    <a:pt x="12820" y="4131"/>
                    <a:pt x="12820" y="3890"/>
                  </a:cubicBezTo>
                  <a:cubicBezTo>
                    <a:pt x="12820" y="3649"/>
                    <a:pt x="12704" y="3444"/>
                    <a:pt x="12490" y="332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31"/>
            <p:cNvSpPr/>
            <p:nvPr/>
          </p:nvSpPr>
          <p:spPr>
            <a:xfrm>
              <a:off x="3034345" y="3945525"/>
              <a:ext cx="455237" cy="617485"/>
            </a:xfrm>
            <a:custGeom>
              <a:avLst/>
              <a:gdLst/>
              <a:ahLst/>
              <a:cxnLst/>
              <a:rect l="l" t="t" r="r" b="b"/>
              <a:pathLst>
                <a:path w="9162" h="12428" extrusionOk="0">
                  <a:moveTo>
                    <a:pt x="143" y="9403"/>
                  </a:moveTo>
                  <a:cubicBezTo>
                    <a:pt x="107" y="9475"/>
                    <a:pt x="80" y="9564"/>
                    <a:pt x="54" y="9644"/>
                  </a:cubicBezTo>
                  <a:lnTo>
                    <a:pt x="0" y="9778"/>
                  </a:lnTo>
                  <a:lnTo>
                    <a:pt x="27" y="9778"/>
                  </a:lnTo>
                  <a:cubicBezTo>
                    <a:pt x="9" y="9849"/>
                    <a:pt x="0" y="9921"/>
                    <a:pt x="0" y="10001"/>
                  </a:cubicBezTo>
                  <a:cubicBezTo>
                    <a:pt x="0" y="11339"/>
                    <a:pt x="2052" y="12428"/>
                    <a:pt x="4585" y="12428"/>
                  </a:cubicBezTo>
                  <a:cubicBezTo>
                    <a:pt x="7110" y="12428"/>
                    <a:pt x="9162" y="11339"/>
                    <a:pt x="9162" y="10001"/>
                  </a:cubicBezTo>
                  <a:cubicBezTo>
                    <a:pt x="9162" y="9921"/>
                    <a:pt x="9153" y="9849"/>
                    <a:pt x="9135" y="9778"/>
                  </a:cubicBezTo>
                  <a:lnTo>
                    <a:pt x="9162" y="9778"/>
                  </a:lnTo>
                  <a:lnTo>
                    <a:pt x="9108" y="9644"/>
                  </a:lnTo>
                  <a:cubicBezTo>
                    <a:pt x="9082" y="9564"/>
                    <a:pt x="9055" y="9484"/>
                    <a:pt x="9019" y="9403"/>
                  </a:cubicBezTo>
                  <a:lnTo>
                    <a:pt x="5808" y="911"/>
                  </a:lnTo>
                  <a:cubicBezTo>
                    <a:pt x="5594" y="349"/>
                    <a:pt x="5130" y="1"/>
                    <a:pt x="4585" y="1"/>
                  </a:cubicBezTo>
                  <a:cubicBezTo>
                    <a:pt x="4032" y="1"/>
                    <a:pt x="3568" y="349"/>
                    <a:pt x="3354" y="91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31"/>
            <p:cNvSpPr/>
            <p:nvPr/>
          </p:nvSpPr>
          <p:spPr>
            <a:xfrm>
              <a:off x="3021800" y="4370350"/>
              <a:ext cx="491409" cy="195053"/>
            </a:xfrm>
            <a:custGeom>
              <a:avLst/>
              <a:gdLst/>
              <a:ahLst/>
              <a:cxnLst/>
              <a:rect l="l" t="t" r="r" b="b"/>
              <a:pathLst>
                <a:path w="9635" h="3926" extrusionOk="0">
                  <a:moveTo>
                    <a:pt x="607" y="0"/>
                  </a:moveTo>
                  <a:cubicBezTo>
                    <a:pt x="446" y="429"/>
                    <a:pt x="286" y="848"/>
                    <a:pt x="125" y="1276"/>
                  </a:cubicBezTo>
                  <a:cubicBezTo>
                    <a:pt x="0" y="3033"/>
                    <a:pt x="2650" y="3926"/>
                    <a:pt x="4710" y="3926"/>
                  </a:cubicBezTo>
                  <a:cubicBezTo>
                    <a:pt x="5933" y="3926"/>
                    <a:pt x="9635" y="3355"/>
                    <a:pt x="9260" y="1276"/>
                  </a:cubicBezTo>
                  <a:cubicBezTo>
                    <a:pt x="9287" y="1276"/>
                    <a:pt x="8850" y="125"/>
                    <a:pt x="8805" y="0"/>
                  </a:cubicBezTo>
                  <a:cubicBezTo>
                    <a:pt x="8234" y="1026"/>
                    <a:pt x="6566" y="1660"/>
                    <a:pt x="4710" y="1660"/>
                  </a:cubicBezTo>
                  <a:cubicBezTo>
                    <a:pt x="2846" y="1660"/>
                    <a:pt x="1169" y="999"/>
                    <a:pt x="607" y="0"/>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31"/>
            <p:cNvSpPr/>
            <p:nvPr/>
          </p:nvSpPr>
          <p:spPr>
            <a:xfrm>
              <a:off x="3099037" y="4164045"/>
              <a:ext cx="324956" cy="179562"/>
            </a:xfrm>
            <a:custGeom>
              <a:avLst/>
              <a:gdLst/>
              <a:ahLst/>
              <a:cxnLst/>
              <a:rect l="l" t="t" r="r" b="b"/>
              <a:pathLst>
                <a:path w="6540" h="3614" extrusionOk="0">
                  <a:moveTo>
                    <a:pt x="0" y="1937"/>
                  </a:moveTo>
                  <a:cubicBezTo>
                    <a:pt x="295" y="2998"/>
                    <a:pt x="1624" y="3614"/>
                    <a:pt x="3283" y="3614"/>
                  </a:cubicBezTo>
                  <a:cubicBezTo>
                    <a:pt x="4934" y="3614"/>
                    <a:pt x="6388" y="2945"/>
                    <a:pt x="6540" y="1892"/>
                  </a:cubicBezTo>
                  <a:lnTo>
                    <a:pt x="5826" y="1"/>
                  </a:lnTo>
                  <a:cubicBezTo>
                    <a:pt x="5648" y="679"/>
                    <a:pt x="4639" y="1348"/>
                    <a:pt x="3283" y="1348"/>
                  </a:cubicBezTo>
                  <a:cubicBezTo>
                    <a:pt x="1919" y="1348"/>
                    <a:pt x="964" y="821"/>
                    <a:pt x="714" y="45"/>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31"/>
            <p:cNvSpPr/>
            <p:nvPr/>
          </p:nvSpPr>
          <p:spPr>
            <a:xfrm>
              <a:off x="3169940" y="3945525"/>
              <a:ext cx="184042" cy="169823"/>
            </a:xfrm>
            <a:custGeom>
              <a:avLst/>
              <a:gdLst/>
              <a:ahLst/>
              <a:cxnLst/>
              <a:rect l="l" t="t" r="r" b="b"/>
              <a:pathLst>
                <a:path w="3704" h="3418" extrusionOk="0">
                  <a:moveTo>
                    <a:pt x="1" y="2561"/>
                  </a:moveTo>
                  <a:cubicBezTo>
                    <a:pt x="197" y="3132"/>
                    <a:pt x="1107" y="3417"/>
                    <a:pt x="1856" y="3417"/>
                  </a:cubicBezTo>
                  <a:cubicBezTo>
                    <a:pt x="2597" y="3417"/>
                    <a:pt x="3551" y="3096"/>
                    <a:pt x="3703" y="2561"/>
                  </a:cubicBezTo>
                  <a:lnTo>
                    <a:pt x="3079" y="911"/>
                  </a:lnTo>
                  <a:cubicBezTo>
                    <a:pt x="2865" y="349"/>
                    <a:pt x="2401" y="1"/>
                    <a:pt x="1856" y="1"/>
                  </a:cubicBezTo>
                  <a:cubicBezTo>
                    <a:pt x="1303" y="1"/>
                    <a:pt x="839" y="349"/>
                    <a:pt x="625" y="91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0" name="Google Shape;180;p31"/>
          <p:cNvGrpSpPr/>
          <p:nvPr/>
        </p:nvGrpSpPr>
        <p:grpSpPr>
          <a:xfrm>
            <a:off x="-396183" y="4135524"/>
            <a:ext cx="1041993" cy="1141205"/>
            <a:chOff x="2914650" y="3945525"/>
            <a:chExt cx="693737" cy="759791"/>
          </a:xfrm>
        </p:grpSpPr>
        <p:sp>
          <p:nvSpPr>
            <p:cNvPr id="181" name="Google Shape;181;p31"/>
            <p:cNvSpPr/>
            <p:nvPr/>
          </p:nvSpPr>
          <p:spPr>
            <a:xfrm>
              <a:off x="2914650" y="4283291"/>
              <a:ext cx="693737" cy="422024"/>
            </a:xfrm>
            <a:custGeom>
              <a:avLst/>
              <a:gdLst/>
              <a:ahLst/>
              <a:cxnLst/>
              <a:rect l="l" t="t" r="r" b="b"/>
              <a:pathLst>
                <a:path w="13962" h="8494" extrusionOk="0">
                  <a:moveTo>
                    <a:pt x="13605" y="3622"/>
                  </a:moveTo>
                  <a:lnTo>
                    <a:pt x="7699" y="259"/>
                  </a:lnTo>
                  <a:cubicBezTo>
                    <a:pt x="7253" y="0"/>
                    <a:pt x="6745" y="0"/>
                    <a:pt x="6299" y="259"/>
                  </a:cubicBezTo>
                  <a:lnTo>
                    <a:pt x="357" y="3631"/>
                  </a:lnTo>
                  <a:cubicBezTo>
                    <a:pt x="134" y="3756"/>
                    <a:pt x="0" y="3979"/>
                    <a:pt x="0" y="4247"/>
                  </a:cubicBezTo>
                  <a:cubicBezTo>
                    <a:pt x="0" y="4506"/>
                    <a:pt x="134" y="4729"/>
                    <a:pt x="357" y="4862"/>
                  </a:cubicBezTo>
                  <a:lnTo>
                    <a:pt x="6281" y="8234"/>
                  </a:lnTo>
                  <a:cubicBezTo>
                    <a:pt x="6727" y="8493"/>
                    <a:pt x="7235" y="8493"/>
                    <a:pt x="7681" y="8234"/>
                  </a:cubicBezTo>
                  <a:lnTo>
                    <a:pt x="13605" y="4853"/>
                  </a:lnTo>
                  <a:cubicBezTo>
                    <a:pt x="13828" y="4729"/>
                    <a:pt x="13962" y="4506"/>
                    <a:pt x="13962" y="4238"/>
                  </a:cubicBezTo>
                  <a:cubicBezTo>
                    <a:pt x="13962" y="3979"/>
                    <a:pt x="13828" y="3756"/>
                    <a:pt x="13605" y="362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31"/>
            <p:cNvSpPr/>
            <p:nvPr/>
          </p:nvSpPr>
          <p:spPr>
            <a:xfrm>
              <a:off x="2935469" y="4279763"/>
              <a:ext cx="652099" cy="396288"/>
            </a:xfrm>
            <a:custGeom>
              <a:avLst/>
              <a:gdLst/>
              <a:ahLst/>
              <a:cxnLst/>
              <a:rect l="l" t="t" r="r" b="b"/>
              <a:pathLst>
                <a:path w="13124" h="7976" extrusionOk="0">
                  <a:moveTo>
                    <a:pt x="12784" y="3408"/>
                  </a:moveTo>
                  <a:lnTo>
                    <a:pt x="7236" y="241"/>
                  </a:lnTo>
                  <a:cubicBezTo>
                    <a:pt x="6816" y="0"/>
                    <a:pt x="6335" y="0"/>
                    <a:pt x="5915" y="241"/>
                  </a:cubicBezTo>
                  <a:lnTo>
                    <a:pt x="340" y="3408"/>
                  </a:lnTo>
                  <a:cubicBezTo>
                    <a:pt x="126" y="3533"/>
                    <a:pt x="1" y="3738"/>
                    <a:pt x="1" y="3988"/>
                  </a:cubicBezTo>
                  <a:cubicBezTo>
                    <a:pt x="1" y="4238"/>
                    <a:pt x="126" y="4443"/>
                    <a:pt x="340" y="4568"/>
                  </a:cubicBezTo>
                  <a:lnTo>
                    <a:pt x="5897" y="7735"/>
                  </a:lnTo>
                  <a:cubicBezTo>
                    <a:pt x="6317" y="7975"/>
                    <a:pt x="6798" y="7975"/>
                    <a:pt x="7218" y="7735"/>
                  </a:cubicBezTo>
                  <a:lnTo>
                    <a:pt x="12784" y="4559"/>
                  </a:lnTo>
                  <a:cubicBezTo>
                    <a:pt x="12999" y="4443"/>
                    <a:pt x="13123" y="4229"/>
                    <a:pt x="13123" y="3988"/>
                  </a:cubicBezTo>
                  <a:cubicBezTo>
                    <a:pt x="13123" y="3738"/>
                    <a:pt x="12999" y="3524"/>
                    <a:pt x="12784" y="340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31"/>
            <p:cNvSpPr/>
            <p:nvPr/>
          </p:nvSpPr>
          <p:spPr>
            <a:xfrm>
              <a:off x="2935469" y="4262026"/>
              <a:ext cx="652099" cy="396288"/>
            </a:xfrm>
            <a:custGeom>
              <a:avLst/>
              <a:gdLst/>
              <a:ahLst/>
              <a:cxnLst/>
              <a:rect l="l" t="t" r="r" b="b"/>
              <a:pathLst>
                <a:path w="13124" h="7976" extrusionOk="0">
                  <a:moveTo>
                    <a:pt x="12784" y="3408"/>
                  </a:moveTo>
                  <a:lnTo>
                    <a:pt x="7236" y="241"/>
                  </a:lnTo>
                  <a:cubicBezTo>
                    <a:pt x="6816" y="0"/>
                    <a:pt x="6335" y="0"/>
                    <a:pt x="5915" y="241"/>
                  </a:cubicBezTo>
                  <a:lnTo>
                    <a:pt x="340" y="3408"/>
                  </a:lnTo>
                  <a:cubicBezTo>
                    <a:pt x="126" y="3533"/>
                    <a:pt x="1" y="3738"/>
                    <a:pt x="1" y="3988"/>
                  </a:cubicBezTo>
                  <a:cubicBezTo>
                    <a:pt x="1" y="4238"/>
                    <a:pt x="126" y="4443"/>
                    <a:pt x="340" y="4568"/>
                  </a:cubicBezTo>
                  <a:lnTo>
                    <a:pt x="5897" y="7735"/>
                  </a:lnTo>
                  <a:cubicBezTo>
                    <a:pt x="6317" y="7976"/>
                    <a:pt x="6798" y="7976"/>
                    <a:pt x="7218" y="7735"/>
                  </a:cubicBezTo>
                  <a:lnTo>
                    <a:pt x="12784" y="4559"/>
                  </a:lnTo>
                  <a:cubicBezTo>
                    <a:pt x="12999" y="4443"/>
                    <a:pt x="13123" y="4229"/>
                    <a:pt x="13123" y="3988"/>
                  </a:cubicBezTo>
                  <a:cubicBezTo>
                    <a:pt x="13123" y="3738"/>
                    <a:pt x="12999" y="3524"/>
                    <a:pt x="12784" y="340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31"/>
            <p:cNvSpPr/>
            <p:nvPr/>
          </p:nvSpPr>
          <p:spPr>
            <a:xfrm>
              <a:off x="2943021" y="4266000"/>
              <a:ext cx="636994" cy="379444"/>
            </a:xfrm>
            <a:custGeom>
              <a:avLst/>
              <a:gdLst/>
              <a:ahLst/>
              <a:cxnLst/>
              <a:rect l="l" t="t" r="r" b="b"/>
              <a:pathLst>
                <a:path w="12820" h="7637" extrusionOk="0">
                  <a:moveTo>
                    <a:pt x="12490" y="3328"/>
                  </a:moveTo>
                  <a:lnTo>
                    <a:pt x="7066" y="232"/>
                  </a:lnTo>
                  <a:cubicBezTo>
                    <a:pt x="6655" y="0"/>
                    <a:pt x="6191" y="0"/>
                    <a:pt x="5781" y="232"/>
                  </a:cubicBezTo>
                  <a:lnTo>
                    <a:pt x="330" y="3328"/>
                  </a:lnTo>
                  <a:cubicBezTo>
                    <a:pt x="125" y="3453"/>
                    <a:pt x="0" y="3658"/>
                    <a:pt x="0" y="3899"/>
                  </a:cubicBezTo>
                  <a:cubicBezTo>
                    <a:pt x="0" y="4140"/>
                    <a:pt x="125" y="4345"/>
                    <a:pt x="330" y="4461"/>
                  </a:cubicBezTo>
                  <a:cubicBezTo>
                    <a:pt x="5603" y="7467"/>
                    <a:pt x="6905" y="7637"/>
                    <a:pt x="12490" y="4461"/>
                  </a:cubicBezTo>
                  <a:cubicBezTo>
                    <a:pt x="12704" y="4336"/>
                    <a:pt x="12820" y="4131"/>
                    <a:pt x="12820" y="3890"/>
                  </a:cubicBezTo>
                  <a:cubicBezTo>
                    <a:pt x="12820" y="3649"/>
                    <a:pt x="12704" y="3444"/>
                    <a:pt x="12490" y="332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31"/>
            <p:cNvSpPr/>
            <p:nvPr/>
          </p:nvSpPr>
          <p:spPr>
            <a:xfrm>
              <a:off x="3034345" y="3945525"/>
              <a:ext cx="455237" cy="617485"/>
            </a:xfrm>
            <a:custGeom>
              <a:avLst/>
              <a:gdLst/>
              <a:ahLst/>
              <a:cxnLst/>
              <a:rect l="l" t="t" r="r" b="b"/>
              <a:pathLst>
                <a:path w="9162" h="12428" extrusionOk="0">
                  <a:moveTo>
                    <a:pt x="143" y="9403"/>
                  </a:moveTo>
                  <a:cubicBezTo>
                    <a:pt x="107" y="9475"/>
                    <a:pt x="80" y="9564"/>
                    <a:pt x="54" y="9644"/>
                  </a:cubicBezTo>
                  <a:lnTo>
                    <a:pt x="0" y="9778"/>
                  </a:lnTo>
                  <a:lnTo>
                    <a:pt x="27" y="9778"/>
                  </a:lnTo>
                  <a:cubicBezTo>
                    <a:pt x="9" y="9849"/>
                    <a:pt x="0" y="9921"/>
                    <a:pt x="0" y="10001"/>
                  </a:cubicBezTo>
                  <a:cubicBezTo>
                    <a:pt x="0" y="11339"/>
                    <a:pt x="2052" y="12428"/>
                    <a:pt x="4585" y="12428"/>
                  </a:cubicBezTo>
                  <a:cubicBezTo>
                    <a:pt x="7110" y="12428"/>
                    <a:pt x="9162" y="11339"/>
                    <a:pt x="9162" y="10001"/>
                  </a:cubicBezTo>
                  <a:cubicBezTo>
                    <a:pt x="9162" y="9921"/>
                    <a:pt x="9153" y="9849"/>
                    <a:pt x="9135" y="9778"/>
                  </a:cubicBezTo>
                  <a:lnTo>
                    <a:pt x="9162" y="9778"/>
                  </a:lnTo>
                  <a:lnTo>
                    <a:pt x="9108" y="9644"/>
                  </a:lnTo>
                  <a:cubicBezTo>
                    <a:pt x="9082" y="9564"/>
                    <a:pt x="9055" y="9484"/>
                    <a:pt x="9019" y="9403"/>
                  </a:cubicBezTo>
                  <a:lnTo>
                    <a:pt x="5808" y="911"/>
                  </a:lnTo>
                  <a:cubicBezTo>
                    <a:pt x="5594" y="349"/>
                    <a:pt x="5130" y="1"/>
                    <a:pt x="4585" y="1"/>
                  </a:cubicBezTo>
                  <a:cubicBezTo>
                    <a:pt x="4032" y="1"/>
                    <a:pt x="3568" y="349"/>
                    <a:pt x="3354" y="91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31"/>
            <p:cNvSpPr/>
            <p:nvPr/>
          </p:nvSpPr>
          <p:spPr>
            <a:xfrm>
              <a:off x="3021800" y="4370350"/>
              <a:ext cx="491409" cy="195053"/>
            </a:xfrm>
            <a:custGeom>
              <a:avLst/>
              <a:gdLst/>
              <a:ahLst/>
              <a:cxnLst/>
              <a:rect l="l" t="t" r="r" b="b"/>
              <a:pathLst>
                <a:path w="9635" h="3926" extrusionOk="0">
                  <a:moveTo>
                    <a:pt x="607" y="0"/>
                  </a:moveTo>
                  <a:cubicBezTo>
                    <a:pt x="446" y="429"/>
                    <a:pt x="286" y="848"/>
                    <a:pt x="125" y="1276"/>
                  </a:cubicBezTo>
                  <a:cubicBezTo>
                    <a:pt x="0" y="3033"/>
                    <a:pt x="2650" y="3926"/>
                    <a:pt x="4710" y="3926"/>
                  </a:cubicBezTo>
                  <a:cubicBezTo>
                    <a:pt x="5933" y="3926"/>
                    <a:pt x="9635" y="3355"/>
                    <a:pt x="9260" y="1276"/>
                  </a:cubicBezTo>
                  <a:cubicBezTo>
                    <a:pt x="9287" y="1276"/>
                    <a:pt x="8850" y="125"/>
                    <a:pt x="8805" y="0"/>
                  </a:cubicBezTo>
                  <a:cubicBezTo>
                    <a:pt x="8234" y="1026"/>
                    <a:pt x="6566" y="1660"/>
                    <a:pt x="4710" y="1660"/>
                  </a:cubicBezTo>
                  <a:cubicBezTo>
                    <a:pt x="2846" y="1660"/>
                    <a:pt x="1169" y="999"/>
                    <a:pt x="607" y="0"/>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31"/>
            <p:cNvSpPr/>
            <p:nvPr/>
          </p:nvSpPr>
          <p:spPr>
            <a:xfrm>
              <a:off x="3099037" y="4164045"/>
              <a:ext cx="324956" cy="179562"/>
            </a:xfrm>
            <a:custGeom>
              <a:avLst/>
              <a:gdLst/>
              <a:ahLst/>
              <a:cxnLst/>
              <a:rect l="l" t="t" r="r" b="b"/>
              <a:pathLst>
                <a:path w="6540" h="3614" extrusionOk="0">
                  <a:moveTo>
                    <a:pt x="0" y="1937"/>
                  </a:moveTo>
                  <a:cubicBezTo>
                    <a:pt x="295" y="2998"/>
                    <a:pt x="1624" y="3614"/>
                    <a:pt x="3283" y="3614"/>
                  </a:cubicBezTo>
                  <a:cubicBezTo>
                    <a:pt x="4934" y="3614"/>
                    <a:pt x="6388" y="2945"/>
                    <a:pt x="6540" y="1892"/>
                  </a:cubicBezTo>
                  <a:lnTo>
                    <a:pt x="5826" y="1"/>
                  </a:lnTo>
                  <a:cubicBezTo>
                    <a:pt x="5648" y="679"/>
                    <a:pt x="4639" y="1348"/>
                    <a:pt x="3283" y="1348"/>
                  </a:cubicBezTo>
                  <a:cubicBezTo>
                    <a:pt x="1919" y="1348"/>
                    <a:pt x="964" y="821"/>
                    <a:pt x="714" y="45"/>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31"/>
            <p:cNvSpPr/>
            <p:nvPr/>
          </p:nvSpPr>
          <p:spPr>
            <a:xfrm>
              <a:off x="3169940" y="3945525"/>
              <a:ext cx="184042" cy="169823"/>
            </a:xfrm>
            <a:custGeom>
              <a:avLst/>
              <a:gdLst/>
              <a:ahLst/>
              <a:cxnLst/>
              <a:rect l="l" t="t" r="r" b="b"/>
              <a:pathLst>
                <a:path w="3704" h="3418" extrusionOk="0">
                  <a:moveTo>
                    <a:pt x="1" y="2561"/>
                  </a:moveTo>
                  <a:cubicBezTo>
                    <a:pt x="197" y="3132"/>
                    <a:pt x="1107" y="3417"/>
                    <a:pt x="1856" y="3417"/>
                  </a:cubicBezTo>
                  <a:cubicBezTo>
                    <a:pt x="2597" y="3417"/>
                    <a:pt x="3551" y="3096"/>
                    <a:pt x="3703" y="2561"/>
                  </a:cubicBezTo>
                  <a:lnTo>
                    <a:pt x="3079" y="911"/>
                  </a:lnTo>
                  <a:cubicBezTo>
                    <a:pt x="2865" y="349"/>
                    <a:pt x="2401" y="1"/>
                    <a:pt x="1856" y="1"/>
                  </a:cubicBezTo>
                  <a:cubicBezTo>
                    <a:pt x="1303" y="1"/>
                    <a:pt x="839" y="349"/>
                    <a:pt x="625" y="91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 name="Google Shape;189;p31"/>
          <p:cNvGrpSpPr/>
          <p:nvPr/>
        </p:nvGrpSpPr>
        <p:grpSpPr>
          <a:xfrm>
            <a:off x="8498199" y="4135524"/>
            <a:ext cx="1041993" cy="1141205"/>
            <a:chOff x="2914650" y="3945525"/>
            <a:chExt cx="693737" cy="759791"/>
          </a:xfrm>
        </p:grpSpPr>
        <p:sp>
          <p:nvSpPr>
            <p:cNvPr id="190" name="Google Shape;190;p31"/>
            <p:cNvSpPr/>
            <p:nvPr/>
          </p:nvSpPr>
          <p:spPr>
            <a:xfrm>
              <a:off x="2914650" y="4283291"/>
              <a:ext cx="693737" cy="422024"/>
            </a:xfrm>
            <a:custGeom>
              <a:avLst/>
              <a:gdLst/>
              <a:ahLst/>
              <a:cxnLst/>
              <a:rect l="l" t="t" r="r" b="b"/>
              <a:pathLst>
                <a:path w="13962" h="8494" extrusionOk="0">
                  <a:moveTo>
                    <a:pt x="13605" y="3622"/>
                  </a:moveTo>
                  <a:lnTo>
                    <a:pt x="7699" y="259"/>
                  </a:lnTo>
                  <a:cubicBezTo>
                    <a:pt x="7253" y="0"/>
                    <a:pt x="6745" y="0"/>
                    <a:pt x="6299" y="259"/>
                  </a:cubicBezTo>
                  <a:lnTo>
                    <a:pt x="357" y="3631"/>
                  </a:lnTo>
                  <a:cubicBezTo>
                    <a:pt x="134" y="3756"/>
                    <a:pt x="0" y="3979"/>
                    <a:pt x="0" y="4247"/>
                  </a:cubicBezTo>
                  <a:cubicBezTo>
                    <a:pt x="0" y="4506"/>
                    <a:pt x="134" y="4729"/>
                    <a:pt x="357" y="4862"/>
                  </a:cubicBezTo>
                  <a:lnTo>
                    <a:pt x="6281" y="8234"/>
                  </a:lnTo>
                  <a:cubicBezTo>
                    <a:pt x="6727" y="8493"/>
                    <a:pt x="7235" y="8493"/>
                    <a:pt x="7681" y="8234"/>
                  </a:cubicBezTo>
                  <a:lnTo>
                    <a:pt x="13605" y="4853"/>
                  </a:lnTo>
                  <a:cubicBezTo>
                    <a:pt x="13828" y="4729"/>
                    <a:pt x="13962" y="4506"/>
                    <a:pt x="13962" y="4238"/>
                  </a:cubicBezTo>
                  <a:cubicBezTo>
                    <a:pt x="13962" y="3979"/>
                    <a:pt x="13828" y="3756"/>
                    <a:pt x="13605" y="362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31"/>
            <p:cNvSpPr/>
            <p:nvPr/>
          </p:nvSpPr>
          <p:spPr>
            <a:xfrm>
              <a:off x="2935469" y="4279763"/>
              <a:ext cx="652099" cy="396288"/>
            </a:xfrm>
            <a:custGeom>
              <a:avLst/>
              <a:gdLst/>
              <a:ahLst/>
              <a:cxnLst/>
              <a:rect l="l" t="t" r="r" b="b"/>
              <a:pathLst>
                <a:path w="13124" h="7976" extrusionOk="0">
                  <a:moveTo>
                    <a:pt x="12784" y="3408"/>
                  </a:moveTo>
                  <a:lnTo>
                    <a:pt x="7236" y="241"/>
                  </a:lnTo>
                  <a:cubicBezTo>
                    <a:pt x="6816" y="0"/>
                    <a:pt x="6335" y="0"/>
                    <a:pt x="5915" y="241"/>
                  </a:cubicBezTo>
                  <a:lnTo>
                    <a:pt x="340" y="3408"/>
                  </a:lnTo>
                  <a:cubicBezTo>
                    <a:pt x="126" y="3533"/>
                    <a:pt x="1" y="3738"/>
                    <a:pt x="1" y="3988"/>
                  </a:cubicBezTo>
                  <a:cubicBezTo>
                    <a:pt x="1" y="4238"/>
                    <a:pt x="126" y="4443"/>
                    <a:pt x="340" y="4568"/>
                  </a:cubicBezTo>
                  <a:lnTo>
                    <a:pt x="5897" y="7735"/>
                  </a:lnTo>
                  <a:cubicBezTo>
                    <a:pt x="6317" y="7975"/>
                    <a:pt x="6798" y="7975"/>
                    <a:pt x="7218" y="7735"/>
                  </a:cubicBezTo>
                  <a:lnTo>
                    <a:pt x="12784" y="4559"/>
                  </a:lnTo>
                  <a:cubicBezTo>
                    <a:pt x="12999" y="4443"/>
                    <a:pt x="13123" y="4229"/>
                    <a:pt x="13123" y="3988"/>
                  </a:cubicBezTo>
                  <a:cubicBezTo>
                    <a:pt x="13123" y="3738"/>
                    <a:pt x="12999" y="3524"/>
                    <a:pt x="12784" y="340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31"/>
            <p:cNvSpPr/>
            <p:nvPr/>
          </p:nvSpPr>
          <p:spPr>
            <a:xfrm>
              <a:off x="2935469" y="4262026"/>
              <a:ext cx="652099" cy="396288"/>
            </a:xfrm>
            <a:custGeom>
              <a:avLst/>
              <a:gdLst/>
              <a:ahLst/>
              <a:cxnLst/>
              <a:rect l="l" t="t" r="r" b="b"/>
              <a:pathLst>
                <a:path w="13124" h="7976" extrusionOk="0">
                  <a:moveTo>
                    <a:pt x="12784" y="3408"/>
                  </a:moveTo>
                  <a:lnTo>
                    <a:pt x="7236" y="241"/>
                  </a:lnTo>
                  <a:cubicBezTo>
                    <a:pt x="6816" y="0"/>
                    <a:pt x="6335" y="0"/>
                    <a:pt x="5915" y="241"/>
                  </a:cubicBezTo>
                  <a:lnTo>
                    <a:pt x="340" y="3408"/>
                  </a:lnTo>
                  <a:cubicBezTo>
                    <a:pt x="126" y="3533"/>
                    <a:pt x="1" y="3738"/>
                    <a:pt x="1" y="3988"/>
                  </a:cubicBezTo>
                  <a:cubicBezTo>
                    <a:pt x="1" y="4238"/>
                    <a:pt x="126" y="4443"/>
                    <a:pt x="340" y="4568"/>
                  </a:cubicBezTo>
                  <a:lnTo>
                    <a:pt x="5897" y="7735"/>
                  </a:lnTo>
                  <a:cubicBezTo>
                    <a:pt x="6317" y="7976"/>
                    <a:pt x="6798" y="7976"/>
                    <a:pt x="7218" y="7735"/>
                  </a:cubicBezTo>
                  <a:lnTo>
                    <a:pt x="12784" y="4559"/>
                  </a:lnTo>
                  <a:cubicBezTo>
                    <a:pt x="12999" y="4443"/>
                    <a:pt x="13123" y="4229"/>
                    <a:pt x="13123" y="3988"/>
                  </a:cubicBezTo>
                  <a:cubicBezTo>
                    <a:pt x="13123" y="3738"/>
                    <a:pt x="12999" y="3524"/>
                    <a:pt x="12784" y="340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31"/>
            <p:cNvSpPr/>
            <p:nvPr/>
          </p:nvSpPr>
          <p:spPr>
            <a:xfrm>
              <a:off x="2943021" y="4266000"/>
              <a:ext cx="636994" cy="379444"/>
            </a:xfrm>
            <a:custGeom>
              <a:avLst/>
              <a:gdLst/>
              <a:ahLst/>
              <a:cxnLst/>
              <a:rect l="l" t="t" r="r" b="b"/>
              <a:pathLst>
                <a:path w="12820" h="7637" extrusionOk="0">
                  <a:moveTo>
                    <a:pt x="12490" y="3328"/>
                  </a:moveTo>
                  <a:lnTo>
                    <a:pt x="7066" y="232"/>
                  </a:lnTo>
                  <a:cubicBezTo>
                    <a:pt x="6655" y="0"/>
                    <a:pt x="6191" y="0"/>
                    <a:pt x="5781" y="232"/>
                  </a:cubicBezTo>
                  <a:lnTo>
                    <a:pt x="330" y="3328"/>
                  </a:lnTo>
                  <a:cubicBezTo>
                    <a:pt x="125" y="3453"/>
                    <a:pt x="0" y="3658"/>
                    <a:pt x="0" y="3899"/>
                  </a:cubicBezTo>
                  <a:cubicBezTo>
                    <a:pt x="0" y="4140"/>
                    <a:pt x="125" y="4345"/>
                    <a:pt x="330" y="4461"/>
                  </a:cubicBezTo>
                  <a:cubicBezTo>
                    <a:pt x="5603" y="7467"/>
                    <a:pt x="6905" y="7637"/>
                    <a:pt x="12490" y="4461"/>
                  </a:cubicBezTo>
                  <a:cubicBezTo>
                    <a:pt x="12704" y="4336"/>
                    <a:pt x="12820" y="4131"/>
                    <a:pt x="12820" y="3890"/>
                  </a:cubicBezTo>
                  <a:cubicBezTo>
                    <a:pt x="12820" y="3649"/>
                    <a:pt x="12704" y="3444"/>
                    <a:pt x="12490" y="332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31"/>
            <p:cNvSpPr/>
            <p:nvPr/>
          </p:nvSpPr>
          <p:spPr>
            <a:xfrm>
              <a:off x="3034345" y="3945525"/>
              <a:ext cx="455237" cy="617485"/>
            </a:xfrm>
            <a:custGeom>
              <a:avLst/>
              <a:gdLst/>
              <a:ahLst/>
              <a:cxnLst/>
              <a:rect l="l" t="t" r="r" b="b"/>
              <a:pathLst>
                <a:path w="9162" h="12428" extrusionOk="0">
                  <a:moveTo>
                    <a:pt x="143" y="9403"/>
                  </a:moveTo>
                  <a:cubicBezTo>
                    <a:pt x="107" y="9475"/>
                    <a:pt x="80" y="9564"/>
                    <a:pt x="54" y="9644"/>
                  </a:cubicBezTo>
                  <a:lnTo>
                    <a:pt x="0" y="9778"/>
                  </a:lnTo>
                  <a:lnTo>
                    <a:pt x="27" y="9778"/>
                  </a:lnTo>
                  <a:cubicBezTo>
                    <a:pt x="9" y="9849"/>
                    <a:pt x="0" y="9921"/>
                    <a:pt x="0" y="10001"/>
                  </a:cubicBezTo>
                  <a:cubicBezTo>
                    <a:pt x="0" y="11339"/>
                    <a:pt x="2052" y="12428"/>
                    <a:pt x="4585" y="12428"/>
                  </a:cubicBezTo>
                  <a:cubicBezTo>
                    <a:pt x="7110" y="12428"/>
                    <a:pt x="9162" y="11339"/>
                    <a:pt x="9162" y="10001"/>
                  </a:cubicBezTo>
                  <a:cubicBezTo>
                    <a:pt x="9162" y="9921"/>
                    <a:pt x="9153" y="9849"/>
                    <a:pt x="9135" y="9778"/>
                  </a:cubicBezTo>
                  <a:lnTo>
                    <a:pt x="9162" y="9778"/>
                  </a:lnTo>
                  <a:lnTo>
                    <a:pt x="9108" y="9644"/>
                  </a:lnTo>
                  <a:cubicBezTo>
                    <a:pt x="9082" y="9564"/>
                    <a:pt x="9055" y="9484"/>
                    <a:pt x="9019" y="9403"/>
                  </a:cubicBezTo>
                  <a:lnTo>
                    <a:pt x="5808" y="911"/>
                  </a:lnTo>
                  <a:cubicBezTo>
                    <a:pt x="5594" y="349"/>
                    <a:pt x="5130" y="1"/>
                    <a:pt x="4585" y="1"/>
                  </a:cubicBezTo>
                  <a:cubicBezTo>
                    <a:pt x="4032" y="1"/>
                    <a:pt x="3568" y="349"/>
                    <a:pt x="3354" y="91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31"/>
            <p:cNvSpPr/>
            <p:nvPr/>
          </p:nvSpPr>
          <p:spPr>
            <a:xfrm>
              <a:off x="3021800" y="4370350"/>
              <a:ext cx="491409" cy="195053"/>
            </a:xfrm>
            <a:custGeom>
              <a:avLst/>
              <a:gdLst/>
              <a:ahLst/>
              <a:cxnLst/>
              <a:rect l="l" t="t" r="r" b="b"/>
              <a:pathLst>
                <a:path w="9635" h="3926" extrusionOk="0">
                  <a:moveTo>
                    <a:pt x="607" y="0"/>
                  </a:moveTo>
                  <a:cubicBezTo>
                    <a:pt x="446" y="429"/>
                    <a:pt x="286" y="848"/>
                    <a:pt x="125" y="1276"/>
                  </a:cubicBezTo>
                  <a:cubicBezTo>
                    <a:pt x="0" y="3033"/>
                    <a:pt x="2650" y="3926"/>
                    <a:pt x="4710" y="3926"/>
                  </a:cubicBezTo>
                  <a:cubicBezTo>
                    <a:pt x="5933" y="3926"/>
                    <a:pt x="9635" y="3355"/>
                    <a:pt x="9260" y="1276"/>
                  </a:cubicBezTo>
                  <a:cubicBezTo>
                    <a:pt x="9287" y="1276"/>
                    <a:pt x="8850" y="125"/>
                    <a:pt x="8805" y="0"/>
                  </a:cubicBezTo>
                  <a:cubicBezTo>
                    <a:pt x="8234" y="1026"/>
                    <a:pt x="6566" y="1660"/>
                    <a:pt x="4710" y="1660"/>
                  </a:cubicBezTo>
                  <a:cubicBezTo>
                    <a:pt x="2846" y="1660"/>
                    <a:pt x="1169" y="999"/>
                    <a:pt x="607" y="0"/>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31"/>
            <p:cNvSpPr/>
            <p:nvPr/>
          </p:nvSpPr>
          <p:spPr>
            <a:xfrm>
              <a:off x="3099037" y="4164045"/>
              <a:ext cx="324956" cy="179562"/>
            </a:xfrm>
            <a:custGeom>
              <a:avLst/>
              <a:gdLst/>
              <a:ahLst/>
              <a:cxnLst/>
              <a:rect l="l" t="t" r="r" b="b"/>
              <a:pathLst>
                <a:path w="6540" h="3614" extrusionOk="0">
                  <a:moveTo>
                    <a:pt x="0" y="1937"/>
                  </a:moveTo>
                  <a:cubicBezTo>
                    <a:pt x="295" y="2998"/>
                    <a:pt x="1624" y="3614"/>
                    <a:pt x="3283" y="3614"/>
                  </a:cubicBezTo>
                  <a:cubicBezTo>
                    <a:pt x="4934" y="3614"/>
                    <a:pt x="6388" y="2945"/>
                    <a:pt x="6540" y="1892"/>
                  </a:cubicBezTo>
                  <a:lnTo>
                    <a:pt x="5826" y="1"/>
                  </a:lnTo>
                  <a:cubicBezTo>
                    <a:pt x="5648" y="679"/>
                    <a:pt x="4639" y="1348"/>
                    <a:pt x="3283" y="1348"/>
                  </a:cubicBezTo>
                  <a:cubicBezTo>
                    <a:pt x="1919" y="1348"/>
                    <a:pt x="964" y="821"/>
                    <a:pt x="714" y="45"/>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31"/>
            <p:cNvSpPr/>
            <p:nvPr/>
          </p:nvSpPr>
          <p:spPr>
            <a:xfrm>
              <a:off x="3169940" y="3945525"/>
              <a:ext cx="184042" cy="169823"/>
            </a:xfrm>
            <a:custGeom>
              <a:avLst/>
              <a:gdLst/>
              <a:ahLst/>
              <a:cxnLst/>
              <a:rect l="l" t="t" r="r" b="b"/>
              <a:pathLst>
                <a:path w="3704" h="3418" extrusionOk="0">
                  <a:moveTo>
                    <a:pt x="1" y="2561"/>
                  </a:moveTo>
                  <a:cubicBezTo>
                    <a:pt x="197" y="3132"/>
                    <a:pt x="1107" y="3417"/>
                    <a:pt x="1856" y="3417"/>
                  </a:cubicBezTo>
                  <a:cubicBezTo>
                    <a:pt x="2597" y="3417"/>
                    <a:pt x="3551" y="3096"/>
                    <a:pt x="3703" y="2561"/>
                  </a:cubicBezTo>
                  <a:lnTo>
                    <a:pt x="3079" y="911"/>
                  </a:lnTo>
                  <a:cubicBezTo>
                    <a:pt x="2865" y="349"/>
                    <a:pt x="2401" y="1"/>
                    <a:pt x="1856" y="1"/>
                  </a:cubicBezTo>
                  <a:cubicBezTo>
                    <a:pt x="1303" y="1"/>
                    <a:pt x="839" y="349"/>
                    <a:pt x="625" y="91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3"/>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dk1"/>
              </a:buClr>
              <a:buSzPts val="3500"/>
              <a:buFont typeface="Hammersmith One"/>
              <a:buNone/>
              <a:defRPr sz="3500" b="1">
                <a:solidFill>
                  <a:schemeClr val="dk1"/>
                </a:solidFill>
                <a:latin typeface="Hammersmith One"/>
                <a:ea typeface="Hammersmith One"/>
                <a:cs typeface="Hammersmith One"/>
                <a:sym typeface="Hammersmith One"/>
              </a:defRPr>
            </a:lvl1pPr>
            <a:lvl2pPr lvl="1">
              <a:spcBef>
                <a:spcPts val="0"/>
              </a:spcBef>
              <a:spcAft>
                <a:spcPts val="0"/>
              </a:spcAft>
              <a:buClr>
                <a:schemeClr val="dk1"/>
              </a:buClr>
              <a:buSzPts val="3500"/>
              <a:buFont typeface="Roboto"/>
              <a:buNone/>
              <a:defRPr sz="3500" b="1">
                <a:solidFill>
                  <a:schemeClr val="dk1"/>
                </a:solidFill>
                <a:latin typeface="Roboto"/>
                <a:ea typeface="Roboto"/>
                <a:cs typeface="Roboto"/>
                <a:sym typeface="Roboto"/>
              </a:defRPr>
            </a:lvl2pPr>
            <a:lvl3pPr lvl="2">
              <a:spcBef>
                <a:spcPts val="0"/>
              </a:spcBef>
              <a:spcAft>
                <a:spcPts val="0"/>
              </a:spcAft>
              <a:buClr>
                <a:schemeClr val="dk1"/>
              </a:buClr>
              <a:buSzPts val="3500"/>
              <a:buFont typeface="Roboto"/>
              <a:buNone/>
              <a:defRPr sz="3500" b="1">
                <a:solidFill>
                  <a:schemeClr val="dk1"/>
                </a:solidFill>
                <a:latin typeface="Roboto"/>
                <a:ea typeface="Roboto"/>
                <a:cs typeface="Roboto"/>
                <a:sym typeface="Roboto"/>
              </a:defRPr>
            </a:lvl3pPr>
            <a:lvl4pPr lvl="3">
              <a:spcBef>
                <a:spcPts val="0"/>
              </a:spcBef>
              <a:spcAft>
                <a:spcPts val="0"/>
              </a:spcAft>
              <a:buClr>
                <a:schemeClr val="dk1"/>
              </a:buClr>
              <a:buSzPts val="3500"/>
              <a:buFont typeface="Roboto"/>
              <a:buNone/>
              <a:defRPr sz="3500" b="1">
                <a:solidFill>
                  <a:schemeClr val="dk1"/>
                </a:solidFill>
                <a:latin typeface="Roboto"/>
                <a:ea typeface="Roboto"/>
                <a:cs typeface="Roboto"/>
                <a:sym typeface="Roboto"/>
              </a:defRPr>
            </a:lvl4pPr>
            <a:lvl5pPr lvl="4">
              <a:spcBef>
                <a:spcPts val="0"/>
              </a:spcBef>
              <a:spcAft>
                <a:spcPts val="0"/>
              </a:spcAft>
              <a:buClr>
                <a:schemeClr val="dk1"/>
              </a:buClr>
              <a:buSzPts val="3500"/>
              <a:buFont typeface="Roboto"/>
              <a:buNone/>
              <a:defRPr sz="3500" b="1">
                <a:solidFill>
                  <a:schemeClr val="dk1"/>
                </a:solidFill>
                <a:latin typeface="Roboto"/>
                <a:ea typeface="Roboto"/>
                <a:cs typeface="Roboto"/>
                <a:sym typeface="Roboto"/>
              </a:defRPr>
            </a:lvl5pPr>
            <a:lvl6pPr lvl="5">
              <a:spcBef>
                <a:spcPts val="0"/>
              </a:spcBef>
              <a:spcAft>
                <a:spcPts val="0"/>
              </a:spcAft>
              <a:buClr>
                <a:schemeClr val="dk1"/>
              </a:buClr>
              <a:buSzPts val="3500"/>
              <a:buFont typeface="Roboto"/>
              <a:buNone/>
              <a:defRPr sz="3500" b="1">
                <a:solidFill>
                  <a:schemeClr val="dk1"/>
                </a:solidFill>
                <a:latin typeface="Roboto"/>
                <a:ea typeface="Roboto"/>
                <a:cs typeface="Roboto"/>
                <a:sym typeface="Roboto"/>
              </a:defRPr>
            </a:lvl6pPr>
            <a:lvl7pPr lvl="6">
              <a:spcBef>
                <a:spcPts val="0"/>
              </a:spcBef>
              <a:spcAft>
                <a:spcPts val="0"/>
              </a:spcAft>
              <a:buClr>
                <a:schemeClr val="dk1"/>
              </a:buClr>
              <a:buSzPts val="3500"/>
              <a:buFont typeface="Roboto"/>
              <a:buNone/>
              <a:defRPr sz="3500" b="1">
                <a:solidFill>
                  <a:schemeClr val="dk1"/>
                </a:solidFill>
                <a:latin typeface="Roboto"/>
                <a:ea typeface="Roboto"/>
                <a:cs typeface="Roboto"/>
                <a:sym typeface="Roboto"/>
              </a:defRPr>
            </a:lvl7pPr>
            <a:lvl8pPr lvl="7">
              <a:spcBef>
                <a:spcPts val="0"/>
              </a:spcBef>
              <a:spcAft>
                <a:spcPts val="0"/>
              </a:spcAft>
              <a:buClr>
                <a:schemeClr val="dk1"/>
              </a:buClr>
              <a:buSzPts val="3500"/>
              <a:buFont typeface="Roboto"/>
              <a:buNone/>
              <a:defRPr sz="3500" b="1">
                <a:solidFill>
                  <a:schemeClr val="dk1"/>
                </a:solidFill>
                <a:latin typeface="Roboto"/>
                <a:ea typeface="Roboto"/>
                <a:cs typeface="Roboto"/>
                <a:sym typeface="Roboto"/>
              </a:defRPr>
            </a:lvl8pPr>
            <a:lvl9pPr lvl="8">
              <a:spcBef>
                <a:spcPts val="0"/>
              </a:spcBef>
              <a:spcAft>
                <a:spcPts val="0"/>
              </a:spcAft>
              <a:buClr>
                <a:schemeClr val="dk1"/>
              </a:buClr>
              <a:buSzPts val="3500"/>
              <a:buFont typeface="Roboto"/>
              <a:buNone/>
              <a:defRPr sz="3500" b="1">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720000" y="1152475"/>
            <a:ext cx="77040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1pPr>
            <a:lvl2pPr marL="914400" lvl="1"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5" r:id="rId3"/>
    <p:sldLayoutId id="2147483658" r:id="rId4"/>
    <p:sldLayoutId id="2147483676" r:id="rId5"/>
    <p:sldLayoutId id="2147483677"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454"/>
        <p:cNvGrpSpPr/>
        <p:nvPr/>
      </p:nvGrpSpPr>
      <p:grpSpPr>
        <a:xfrm>
          <a:off x="0" y="0"/>
          <a:ext cx="0" cy="0"/>
          <a:chOff x="0" y="0"/>
          <a:chExt cx="0" cy="0"/>
        </a:xfrm>
      </p:grpSpPr>
      <p:sp>
        <p:nvSpPr>
          <p:cNvPr id="3844" name="Google Shape;3844;p72"/>
          <p:cNvSpPr txBox="1">
            <a:spLocks noGrp="1"/>
          </p:cNvSpPr>
          <p:nvPr>
            <p:ph type="body" idx="4294967295"/>
          </p:nvPr>
        </p:nvSpPr>
        <p:spPr>
          <a:xfrm>
            <a:off x="909890" y="1075580"/>
            <a:ext cx="7324219" cy="149617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4000" b="1" dirty="0">
                <a:latin typeface="Times New Roman" panose="02020603050405020304" pitchFamily="18" charset="0"/>
                <a:cs typeface="Times New Roman" panose="02020603050405020304" pitchFamily="18" charset="0"/>
              </a:rPr>
              <a:t>     </a:t>
            </a:r>
            <a:r>
              <a:rPr lang="en" sz="4000" b="1" dirty="0">
                <a:latin typeface="Rockwell" panose="02060603020205020403" pitchFamily="18" charset="0"/>
                <a:cs typeface="Times New Roman" panose="02020603050405020304" pitchFamily="18" charset="0"/>
              </a:rPr>
              <a:t>A MINI PROJECT ON </a:t>
            </a:r>
          </a:p>
          <a:p>
            <a:pPr marL="0" lvl="0" indent="0" algn="ctr" rtl="0">
              <a:spcBef>
                <a:spcPts val="0"/>
              </a:spcBef>
              <a:spcAft>
                <a:spcPts val="0"/>
              </a:spcAft>
              <a:buNone/>
            </a:pPr>
            <a:r>
              <a:rPr lang="en" sz="4000" b="1" dirty="0">
                <a:solidFill>
                  <a:srgbClr val="FF0000"/>
                </a:solidFill>
                <a:latin typeface="Rockwell" panose="02060603020205020403" pitchFamily="18" charset="0"/>
                <a:cs typeface="Times New Roman" panose="02020603050405020304" pitchFamily="18" charset="0"/>
              </a:rPr>
              <a:t>“SMART PARKING DECK”</a:t>
            </a:r>
          </a:p>
          <a:p>
            <a:pPr marL="0" lvl="0" indent="0" algn="l" rtl="0">
              <a:spcBef>
                <a:spcPts val="0"/>
              </a:spcBef>
              <a:spcAft>
                <a:spcPts val="0"/>
              </a:spcAft>
              <a:buNone/>
            </a:pPr>
            <a:endParaRPr dirty="0"/>
          </a:p>
        </p:txBody>
      </p:sp>
      <p:grpSp>
        <p:nvGrpSpPr>
          <p:cNvPr id="4020" name="Google Shape;4020;p72"/>
          <p:cNvGrpSpPr/>
          <p:nvPr/>
        </p:nvGrpSpPr>
        <p:grpSpPr>
          <a:xfrm flipH="1">
            <a:off x="8014914" y="4269850"/>
            <a:ext cx="1558455" cy="1168842"/>
            <a:chOff x="2098484" y="4952499"/>
            <a:chExt cx="712750" cy="513909"/>
          </a:xfrm>
        </p:grpSpPr>
        <p:sp>
          <p:nvSpPr>
            <p:cNvPr id="4021" name="Google Shape;4021;p72"/>
            <p:cNvSpPr/>
            <p:nvPr/>
          </p:nvSpPr>
          <p:spPr>
            <a:xfrm>
              <a:off x="2382088" y="5320609"/>
              <a:ext cx="78767" cy="64572"/>
            </a:xfrm>
            <a:custGeom>
              <a:avLst/>
              <a:gdLst/>
              <a:ahLst/>
              <a:cxnLst/>
              <a:rect l="l" t="t" r="r" b="b"/>
              <a:pathLst>
                <a:path w="1537" h="1260" extrusionOk="0">
                  <a:moveTo>
                    <a:pt x="589" y="0"/>
                  </a:moveTo>
                  <a:cubicBezTo>
                    <a:pt x="136" y="0"/>
                    <a:pt x="1" y="325"/>
                    <a:pt x="1" y="325"/>
                  </a:cubicBezTo>
                  <a:lnTo>
                    <a:pt x="1031" y="1066"/>
                  </a:lnTo>
                  <a:lnTo>
                    <a:pt x="1368" y="1259"/>
                  </a:lnTo>
                  <a:cubicBezTo>
                    <a:pt x="1368" y="1259"/>
                    <a:pt x="1537" y="925"/>
                    <a:pt x="1509" y="742"/>
                  </a:cubicBezTo>
                  <a:cubicBezTo>
                    <a:pt x="1483" y="562"/>
                    <a:pt x="1217" y="54"/>
                    <a:pt x="686" y="5"/>
                  </a:cubicBezTo>
                  <a:cubicBezTo>
                    <a:pt x="652" y="2"/>
                    <a:pt x="620" y="0"/>
                    <a:pt x="589" y="0"/>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2" name="Google Shape;4022;p72"/>
            <p:cNvSpPr/>
            <p:nvPr/>
          </p:nvSpPr>
          <p:spPr>
            <a:xfrm>
              <a:off x="2710276" y="5128739"/>
              <a:ext cx="78767" cy="65084"/>
            </a:xfrm>
            <a:custGeom>
              <a:avLst/>
              <a:gdLst/>
              <a:ahLst/>
              <a:cxnLst/>
              <a:rect l="l" t="t" r="r" b="b"/>
              <a:pathLst>
                <a:path w="1537" h="1270" extrusionOk="0">
                  <a:moveTo>
                    <a:pt x="589" y="0"/>
                  </a:moveTo>
                  <a:cubicBezTo>
                    <a:pt x="136" y="0"/>
                    <a:pt x="1" y="326"/>
                    <a:pt x="1" y="326"/>
                  </a:cubicBezTo>
                  <a:lnTo>
                    <a:pt x="1032" y="1068"/>
                  </a:lnTo>
                  <a:lnTo>
                    <a:pt x="1373" y="1270"/>
                  </a:lnTo>
                  <a:cubicBezTo>
                    <a:pt x="1373" y="1270"/>
                    <a:pt x="1537" y="927"/>
                    <a:pt x="1511" y="744"/>
                  </a:cubicBezTo>
                  <a:cubicBezTo>
                    <a:pt x="1485" y="563"/>
                    <a:pt x="1218" y="56"/>
                    <a:pt x="686" y="5"/>
                  </a:cubicBezTo>
                  <a:cubicBezTo>
                    <a:pt x="652" y="2"/>
                    <a:pt x="620" y="0"/>
                    <a:pt x="589" y="0"/>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3" name="Google Shape;4023;p72"/>
            <p:cNvSpPr/>
            <p:nvPr/>
          </p:nvSpPr>
          <p:spPr>
            <a:xfrm>
              <a:off x="2291021" y="5083436"/>
              <a:ext cx="40947" cy="42894"/>
            </a:xfrm>
            <a:custGeom>
              <a:avLst/>
              <a:gdLst/>
              <a:ahLst/>
              <a:cxnLst/>
              <a:rect l="l" t="t" r="r" b="b"/>
              <a:pathLst>
                <a:path w="799" h="837" extrusionOk="0">
                  <a:moveTo>
                    <a:pt x="138" y="0"/>
                  </a:moveTo>
                  <a:cubicBezTo>
                    <a:pt x="107" y="0"/>
                    <a:pt x="79" y="8"/>
                    <a:pt x="54" y="20"/>
                  </a:cubicBezTo>
                  <a:cubicBezTo>
                    <a:pt x="12" y="81"/>
                    <a:pt x="1" y="178"/>
                    <a:pt x="48" y="297"/>
                  </a:cubicBezTo>
                  <a:cubicBezTo>
                    <a:pt x="150" y="549"/>
                    <a:pt x="410" y="837"/>
                    <a:pt x="482" y="837"/>
                  </a:cubicBezTo>
                  <a:cubicBezTo>
                    <a:pt x="531" y="837"/>
                    <a:pt x="700" y="584"/>
                    <a:pt x="798" y="428"/>
                  </a:cubicBezTo>
                  <a:cubicBezTo>
                    <a:pt x="697" y="339"/>
                    <a:pt x="361" y="54"/>
                    <a:pt x="191" y="8"/>
                  </a:cubicBezTo>
                  <a:cubicBezTo>
                    <a:pt x="173" y="3"/>
                    <a:pt x="155" y="0"/>
                    <a:pt x="138" y="0"/>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4" name="Google Shape;4024;p72"/>
            <p:cNvSpPr/>
            <p:nvPr/>
          </p:nvSpPr>
          <p:spPr>
            <a:xfrm>
              <a:off x="2293788" y="5078721"/>
              <a:ext cx="46328" cy="26649"/>
            </a:xfrm>
            <a:custGeom>
              <a:avLst/>
              <a:gdLst/>
              <a:ahLst/>
              <a:cxnLst/>
              <a:rect l="l" t="t" r="r" b="b"/>
              <a:pathLst>
                <a:path w="904" h="520" extrusionOk="0">
                  <a:moveTo>
                    <a:pt x="247" y="1"/>
                  </a:moveTo>
                  <a:cubicBezTo>
                    <a:pt x="145" y="1"/>
                    <a:pt x="39" y="53"/>
                    <a:pt x="0" y="112"/>
                  </a:cubicBezTo>
                  <a:cubicBezTo>
                    <a:pt x="25" y="100"/>
                    <a:pt x="53" y="92"/>
                    <a:pt x="84" y="92"/>
                  </a:cubicBezTo>
                  <a:cubicBezTo>
                    <a:pt x="101" y="92"/>
                    <a:pt x="119" y="95"/>
                    <a:pt x="137" y="100"/>
                  </a:cubicBezTo>
                  <a:cubicBezTo>
                    <a:pt x="307" y="146"/>
                    <a:pt x="643" y="431"/>
                    <a:pt x="744" y="520"/>
                  </a:cubicBezTo>
                  <a:cubicBezTo>
                    <a:pt x="790" y="448"/>
                    <a:pt x="903" y="374"/>
                    <a:pt x="903" y="374"/>
                  </a:cubicBezTo>
                  <a:cubicBezTo>
                    <a:pt x="903" y="374"/>
                    <a:pt x="540" y="119"/>
                    <a:pt x="355" y="24"/>
                  </a:cubicBezTo>
                  <a:cubicBezTo>
                    <a:pt x="322" y="8"/>
                    <a:pt x="285" y="1"/>
                    <a:pt x="247" y="1"/>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5" name="Google Shape;4025;p72"/>
            <p:cNvSpPr/>
            <p:nvPr/>
          </p:nvSpPr>
          <p:spPr>
            <a:xfrm>
              <a:off x="2339809" y="5332601"/>
              <a:ext cx="101983" cy="133807"/>
            </a:xfrm>
            <a:custGeom>
              <a:avLst/>
              <a:gdLst/>
              <a:ahLst/>
              <a:cxnLst/>
              <a:rect l="l" t="t" r="r" b="b"/>
              <a:pathLst>
                <a:path w="1990" h="2611" extrusionOk="0">
                  <a:moveTo>
                    <a:pt x="1174" y="1"/>
                  </a:moveTo>
                  <a:cubicBezTo>
                    <a:pt x="1066" y="1"/>
                    <a:pt x="932" y="35"/>
                    <a:pt x="818" y="101"/>
                  </a:cubicBezTo>
                  <a:cubicBezTo>
                    <a:pt x="367" y="361"/>
                    <a:pt x="1" y="1059"/>
                    <a:pt x="1" y="1661"/>
                  </a:cubicBezTo>
                  <a:cubicBezTo>
                    <a:pt x="1" y="1792"/>
                    <a:pt x="19" y="1907"/>
                    <a:pt x="50" y="2005"/>
                  </a:cubicBezTo>
                  <a:cubicBezTo>
                    <a:pt x="61" y="2037"/>
                    <a:pt x="96" y="2120"/>
                    <a:pt x="117" y="2161"/>
                  </a:cubicBezTo>
                  <a:cubicBezTo>
                    <a:pt x="170" y="2256"/>
                    <a:pt x="285" y="2426"/>
                    <a:pt x="473" y="2531"/>
                  </a:cubicBezTo>
                  <a:cubicBezTo>
                    <a:pt x="584" y="2591"/>
                    <a:pt x="694" y="2610"/>
                    <a:pt x="788" y="2610"/>
                  </a:cubicBezTo>
                  <a:cubicBezTo>
                    <a:pt x="953" y="2610"/>
                    <a:pt x="1073" y="2552"/>
                    <a:pt x="1073" y="2552"/>
                  </a:cubicBezTo>
                  <a:lnTo>
                    <a:pt x="1989" y="668"/>
                  </a:lnTo>
                  <a:cubicBezTo>
                    <a:pt x="1989" y="668"/>
                    <a:pt x="1954" y="306"/>
                    <a:pt x="1698" y="148"/>
                  </a:cubicBezTo>
                  <a:cubicBezTo>
                    <a:pt x="1474" y="9"/>
                    <a:pt x="1258" y="1"/>
                    <a:pt x="1174"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6" name="Google Shape;4026;p72"/>
            <p:cNvSpPr/>
            <p:nvPr/>
          </p:nvSpPr>
          <p:spPr>
            <a:xfrm>
              <a:off x="2359385" y="5343619"/>
              <a:ext cx="83790" cy="121713"/>
            </a:xfrm>
            <a:custGeom>
              <a:avLst/>
              <a:gdLst/>
              <a:ahLst/>
              <a:cxnLst/>
              <a:rect l="l" t="t" r="r" b="b"/>
              <a:pathLst>
                <a:path w="1635" h="2375" extrusionOk="0">
                  <a:moveTo>
                    <a:pt x="1142" y="1"/>
                  </a:moveTo>
                  <a:cubicBezTo>
                    <a:pt x="1043" y="1"/>
                    <a:pt x="933" y="32"/>
                    <a:pt x="818" y="99"/>
                  </a:cubicBezTo>
                  <a:cubicBezTo>
                    <a:pt x="367" y="359"/>
                    <a:pt x="1" y="1057"/>
                    <a:pt x="1" y="1659"/>
                  </a:cubicBezTo>
                  <a:cubicBezTo>
                    <a:pt x="1" y="2107"/>
                    <a:pt x="204" y="2374"/>
                    <a:pt x="493" y="2374"/>
                  </a:cubicBezTo>
                  <a:cubicBezTo>
                    <a:pt x="593" y="2374"/>
                    <a:pt x="703" y="2342"/>
                    <a:pt x="818" y="2276"/>
                  </a:cubicBezTo>
                  <a:cubicBezTo>
                    <a:pt x="1269" y="2015"/>
                    <a:pt x="1635" y="1318"/>
                    <a:pt x="1635" y="717"/>
                  </a:cubicBezTo>
                  <a:cubicBezTo>
                    <a:pt x="1635" y="268"/>
                    <a:pt x="1432" y="1"/>
                    <a:pt x="1142"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7" name="Google Shape;4027;p72"/>
            <p:cNvSpPr/>
            <p:nvPr/>
          </p:nvSpPr>
          <p:spPr>
            <a:xfrm>
              <a:off x="2368815" y="5356329"/>
              <a:ext cx="66314" cy="96243"/>
            </a:xfrm>
            <a:custGeom>
              <a:avLst/>
              <a:gdLst/>
              <a:ahLst/>
              <a:cxnLst/>
              <a:rect l="l" t="t" r="r" b="b"/>
              <a:pathLst>
                <a:path w="1294" h="1878" extrusionOk="0">
                  <a:moveTo>
                    <a:pt x="903" y="1"/>
                  </a:moveTo>
                  <a:cubicBezTo>
                    <a:pt x="825" y="1"/>
                    <a:pt x="738" y="25"/>
                    <a:pt x="648" y="78"/>
                  </a:cubicBezTo>
                  <a:cubicBezTo>
                    <a:pt x="290" y="285"/>
                    <a:pt x="1" y="837"/>
                    <a:pt x="1" y="1312"/>
                  </a:cubicBezTo>
                  <a:cubicBezTo>
                    <a:pt x="1" y="1666"/>
                    <a:pt x="162" y="1878"/>
                    <a:pt x="391" y="1878"/>
                  </a:cubicBezTo>
                  <a:cubicBezTo>
                    <a:pt x="470" y="1878"/>
                    <a:pt x="557" y="1853"/>
                    <a:pt x="648" y="1801"/>
                  </a:cubicBezTo>
                  <a:cubicBezTo>
                    <a:pt x="1003" y="1594"/>
                    <a:pt x="1293" y="1042"/>
                    <a:pt x="1293" y="567"/>
                  </a:cubicBezTo>
                  <a:cubicBezTo>
                    <a:pt x="1293" y="213"/>
                    <a:pt x="1132" y="1"/>
                    <a:pt x="903"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8" name="Google Shape;4028;p72"/>
            <p:cNvSpPr/>
            <p:nvPr/>
          </p:nvSpPr>
          <p:spPr>
            <a:xfrm>
              <a:off x="2367021" y="5352126"/>
              <a:ext cx="69902" cy="101573"/>
            </a:xfrm>
            <a:custGeom>
              <a:avLst/>
              <a:gdLst/>
              <a:ahLst/>
              <a:cxnLst/>
              <a:rect l="l" t="t" r="r" b="b"/>
              <a:pathLst>
                <a:path w="1364" h="1982" extrusionOk="0">
                  <a:moveTo>
                    <a:pt x="953" y="1"/>
                  </a:moveTo>
                  <a:cubicBezTo>
                    <a:pt x="870" y="1"/>
                    <a:pt x="779" y="27"/>
                    <a:pt x="683" y="83"/>
                  </a:cubicBezTo>
                  <a:cubicBezTo>
                    <a:pt x="305" y="299"/>
                    <a:pt x="0" y="883"/>
                    <a:pt x="0" y="1385"/>
                  </a:cubicBezTo>
                  <a:cubicBezTo>
                    <a:pt x="0" y="1758"/>
                    <a:pt x="170" y="1982"/>
                    <a:pt x="412" y="1982"/>
                  </a:cubicBezTo>
                  <a:cubicBezTo>
                    <a:pt x="495" y="1982"/>
                    <a:pt x="586" y="1955"/>
                    <a:pt x="683" y="1900"/>
                  </a:cubicBezTo>
                  <a:cubicBezTo>
                    <a:pt x="1058" y="1682"/>
                    <a:pt x="1363" y="1099"/>
                    <a:pt x="1363" y="598"/>
                  </a:cubicBezTo>
                  <a:cubicBezTo>
                    <a:pt x="1363" y="224"/>
                    <a:pt x="1194" y="1"/>
                    <a:pt x="9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9" name="Google Shape;4029;p72"/>
            <p:cNvSpPr/>
            <p:nvPr/>
          </p:nvSpPr>
          <p:spPr>
            <a:xfrm>
              <a:off x="2381165" y="5373086"/>
              <a:ext cx="14401" cy="23523"/>
            </a:xfrm>
            <a:custGeom>
              <a:avLst/>
              <a:gdLst/>
              <a:ahLst/>
              <a:cxnLst/>
              <a:rect l="l" t="t" r="r" b="b"/>
              <a:pathLst>
                <a:path w="281" h="459" extrusionOk="0">
                  <a:moveTo>
                    <a:pt x="158" y="1"/>
                  </a:moveTo>
                  <a:cubicBezTo>
                    <a:pt x="100" y="70"/>
                    <a:pt x="46" y="148"/>
                    <a:pt x="0" y="232"/>
                  </a:cubicBezTo>
                  <a:lnTo>
                    <a:pt x="243" y="459"/>
                  </a:lnTo>
                  <a:cubicBezTo>
                    <a:pt x="253" y="436"/>
                    <a:pt x="267" y="416"/>
                    <a:pt x="281" y="396"/>
                  </a:cubicBezTo>
                  <a:cubicBezTo>
                    <a:pt x="266" y="344"/>
                    <a:pt x="207" y="145"/>
                    <a:pt x="158"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0" name="Google Shape;4030;p72"/>
            <p:cNvSpPr/>
            <p:nvPr/>
          </p:nvSpPr>
          <p:spPr>
            <a:xfrm>
              <a:off x="2373324" y="5391228"/>
              <a:ext cx="18552" cy="13888"/>
            </a:xfrm>
            <a:custGeom>
              <a:avLst/>
              <a:gdLst/>
              <a:ahLst/>
              <a:cxnLst/>
              <a:rect l="l" t="t" r="r" b="b"/>
              <a:pathLst>
                <a:path w="362" h="271" extrusionOk="0">
                  <a:moveTo>
                    <a:pt x="92" y="1"/>
                  </a:moveTo>
                  <a:cubicBezTo>
                    <a:pt x="54" y="88"/>
                    <a:pt x="21" y="179"/>
                    <a:pt x="0" y="271"/>
                  </a:cubicBezTo>
                  <a:lnTo>
                    <a:pt x="340" y="249"/>
                  </a:lnTo>
                  <a:lnTo>
                    <a:pt x="343" y="240"/>
                  </a:lnTo>
                  <a:cubicBezTo>
                    <a:pt x="348" y="220"/>
                    <a:pt x="354" y="202"/>
                    <a:pt x="362" y="183"/>
                  </a:cubicBezTo>
                  <a:cubicBezTo>
                    <a:pt x="345" y="171"/>
                    <a:pt x="204" y="70"/>
                    <a:pt x="92"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1" name="Google Shape;4031;p72"/>
            <p:cNvSpPr/>
            <p:nvPr/>
          </p:nvSpPr>
          <p:spPr>
            <a:xfrm>
              <a:off x="2371326" y="5407730"/>
              <a:ext cx="18910" cy="19167"/>
            </a:xfrm>
            <a:custGeom>
              <a:avLst/>
              <a:gdLst/>
              <a:ahLst/>
              <a:cxnLst/>
              <a:rect l="l" t="t" r="r" b="b"/>
              <a:pathLst>
                <a:path w="369" h="374" extrusionOk="0">
                  <a:moveTo>
                    <a:pt x="369" y="1"/>
                  </a:moveTo>
                  <a:cubicBezTo>
                    <a:pt x="332" y="11"/>
                    <a:pt x="149" y="70"/>
                    <a:pt x="8" y="122"/>
                  </a:cubicBezTo>
                  <a:cubicBezTo>
                    <a:pt x="4" y="165"/>
                    <a:pt x="1" y="208"/>
                    <a:pt x="1" y="251"/>
                  </a:cubicBezTo>
                  <a:cubicBezTo>
                    <a:pt x="1" y="295"/>
                    <a:pt x="4" y="335"/>
                    <a:pt x="8" y="373"/>
                  </a:cubicBezTo>
                  <a:lnTo>
                    <a:pt x="369" y="65"/>
                  </a:lnTo>
                  <a:cubicBezTo>
                    <a:pt x="367" y="57"/>
                    <a:pt x="366" y="48"/>
                    <a:pt x="366" y="41"/>
                  </a:cubicBezTo>
                  <a:cubicBezTo>
                    <a:pt x="366" y="27"/>
                    <a:pt x="367" y="13"/>
                    <a:pt x="369"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2" name="Google Shape;4032;p72"/>
            <p:cNvSpPr/>
            <p:nvPr/>
          </p:nvSpPr>
          <p:spPr>
            <a:xfrm>
              <a:off x="2372914" y="5415366"/>
              <a:ext cx="19372" cy="26034"/>
            </a:xfrm>
            <a:custGeom>
              <a:avLst/>
              <a:gdLst/>
              <a:ahLst/>
              <a:cxnLst/>
              <a:rect l="l" t="t" r="r" b="b"/>
              <a:pathLst>
                <a:path w="378" h="508" extrusionOk="0">
                  <a:moveTo>
                    <a:pt x="353" y="0"/>
                  </a:moveTo>
                  <a:cubicBezTo>
                    <a:pt x="310" y="40"/>
                    <a:pt x="132" y="204"/>
                    <a:pt x="0" y="336"/>
                  </a:cubicBezTo>
                  <a:cubicBezTo>
                    <a:pt x="20" y="405"/>
                    <a:pt x="51" y="463"/>
                    <a:pt x="88" y="508"/>
                  </a:cubicBezTo>
                  <a:lnTo>
                    <a:pt x="378" y="43"/>
                  </a:lnTo>
                  <a:cubicBezTo>
                    <a:pt x="368" y="31"/>
                    <a:pt x="359" y="17"/>
                    <a:pt x="353"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3" name="Google Shape;4033;p72"/>
            <p:cNvSpPr/>
            <p:nvPr/>
          </p:nvSpPr>
          <p:spPr>
            <a:xfrm>
              <a:off x="2412990" y="5371651"/>
              <a:ext cx="19525" cy="21831"/>
            </a:xfrm>
            <a:custGeom>
              <a:avLst/>
              <a:gdLst/>
              <a:ahLst/>
              <a:cxnLst/>
              <a:rect l="l" t="t" r="r" b="b"/>
              <a:pathLst>
                <a:path w="381" h="426" extrusionOk="0">
                  <a:moveTo>
                    <a:pt x="342" y="1"/>
                  </a:moveTo>
                  <a:lnTo>
                    <a:pt x="0" y="374"/>
                  </a:lnTo>
                  <a:cubicBezTo>
                    <a:pt x="6" y="389"/>
                    <a:pt x="9" y="406"/>
                    <a:pt x="13" y="426"/>
                  </a:cubicBezTo>
                  <a:cubicBezTo>
                    <a:pt x="46" y="409"/>
                    <a:pt x="236" y="308"/>
                    <a:pt x="380" y="223"/>
                  </a:cubicBezTo>
                  <a:cubicBezTo>
                    <a:pt x="377" y="140"/>
                    <a:pt x="364" y="65"/>
                    <a:pt x="342"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4" name="Google Shape;4034;p72"/>
            <p:cNvSpPr/>
            <p:nvPr/>
          </p:nvSpPr>
          <p:spPr>
            <a:xfrm>
              <a:off x="2409813" y="5360377"/>
              <a:ext cx="18295" cy="27674"/>
            </a:xfrm>
            <a:custGeom>
              <a:avLst/>
              <a:gdLst/>
              <a:ahLst/>
              <a:cxnLst/>
              <a:rect l="l" t="t" r="r" b="b"/>
              <a:pathLst>
                <a:path w="357" h="540" extrusionOk="0">
                  <a:moveTo>
                    <a:pt x="234" y="0"/>
                  </a:moveTo>
                  <a:lnTo>
                    <a:pt x="1" y="512"/>
                  </a:lnTo>
                  <a:cubicBezTo>
                    <a:pt x="13" y="520"/>
                    <a:pt x="24" y="529"/>
                    <a:pt x="33" y="540"/>
                  </a:cubicBezTo>
                  <a:cubicBezTo>
                    <a:pt x="67" y="498"/>
                    <a:pt x="232" y="287"/>
                    <a:pt x="357" y="120"/>
                  </a:cubicBezTo>
                  <a:cubicBezTo>
                    <a:pt x="323" y="68"/>
                    <a:pt x="281" y="26"/>
                    <a:pt x="234"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5" name="Google Shape;4035;p72"/>
            <p:cNvSpPr/>
            <p:nvPr/>
          </p:nvSpPr>
          <p:spPr>
            <a:xfrm>
              <a:off x="2404893" y="5358378"/>
              <a:ext cx="12043" cy="27571"/>
            </a:xfrm>
            <a:custGeom>
              <a:avLst/>
              <a:gdLst/>
              <a:ahLst/>
              <a:cxnLst/>
              <a:rect l="l" t="t" r="r" b="b"/>
              <a:pathLst>
                <a:path w="235" h="538" extrusionOk="0">
                  <a:moveTo>
                    <a:pt x="180" y="1"/>
                  </a:moveTo>
                  <a:cubicBezTo>
                    <a:pt x="141" y="1"/>
                    <a:pt x="99" y="8"/>
                    <a:pt x="56" y="22"/>
                  </a:cubicBezTo>
                  <a:lnTo>
                    <a:pt x="0" y="537"/>
                  </a:lnTo>
                  <a:cubicBezTo>
                    <a:pt x="13" y="535"/>
                    <a:pt x="24" y="534"/>
                    <a:pt x="36" y="534"/>
                  </a:cubicBezTo>
                  <a:cubicBezTo>
                    <a:pt x="40" y="534"/>
                    <a:pt x="44" y="534"/>
                    <a:pt x="48" y="534"/>
                  </a:cubicBezTo>
                  <a:cubicBezTo>
                    <a:pt x="74" y="462"/>
                    <a:pt x="169" y="203"/>
                    <a:pt x="235" y="5"/>
                  </a:cubicBezTo>
                  <a:cubicBezTo>
                    <a:pt x="217" y="2"/>
                    <a:pt x="199" y="1"/>
                    <a:pt x="180"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6" name="Google Shape;4036;p72"/>
            <p:cNvSpPr/>
            <p:nvPr/>
          </p:nvSpPr>
          <p:spPr>
            <a:xfrm>
              <a:off x="2393106" y="5361607"/>
              <a:ext cx="9686" cy="28032"/>
            </a:xfrm>
            <a:custGeom>
              <a:avLst/>
              <a:gdLst/>
              <a:ahLst/>
              <a:cxnLst/>
              <a:rect l="l" t="t" r="r" b="b"/>
              <a:pathLst>
                <a:path w="189" h="547" extrusionOk="0">
                  <a:moveTo>
                    <a:pt x="189" y="1"/>
                  </a:moveTo>
                  <a:cubicBezTo>
                    <a:pt x="184" y="4"/>
                    <a:pt x="178" y="7"/>
                    <a:pt x="174" y="10"/>
                  </a:cubicBezTo>
                  <a:cubicBezTo>
                    <a:pt x="112" y="44"/>
                    <a:pt x="56" y="90"/>
                    <a:pt x="0" y="143"/>
                  </a:cubicBezTo>
                  <a:lnTo>
                    <a:pt x="109" y="547"/>
                  </a:lnTo>
                  <a:cubicBezTo>
                    <a:pt x="125" y="531"/>
                    <a:pt x="141" y="519"/>
                    <a:pt x="158" y="507"/>
                  </a:cubicBezTo>
                  <a:cubicBezTo>
                    <a:pt x="163" y="441"/>
                    <a:pt x="181" y="188"/>
                    <a:pt x="189"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7" name="Google Shape;4037;p72"/>
            <p:cNvSpPr/>
            <p:nvPr/>
          </p:nvSpPr>
          <p:spPr>
            <a:xfrm>
              <a:off x="2410376" y="5405629"/>
              <a:ext cx="17014" cy="18757"/>
            </a:xfrm>
            <a:custGeom>
              <a:avLst/>
              <a:gdLst/>
              <a:ahLst/>
              <a:cxnLst/>
              <a:rect l="l" t="t" r="r" b="b"/>
              <a:pathLst>
                <a:path w="332" h="366" extrusionOk="0">
                  <a:moveTo>
                    <a:pt x="31" y="0"/>
                  </a:moveTo>
                  <a:cubicBezTo>
                    <a:pt x="22" y="23"/>
                    <a:pt x="11" y="48"/>
                    <a:pt x="1" y="69"/>
                  </a:cubicBezTo>
                  <a:cubicBezTo>
                    <a:pt x="25" y="109"/>
                    <a:pt x="123" y="259"/>
                    <a:pt x="202" y="365"/>
                  </a:cubicBezTo>
                  <a:cubicBezTo>
                    <a:pt x="252" y="284"/>
                    <a:pt x="297" y="197"/>
                    <a:pt x="332" y="106"/>
                  </a:cubicBezTo>
                  <a:lnTo>
                    <a:pt x="31"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8" name="Google Shape;4038;p72"/>
            <p:cNvSpPr/>
            <p:nvPr/>
          </p:nvSpPr>
          <p:spPr>
            <a:xfrm>
              <a:off x="2413144" y="5390511"/>
              <a:ext cx="19218" cy="13888"/>
            </a:xfrm>
            <a:custGeom>
              <a:avLst/>
              <a:gdLst/>
              <a:ahLst/>
              <a:cxnLst/>
              <a:rect l="l" t="t" r="r" b="b"/>
              <a:pathLst>
                <a:path w="375" h="271" extrusionOk="0">
                  <a:moveTo>
                    <a:pt x="374" y="1"/>
                  </a:moveTo>
                  <a:lnTo>
                    <a:pt x="11" y="148"/>
                  </a:lnTo>
                  <a:cubicBezTo>
                    <a:pt x="10" y="170"/>
                    <a:pt x="5" y="193"/>
                    <a:pt x="0" y="214"/>
                  </a:cubicBezTo>
                  <a:cubicBezTo>
                    <a:pt x="26" y="220"/>
                    <a:pt x="193" y="254"/>
                    <a:pt x="322" y="271"/>
                  </a:cubicBezTo>
                  <a:cubicBezTo>
                    <a:pt x="348" y="180"/>
                    <a:pt x="367" y="90"/>
                    <a:pt x="374"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9" name="Google Shape;4039;p72"/>
            <p:cNvSpPr/>
            <p:nvPr/>
          </p:nvSpPr>
          <p:spPr>
            <a:xfrm>
              <a:off x="2380192" y="5419517"/>
              <a:ext cx="16502" cy="27776"/>
            </a:xfrm>
            <a:custGeom>
              <a:avLst/>
              <a:gdLst/>
              <a:ahLst/>
              <a:cxnLst/>
              <a:rect l="l" t="t" r="r" b="b"/>
              <a:pathLst>
                <a:path w="322" h="542" extrusionOk="0">
                  <a:moveTo>
                    <a:pt x="283" y="1"/>
                  </a:moveTo>
                  <a:cubicBezTo>
                    <a:pt x="262" y="36"/>
                    <a:pt x="111" y="287"/>
                    <a:pt x="1" y="482"/>
                  </a:cubicBezTo>
                  <a:cubicBezTo>
                    <a:pt x="44" y="516"/>
                    <a:pt x="94" y="536"/>
                    <a:pt x="151" y="542"/>
                  </a:cubicBezTo>
                  <a:lnTo>
                    <a:pt x="321" y="11"/>
                  </a:lnTo>
                  <a:cubicBezTo>
                    <a:pt x="309" y="10"/>
                    <a:pt x="294" y="5"/>
                    <a:pt x="283"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0" name="Google Shape;4040;p72"/>
            <p:cNvSpPr/>
            <p:nvPr/>
          </p:nvSpPr>
          <p:spPr>
            <a:xfrm>
              <a:off x="2393670" y="5418902"/>
              <a:ext cx="9686" cy="28084"/>
            </a:xfrm>
            <a:custGeom>
              <a:avLst/>
              <a:gdLst/>
              <a:ahLst/>
              <a:cxnLst/>
              <a:rect l="l" t="t" r="r" b="b"/>
              <a:pathLst>
                <a:path w="189" h="548" extrusionOk="0">
                  <a:moveTo>
                    <a:pt x="155" y="0"/>
                  </a:moveTo>
                  <a:cubicBezTo>
                    <a:pt x="138" y="10"/>
                    <a:pt x="123" y="16"/>
                    <a:pt x="107" y="19"/>
                  </a:cubicBezTo>
                  <a:cubicBezTo>
                    <a:pt x="94" y="80"/>
                    <a:pt x="37" y="347"/>
                    <a:pt x="0" y="548"/>
                  </a:cubicBezTo>
                  <a:cubicBezTo>
                    <a:pt x="52" y="537"/>
                    <a:pt x="106" y="517"/>
                    <a:pt x="163" y="485"/>
                  </a:cubicBezTo>
                  <a:cubicBezTo>
                    <a:pt x="170" y="480"/>
                    <a:pt x="179" y="474"/>
                    <a:pt x="189" y="468"/>
                  </a:cubicBezTo>
                  <a:lnTo>
                    <a:pt x="155"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1" name="Google Shape;4041;p72"/>
            <p:cNvSpPr/>
            <p:nvPr/>
          </p:nvSpPr>
          <p:spPr>
            <a:xfrm>
              <a:off x="2405303" y="5413469"/>
              <a:ext cx="11992" cy="25829"/>
            </a:xfrm>
            <a:custGeom>
              <a:avLst/>
              <a:gdLst/>
              <a:ahLst/>
              <a:cxnLst/>
              <a:rect l="l" t="t" r="r" b="b"/>
              <a:pathLst>
                <a:path w="234" h="504" extrusionOk="0">
                  <a:moveTo>
                    <a:pt x="44" y="1"/>
                  </a:moveTo>
                  <a:cubicBezTo>
                    <a:pt x="31" y="21"/>
                    <a:pt x="15" y="37"/>
                    <a:pt x="0" y="53"/>
                  </a:cubicBezTo>
                  <a:cubicBezTo>
                    <a:pt x="6" y="108"/>
                    <a:pt x="32" y="336"/>
                    <a:pt x="57" y="503"/>
                  </a:cubicBezTo>
                  <a:cubicBezTo>
                    <a:pt x="120" y="450"/>
                    <a:pt x="179" y="384"/>
                    <a:pt x="233" y="310"/>
                  </a:cubicBezTo>
                  <a:lnTo>
                    <a:pt x="44"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2" name="Google Shape;4042;p72"/>
            <p:cNvSpPr/>
            <p:nvPr/>
          </p:nvSpPr>
          <p:spPr>
            <a:xfrm>
              <a:off x="2392952" y="5389844"/>
              <a:ext cx="18039" cy="26187"/>
            </a:xfrm>
            <a:custGeom>
              <a:avLst/>
              <a:gdLst/>
              <a:ahLst/>
              <a:cxnLst/>
              <a:rect l="l" t="t" r="r" b="b"/>
              <a:pathLst>
                <a:path w="352" h="511" extrusionOk="0">
                  <a:moveTo>
                    <a:pt x="246" y="0"/>
                  </a:moveTo>
                  <a:cubicBezTo>
                    <a:pt x="225" y="0"/>
                    <a:pt x="201" y="7"/>
                    <a:pt x="177" y="22"/>
                  </a:cubicBezTo>
                  <a:cubicBezTo>
                    <a:pt x="78" y="77"/>
                    <a:pt x="0" y="227"/>
                    <a:pt x="0" y="356"/>
                  </a:cubicBezTo>
                  <a:cubicBezTo>
                    <a:pt x="0" y="453"/>
                    <a:pt x="44" y="511"/>
                    <a:pt x="106" y="511"/>
                  </a:cubicBezTo>
                  <a:cubicBezTo>
                    <a:pt x="128" y="511"/>
                    <a:pt x="151" y="504"/>
                    <a:pt x="177" y="489"/>
                  </a:cubicBezTo>
                  <a:cubicBezTo>
                    <a:pt x="273" y="434"/>
                    <a:pt x="351" y="284"/>
                    <a:pt x="351" y="153"/>
                  </a:cubicBezTo>
                  <a:cubicBezTo>
                    <a:pt x="351" y="58"/>
                    <a:pt x="308" y="0"/>
                    <a:pt x="246"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3" name="Google Shape;4043;p72"/>
            <p:cNvSpPr/>
            <p:nvPr/>
          </p:nvSpPr>
          <p:spPr>
            <a:xfrm>
              <a:off x="2398436" y="5396404"/>
              <a:ext cx="9788" cy="14196"/>
            </a:xfrm>
            <a:custGeom>
              <a:avLst/>
              <a:gdLst/>
              <a:ahLst/>
              <a:cxnLst/>
              <a:rect l="l" t="t" r="r" b="b"/>
              <a:pathLst>
                <a:path w="191" h="277" extrusionOk="0">
                  <a:moveTo>
                    <a:pt x="133" y="1"/>
                  </a:moveTo>
                  <a:cubicBezTo>
                    <a:pt x="121" y="1"/>
                    <a:pt x="109" y="4"/>
                    <a:pt x="96" y="12"/>
                  </a:cubicBezTo>
                  <a:cubicBezTo>
                    <a:pt x="44" y="42"/>
                    <a:pt x="1" y="124"/>
                    <a:pt x="1" y="193"/>
                  </a:cubicBezTo>
                  <a:cubicBezTo>
                    <a:pt x="1" y="245"/>
                    <a:pt x="24" y="276"/>
                    <a:pt x="58" y="276"/>
                  </a:cubicBezTo>
                  <a:cubicBezTo>
                    <a:pt x="70" y="276"/>
                    <a:pt x="82" y="272"/>
                    <a:pt x="96" y="265"/>
                  </a:cubicBezTo>
                  <a:cubicBezTo>
                    <a:pt x="148" y="234"/>
                    <a:pt x="191" y="153"/>
                    <a:pt x="191" y="84"/>
                  </a:cubicBezTo>
                  <a:cubicBezTo>
                    <a:pt x="191" y="32"/>
                    <a:pt x="167" y="1"/>
                    <a:pt x="133"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4" name="Google Shape;4044;p72"/>
            <p:cNvSpPr/>
            <p:nvPr/>
          </p:nvSpPr>
          <p:spPr>
            <a:xfrm>
              <a:off x="2668151" y="5138937"/>
              <a:ext cx="101983" cy="133807"/>
            </a:xfrm>
            <a:custGeom>
              <a:avLst/>
              <a:gdLst/>
              <a:ahLst/>
              <a:cxnLst/>
              <a:rect l="l" t="t" r="r" b="b"/>
              <a:pathLst>
                <a:path w="1990" h="2611" extrusionOk="0">
                  <a:moveTo>
                    <a:pt x="1175" y="1"/>
                  </a:moveTo>
                  <a:cubicBezTo>
                    <a:pt x="1068" y="1"/>
                    <a:pt x="932" y="35"/>
                    <a:pt x="818" y="100"/>
                  </a:cubicBezTo>
                  <a:cubicBezTo>
                    <a:pt x="367" y="361"/>
                    <a:pt x="1" y="1060"/>
                    <a:pt x="1" y="1661"/>
                  </a:cubicBezTo>
                  <a:cubicBezTo>
                    <a:pt x="1" y="1792"/>
                    <a:pt x="19" y="1908"/>
                    <a:pt x="51" y="2005"/>
                  </a:cubicBezTo>
                  <a:cubicBezTo>
                    <a:pt x="61" y="2037"/>
                    <a:pt x="96" y="2121"/>
                    <a:pt x="119" y="2163"/>
                  </a:cubicBezTo>
                  <a:cubicBezTo>
                    <a:pt x="170" y="2256"/>
                    <a:pt x="285" y="2428"/>
                    <a:pt x="473" y="2530"/>
                  </a:cubicBezTo>
                  <a:cubicBezTo>
                    <a:pt x="584" y="2591"/>
                    <a:pt x="693" y="2611"/>
                    <a:pt x="788" y="2611"/>
                  </a:cubicBezTo>
                  <a:cubicBezTo>
                    <a:pt x="953" y="2611"/>
                    <a:pt x="1073" y="2552"/>
                    <a:pt x="1073" y="2552"/>
                  </a:cubicBezTo>
                  <a:lnTo>
                    <a:pt x="1989" y="668"/>
                  </a:lnTo>
                  <a:cubicBezTo>
                    <a:pt x="1989" y="668"/>
                    <a:pt x="1956" y="307"/>
                    <a:pt x="1698" y="148"/>
                  </a:cubicBezTo>
                  <a:cubicBezTo>
                    <a:pt x="1474" y="10"/>
                    <a:pt x="1260" y="2"/>
                    <a:pt x="1175"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5" name="Google Shape;4045;p72"/>
            <p:cNvSpPr/>
            <p:nvPr/>
          </p:nvSpPr>
          <p:spPr>
            <a:xfrm>
              <a:off x="2687830" y="5149955"/>
              <a:ext cx="83687" cy="121764"/>
            </a:xfrm>
            <a:custGeom>
              <a:avLst/>
              <a:gdLst/>
              <a:ahLst/>
              <a:cxnLst/>
              <a:rect l="l" t="t" r="r" b="b"/>
              <a:pathLst>
                <a:path w="1633" h="2376" extrusionOk="0">
                  <a:moveTo>
                    <a:pt x="1140" y="1"/>
                  </a:moveTo>
                  <a:cubicBezTo>
                    <a:pt x="1040" y="1"/>
                    <a:pt x="931" y="32"/>
                    <a:pt x="816" y="99"/>
                  </a:cubicBezTo>
                  <a:cubicBezTo>
                    <a:pt x="365" y="359"/>
                    <a:pt x="0" y="1058"/>
                    <a:pt x="0" y="1659"/>
                  </a:cubicBezTo>
                  <a:cubicBezTo>
                    <a:pt x="0" y="2107"/>
                    <a:pt x="203" y="2375"/>
                    <a:pt x="492" y="2375"/>
                  </a:cubicBezTo>
                  <a:cubicBezTo>
                    <a:pt x="591" y="2375"/>
                    <a:pt x="701" y="2344"/>
                    <a:pt x="816" y="2277"/>
                  </a:cubicBezTo>
                  <a:cubicBezTo>
                    <a:pt x="1267" y="2017"/>
                    <a:pt x="1633" y="1317"/>
                    <a:pt x="1633" y="716"/>
                  </a:cubicBezTo>
                  <a:cubicBezTo>
                    <a:pt x="1633" y="269"/>
                    <a:pt x="1430" y="1"/>
                    <a:pt x="1140"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6" name="Google Shape;4046;p72"/>
            <p:cNvSpPr/>
            <p:nvPr/>
          </p:nvSpPr>
          <p:spPr>
            <a:xfrm>
              <a:off x="2697157" y="5162716"/>
              <a:ext cx="66314" cy="96243"/>
            </a:xfrm>
            <a:custGeom>
              <a:avLst/>
              <a:gdLst/>
              <a:ahLst/>
              <a:cxnLst/>
              <a:rect l="l" t="t" r="r" b="b"/>
              <a:pathLst>
                <a:path w="1294" h="1878" extrusionOk="0">
                  <a:moveTo>
                    <a:pt x="904" y="1"/>
                  </a:moveTo>
                  <a:cubicBezTo>
                    <a:pt x="825" y="1"/>
                    <a:pt x="739" y="26"/>
                    <a:pt x="648" y="78"/>
                  </a:cubicBezTo>
                  <a:cubicBezTo>
                    <a:pt x="290" y="283"/>
                    <a:pt x="1" y="837"/>
                    <a:pt x="1" y="1312"/>
                  </a:cubicBezTo>
                  <a:cubicBezTo>
                    <a:pt x="1" y="1666"/>
                    <a:pt x="161" y="1877"/>
                    <a:pt x="391" y="1877"/>
                  </a:cubicBezTo>
                  <a:cubicBezTo>
                    <a:pt x="469" y="1877"/>
                    <a:pt x="556" y="1852"/>
                    <a:pt x="648" y="1800"/>
                  </a:cubicBezTo>
                  <a:cubicBezTo>
                    <a:pt x="1003" y="1594"/>
                    <a:pt x="1293" y="1041"/>
                    <a:pt x="1293" y="566"/>
                  </a:cubicBezTo>
                  <a:cubicBezTo>
                    <a:pt x="1293" y="212"/>
                    <a:pt x="1132" y="1"/>
                    <a:pt x="904"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7" name="Google Shape;4047;p72"/>
            <p:cNvSpPr/>
            <p:nvPr/>
          </p:nvSpPr>
          <p:spPr>
            <a:xfrm>
              <a:off x="2695363" y="5158462"/>
              <a:ext cx="69902" cy="101624"/>
            </a:xfrm>
            <a:custGeom>
              <a:avLst/>
              <a:gdLst/>
              <a:ahLst/>
              <a:cxnLst/>
              <a:rect l="l" t="t" r="r" b="b"/>
              <a:pathLst>
                <a:path w="1364" h="1983" extrusionOk="0">
                  <a:moveTo>
                    <a:pt x="953" y="1"/>
                  </a:moveTo>
                  <a:cubicBezTo>
                    <a:pt x="870" y="1"/>
                    <a:pt x="779" y="27"/>
                    <a:pt x="683" y="83"/>
                  </a:cubicBezTo>
                  <a:cubicBezTo>
                    <a:pt x="305" y="301"/>
                    <a:pt x="0" y="883"/>
                    <a:pt x="0" y="1384"/>
                  </a:cubicBezTo>
                  <a:cubicBezTo>
                    <a:pt x="0" y="1759"/>
                    <a:pt x="170" y="1982"/>
                    <a:pt x="412" y="1982"/>
                  </a:cubicBezTo>
                  <a:cubicBezTo>
                    <a:pt x="495" y="1982"/>
                    <a:pt x="586" y="1956"/>
                    <a:pt x="683" y="1901"/>
                  </a:cubicBezTo>
                  <a:cubicBezTo>
                    <a:pt x="1058" y="1683"/>
                    <a:pt x="1363" y="1099"/>
                    <a:pt x="1363" y="598"/>
                  </a:cubicBezTo>
                  <a:cubicBezTo>
                    <a:pt x="1363" y="225"/>
                    <a:pt x="1194" y="1"/>
                    <a:pt x="9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8" name="Google Shape;4048;p72"/>
            <p:cNvSpPr/>
            <p:nvPr/>
          </p:nvSpPr>
          <p:spPr>
            <a:xfrm>
              <a:off x="2709508" y="5179474"/>
              <a:ext cx="14401" cy="23471"/>
            </a:xfrm>
            <a:custGeom>
              <a:avLst/>
              <a:gdLst/>
              <a:ahLst/>
              <a:cxnLst/>
              <a:rect l="l" t="t" r="r" b="b"/>
              <a:pathLst>
                <a:path w="281" h="458" extrusionOk="0">
                  <a:moveTo>
                    <a:pt x="158" y="1"/>
                  </a:moveTo>
                  <a:cubicBezTo>
                    <a:pt x="100" y="70"/>
                    <a:pt x="46" y="148"/>
                    <a:pt x="0" y="231"/>
                  </a:cubicBezTo>
                  <a:lnTo>
                    <a:pt x="243" y="458"/>
                  </a:lnTo>
                  <a:cubicBezTo>
                    <a:pt x="253" y="436"/>
                    <a:pt x="267" y="415"/>
                    <a:pt x="281" y="395"/>
                  </a:cubicBezTo>
                  <a:cubicBezTo>
                    <a:pt x="266" y="344"/>
                    <a:pt x="207" y="143"/>
                    <a:pt x="158"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9" name="Google Shape;4049;p72"/>
            <p:cNvSpPr/>
            <p:nvPr/>
          </p:nvSpPr>
          <p:spPr>
            <a:xfrm>
              <a:off x="2701667" y="5197667"/>
              <a:ext cx="18552" cy="13837"/>
            </a:xfrm>
            <a:custGeom>
              <a:avLst/>
              <a:gdLst/>
              <a:ahLst/>
              <a:cxnLst/>
              <a:rect l="l" t="t" r="r" b="b"/>
              <a:pathLst>
                <a:path w="362" h="270" extrusionOk="0">
                  <a:moveTo>
                    <a:pt x="92" y="0"/>
                  </a:moveTo>
                  <a:cubicBezTo>
                    <a:pt x="54" y="87"/>
                    <a:pt x="23" y="178"/>
                    <a:pt x="0" y="270"/>
                  </a:cubicBezTo>
                  <a:lnTo>
                    <a:pt x="340" y="247"/>
                  </a:lnTo>
                  <a:lnTo>
                    <a:pt x="343" y="238"/>
                  </a:lnTo>
                  <a:cubicBezTo>
                    <a:pt x="348" y="219"/>
                    <a:pt x="354" y="201"/>
                    <a:pt x="362" y="181"/>
                  </a:cubicBezTo>
                  <a:cubicBezTo>
                    <a:pt x="345" y="170"/>
                    <a:pt x="204" y="68"/>
                    <a:pt x="92"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0" name="Google Shape;4050;p72"/>
            <p:cNvSpPr/>
            <p:nvPr/>
          </p:nvSpPr>
          <p:spPr>
            <a:xfrm>
              <a:off x="2699668" y="5214066"/>
              <a:ext cx="18910" cy="19218"/>
            </a:xfrm>
            <a:custGeom>
              <a:avLst/>
              <a:gdLst/>
              <a:ahLst/>
              <a:cxnLst/>
              <a:rect l="l" t="t" r="r" b="b"/>
              <a:pathLst>
                <a:path w="369" h="375" extrusionOk="0">
                  <a:moveTo>
                    <a:pt x="369" y="0"/>
                  </a:moveTo>
                  <a:cubicBezTo>
                    <a:pt x="332" y="13"/>
                    <a:pt x="149" y="69"/>
                    <a:pt x="8" y="122"/>
                  </a:cubicBezTo>
                  <a:cubicBezTo>
                    <a:pt x="4" y="166"/>
                    <a:pt x="1" y="209"/>
                    <a:pt x="1" y="252"/>
                  </a:cubicBezTo>
                  <a:cubicBezTo>
                    <a:pt x="1" y="295"/>
                    <a:pt x="4" y="335"/>
                    <a:pt x="8" y="375"/>
                  </a:cubicBezTo>
                  <a:lnTo>
                    <a:pt x="369" y="66"/>
                  </a:lnTo>
                  <a:cubicBezTo>
                    <a:pt x="367" y="57"/>
                    <a:pt x="367" y="50"/>
                    <a:pt x="367" y="40"/>
                  </a:cubicBezTo>
                  <a:cubicBezTo>
                    <a:pt x="367" y="28"/>
                    <a:pt x="369" y="14"/>
                    <a:pt x="369"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1" name="Google Shape;4051;p72"/>
            <p:cNvSpPr/>
            <p:nvPr/>
          </p:nvSpPr>
          <p:spPr>
            <a:xfrm>
              <a:off x="2701257" y="5221702"/>
              <a:ext cx="19372" cy="26136"/>
            </a:xfrm>
            <a:custGeom>
              <a:avLst/>
              <a:gdLst/>
              <a:ahLst/>
              <a:cxnLst/>
              <a:rect l="l" t="t" r="r" b="b"/>
              <a:pathLst>
                <a:path w="378" h="510" extrusionOk="0">
                  <a:moveTo>
                    <a:pt x="353" y="0"/>
                  </a:moveTo>
                  <a:cubicBezTo>
                    <a:pt x="310" y="40"/>
                    <a:pt x="134" y="206"/>
                    <a:pt x="0" y="336"/>
                  </a:cubicBezTo>
                  <a:cubicBezTo>
                    <a:pt x="20" y="406"/>
                    <a:pt x="51" y="463"/>
                    <a:pt x="88" y="509"/>
                  </a:cubicBezTo>
                  <a:lnTo>
                    <a:pt x="378" y="43"/>
                  </a:lnTo>
                  <a:cubicBezTo>
                    <a:pt x="368" y="31"/>
                    <a:pt x="359" y="17"/>
                    <a:pt x="353"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2" name="Google Shape;4052;p72"/>
            <p:cNvSpPr/>
            <p:nvPr/>
          </p:nvSpPr>
          <p:spPr>
            <a:xfrm>
              <a:off x="2741332" y="5178090"/>
              <a:ext cx="19525" cy="21729"/>
            </a:xfrm>
            <a:custGeom>
              <a:avLst/>
              <a:gdLst/>
              <a:ahLst/>
              <a:cxnLst/>
              <a:rect l="l" t="t" r="r" b="b"/>
              <a:pathLst>
                <a:path w="381" h="424" extrusionOk="0">
                  <a:moveTo>
                    <a:pt x="342" y="0"/>
                  </a:moveTo>
                  <a:lnTo>
                    <a:pt x="0" y="371"/>
                  </a:lnTo>
                  <a:cubicBezTo>
                    <a:pt x="6" y="387"/>
                    <a:pt x="9" y="405"/>
                    <a:pt x="13" y="423"/>
                  </a:cubicBezTo>
                  <a:cubicBezTo>
                    <a:pt x="46" y="407"/>
                    <a:pt x="236" y="307"/>
                    <a:pt x="380" y="223"/>
                  </a:cubicBezTo>
                  <a:cubicBezTo>
                    <a:pt x="377" y="138"/>
                    <a:pt x="364" y="63"/>
                    <a:pt x="342"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3" name="Google Shape;4053;p72"/>
            <p:cNvSpPr/>
            <p:nvPr/>
          </p:nvSpPr>
          <p:spPr>
            <a:xfrm>
              <a:off x="2738257" y="5166713"/>
              <a:ext cx="18193" cy="27776"/>
            </a:xfrm>
            <a:custGeom>
              <a:avLst/>
              <a:gdLst/>
              <a:ahLst/>
              <a:cxnLst/>
              <a:rect l="l" t="t" r="r" b="b"/>
              <a:pathLst>
                <a:path w="355" h="542" extrusionOk="0">
                  <a:moveTo>
                    <a:pt x="232" y="0"/>
                  </a:moveTo>
                  <a:lnTo>
                    <a:pt x="0" y="512"/>
                  </a:lnTo>
                  <a:cubicBezTo>
                    <a:pt x="11" y="520"/>
                    <a:pt x="22" y="529"/>
                    <a:pt x="31" y="541"/>
                  </a:cubicBezTo>
                  <a:cubicBezTo>
                    <a:pt x="65" y="498"/>
                    <a:pt x="230" y="287"/>
                    <a:pt x="355" y="121"/>
                  </a:cubicBezTo>
                  <a:cubicBezTo>
                    <a:pt x="321" y="67"/>
                    <a:pt x="279" y="28"/>
                    <a:pt x="232"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4" name="Google Shape;4054;p72"/>
            <p:cNvSpPr/>
            <p:nvPr/>
          </p:nvSpPr>
          <p:spPr>
            <a:xfrm>
              <a:off x="2733235" y="5164766"/>
              <a:ext cx="12043" cy="27571"/>
            </a:xfrm>
            <a:custGeom>
              <a:avLst/>
              <a:gdLst/>
              <a:ahLst/>
              <a:cxnLst/>
              <a:rect l="l" t="t" r="r" b="b"/>
              <a:pathLst>
                <a:path w="235" h="538" extrusionOk="0">
                  <a:moveTo>
                    <a:pt x="179" y="1"/>
                  </a:moveTo>
                  <a:cubicBezTo>
                    <a:pt x="140" y="1"/>
                    <a:pt x="99" y="8"/>
                    <a:pt x="56" y="21"/>
                  </a:cubicBezTo>
                  <a:lnTo>
                    <a:pt x="0" y="538"/>
                  </a:lnTo>
                  <a:cubicBezTo>
                    <a:pt x="13" y="534"/>
                    <a:pt x="25" y="533"/>
                    <a:pt x="36" y="533"/>
                  </a:cubicBezTo>
                  <a:cubicBezTo>
                    <a:pt x="40" y="533"/>
                    <a:pt x="44" y="533"/>
                    <a:pt x="48" y="533"/>
                  </a:cubicBezTo>
                  <a:cubicBezTo>
                    <a:pt x="74" y="463"/>
                    <a:pt x="169" y="202"/>
                    <a:pt x="235" y="6"/>
                  </a:cubicBezTo>
                  <a:cubicBezTo>
                    <a:pt x="217" y="2"/>
                    <a:pt x="198" y="1"/>
                    <a:pt x="179"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5" name="Google Shape;4055;p72"/>
            <p:cNvSpPr/>
            <p:nvPr/>
          </p:nvSpPr>
          <p:spPr>
            <a:xfrm>
              <a:off x="2721448" y="5168045"/>
              <a:ext cx="9686" cy="27981"/>
            </a:xfrm>
            <a:custGeom>
              <a:avLst/>
              <a:gdLst/>
              <a:ahLst/>
              <a:cxnLst/>
              <a:rect l="l" t="t" r="r" b="b"/>
              <a:pathLst>
                <a:path w="189" h="546" extrusionOk="0">
                  <a:moveTo>
                    <a:pt x="189" y="0"/>
                  </a:moveTo>
                  <a:lnTo>
                    <a:pt x="189" y="0"/>
                  </a:lnTo>
                  <a:cubicBezTo>
                    <a:pt x="184" y="3"/>
                    <a:pt x="178" y="5"/>
                    <a:pt x="174" y="8"/>
                  </a:cubicBezTo>
                  <a:cubicBezTo>
                    <a:pt x="114" y="43"/>
                    <a:pt x="56" y="87"/>
                    <a:pt x="0" y="141"/>
                  </a:cubicBezTo>
                  <a:lnTo>
                    <a:pt x="109" y="546"/>
                  </a:lnTo>
                  <a:cubicBezTo>
                    <a:pt x="126" y="531"/>
                    <a:pt x="141" y="517"/>
                    <a:pt x="158" y="506"/>
                  </a:cubicBezTo>
                  <a:cubicBezTo>
                    <a:pt x="163" y="439"/>
                    <a:pt x="181" y="187"/>
                    <a:pt x="189"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6" name="Google Shape;4056;p72"/>
            <p:cNvSpPr/>
            <p:nvPr/>
          </p:nvSpPr>
          <p:spPr>
            <a:xfrm>
              <a:off x="2738719" y="5212016"/>
              <a:ext cx="17014" cy="18654"/>
            </a:xfrm>
            <a:custGeom>
              <a:avLst/>
              <a:gdLst/>
              <a:ahLst/>
              <a:cxnLst/>
              <a:rect l="l" t="t" r="r" b="b"/>
              <a:pathLst>
                <a:path w="332" h="364" extrusionOk="0">
                  <a:moveTo>
                    <a:pt x="31" y="1"/>
                  </a:moveTo>
                  <a:cubicBezTo>
                    <a:pt x="22" y="24"/>
                    <a:pt x="13" y="47"/>
                    <a:pt x="1" y="68"/>
                  </a:cubicBezTo>
                  <a:cubicBezTo>
                    <a:pt x="27" y="108"/>
                    <a:pt x="123" y="258"/>
                    <a:pt x="201" y="364"/>
                  </a:cubicBezTo>
                  <a:cubicBezTo>
                    <a:pt x="252" y="284"/>
                    <a:pt x="297" y="197"/>
                    <a:pt x="332" y="105"/>
                  </a:cubicBezTo>
                  <a:lnTo>
                    <a:pt x="31"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7" name="Google Shape;4057;p72"/>
            <p:cNvSpPr/>
            <p:nvPr/>
          </p:nvSpPr>
          <p:spPr>
            <a:xfrm>
              <a:off x="2741486" y="5196847"/>
              <a:ext cx="19218" cy="13888"/>
            </a:xfrm>
            <a:custGeom>
              <a:avLst/>
              <a:gdLst/>
              <a:ahLst/>
              <a:cxnLst/>
              <a:rect l="l" t="t" r="r" b="b"/>
              <a:pathLst>
                <a:path w="375" h="271" extrusionOk="0">
                  <a:moveTo>
                    <a:pt x="374" y="1"/>
                  </a:moveTo>
                  <a:lnTo>
                    <a:pt x="11" y="149"/>
                  </a:lnTo>
                  <a:cubicBezTo>
                    <a:pt x="10" y="171"/>
                    <a:pt x="5" y="192"/>
                    <a:pt x="0" y="215"/>
                  </a:cubicBezTo>
                  <a:cubicBezTo>
                    <a:pt x="28" y="220"/>
                    <a:pt x="193" y="254"/>
                    <a:pt x="322" y="271"/>
                  </a:cubicBezTo>
                  <a:cubicBezTo>
                    <a:pt x="348" y="182"/>
                    <a:pt x="367" y="90"/>
                    <a:pt x="374"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8" name="Google Shape;4058;p72"/>
            <p:cNvSpPr/>
            <p:nvPr/>
          </p:nvSpPr>
          <p:spPr>
            <a:xfrm>
              <a:off x="2708534" y="5225853"/>
              <a:ext cx="16502" cy="27776"/>
            </a:xfrm>
            <a:custGeom>
              <a:avLst/>
              <a:gdLst/>
              <a:ahLst/>
              <a:cxnLst/>
              <a:rect l="l" t="t" r="r" b="b"/>
              <a:pathLst>
                <a:path w="322" h="542" extrusionOk="0">
                  <a:moveTo>
                    <a:pt x="283" y="0"/>
                  </a:moveTo>
                  <a:cubicBezTo>
                    <a:pt x="262" y="36"/>
                    <a:pt x="111" y="287"/>
                    <a:pt x="1" y="482"/>
                  </a:cubicBezTo>
                  <a:cubicBezTo>
                    <a:pt x="44" y="516"/>
                    <a:pt x="96" y="536"/>
                    <a:pt x="151" y="542"/>
                  </a:cubicBezTo>
                  <a:lnTo>
                    <a:pt x="321" y="13"/>
                  </a:lnTo>
                  <a:cubicBezTo>
                    <a:pt x="309" y="11"/>
                    <a:pt x="295" y="7"/>
                    <a:pt x="283"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9" name="Google Shape;4059;p72"/>
            <p:cNvSpPr/>
            <p:nvPr/>
          </p:nvSpPr>
          <p:spPr>
            <a:xfrm>
              <a:off x="2722012" y="5225238"/>
              <a:ext cx="9686" cy="28186"/>
            </a:xfrm>
            <a:custGeom>
              <a:avLst/>
              <a:gdLst/>
              <a:ahLst/>
              <a:cxnLst/>
              <a:rect l="l" t="t" r="r" b="b"/>
              <a:pathLst>
                <a:path w="189" h="550" extrusionOk="0">
                  <a:moveTo>
                    <a:pt x="156" y="0"/>
                  </a:moveTo>
                  <a:cubicBezTo>
                    <a:pt x="140" y="9"/>
                    <a:pt x="123" y="16"/>
                    <a:pt x="107" y="20"/>
                  </a:cubicBezTo>
                  <a:cubicBezTo>
                    <a:pt x="94" y="81"/>
                    <a:pt x="37" y="347"/>
                    <a:pt x="0" y="549"/>
                  </a:cubicBezTo>
                  <a:cubicBezTo>
                    <a:pt x="52" y="538"/>
                    <a:pt x="106" y="518"/>
                    <a:pt x="163" y="485"/>
                  </a:cubicBezTo>
                  <a:cubicBezTo>
                    <a:pt x="172" y="480"/>
                    <a:pt x="179" y="474"/>
                    <a:pt x="189" y="468"/>
                  </a:cubicBezTo>
                  <a:lnTo>
                    <a:pt x="156"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0" name="Google Shape;4060;p72"/>
            <p:cNvSpPr/>
            <p:nvPr/>
          </p:nvSpPr>
          <p:spPr>
            <a:xfrm>
              <a:off x="2733645" y="5219857"/>
              <a:ext cx="12043" cy="25829"/>
            </a:xfrm>
            <a:custGeom>
              <a:avLst/>
              <a:gdLst/>
              <a:ahLst/>
              <a:cxnLst/>
              <a:rect l="l" t="t" r="r" b="b"/>
              <a:pathLst>
                <a:path w="235" h="504" extrusionOk="0">
                  <a:moveTo>
                    <a:pt x="44" y="1"/>
                  </a:moveTo>
                  <a:cubicBezTo>
                    <a:pt x="31" y="19"/>
                    <a:pt x="15" y="36"/>
                    <a:pt x="0" y="52"/>
                  </a:cubicBezTo>
                  <a:cubicBezTo>
                    <a:pt x="6" y="107"/>
                    <a:pt x="32" y="335"/>
                    <a:pt x="57" y="504"/>
                  </a:cubicBezTo>
                  <a:cubicBezTo>
                    <a:pt x="121" y="449"/>
                    <a:pt x="179" y="384"/>
                    <a:pt x="235" y="311"/>
                  </a:cubicBezTo>
                  <a:lnTo>
                    <a:pt x="44"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1" name="Google Shape;4061;p72"/>
            <p:cNvSpPr/>
            <p:nvPr/>
          </p:nvSpPr>
          <p:spPr>
            <a:xfrm>
              <a:off x="2721295" y="5196129"/>
              <a:ext cx="18039" cy="26290"/>
            </a:xfrm>
            <a:custGeom>
              <a:avLst/>
              <a:gdLst/>
              <a:ahLst/>
              <a:cxnLst/>
              <a:rect l="l" t="t" r="r" b="b"/>
              <a:pathLst>
                <a:path w="352" h="513" extrusionOk="0">
                  <a:moveTo>
                    <a:pt x="246" y="1"/>
                  </a:moveTo>
                  <a:cubicBezTo>
                    <a:pt x="225" y="1"/>
                    <a:pt x="201" y="8"/>
                    <a:pt x="177" y="22"/>
                  </a:cubicBezTo>
                  <a:cubicBezTo>
                    <a:pt x="78" y="79"/>
                    <a:pt x="0" y="229"/>
                    <a:pt x="0" y="358"/>
                  </a:cubicBezTo>
                  <a:cubicBezTo>
                    <a:pt x="0" y="454"/>
                    <a:pt x="44" y="512"/>
                    <a:pt x="107" y="512"/>
                  </a:cubicBezTo>
                  <a:cubicBezTo>
                    <a:pt x="128" y="512"/>
                    <a:pt x="152" y="505"/>
                    <a:pt x="177" y="492"/>
                  </a:cubicBezTo>
                  <a:cubicBezTo>
                    <a:pt x="273" y="435"/>
                    <a:pt x="351" y="285"/>
                    <a:pt x="351" y="156"/>
                  </a:cubicBezTo>
                  <a:cubicBezTo>
                    <a:pt x="351" y="59"/>
                    <a:pt x="308" y="1"/>
                    <a:pt x="246"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2" name="Google Shape;4062;p72"/>
            <p:cNvSpPr/>
            <p:nvPr/>
          </p:nvSpPr>
          <p:spPr>
            <a:xfrm>
              <a:off x="2726778" y="5202791"/>
              <a:ext cx="9788" cy="14144"/>
            </a:xfrm>
            <a:custGeom>
              <a:avLst/>
              <a:gdLst/>
              <a:ahLst/>
              <a:cxnLst/>
              <a:rect l="l" t="t" r="r" b="b"/>
              <a:pathLst>
                <a:path w="191" h="276" extrusionOk="0">
                  <a:moveTo>
                    <a:pt x="134" y="0"/>
                  </a:moveTo>
                  <a:cubicBezTo>
                    <a:pt x="122" y="0"/>
                    <a:pt x="109" y="4"/>
                    <a:pt x="96" y="12"/>
                  </a:cubicBezTo>
                  <a:cubicBezTo>
                    <a:pt x="44" y="41"/>
                    <a:pt x="1" y="122"/>
                    <a:pt x="1" y="193"/>
                  </a:cubicBezTo>
                  <a:cubicBezTo>
                    <a:pt x="1" y="244"/>
                    <a:pt x="24" y="275"/>
                    <a:pt x="58" y="275"/>
                  </a:cubicBezTo>
                  <a:cubicBezTo>
                    <a:pt x="69" y="275"/>
                    <a:pt x="82" y="271"/>
                    <a:pt x="96" y="263"/>
                  </a:cubicBezTo>
                  <a:cubicBezTo>
                    <a:pt x="148" y="234"/>
                    <a:pt x="191" y="153"/>
                    <a:pt x="191" y="83"/>
                  </a:cubicBezTo>
                  <a:cubicBezTo>
                    <a:pt x="191" y="31"/>
                    <a:pt x="167" y="0"/>
                    <a:pt x="134"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3" name="Google Shape;4063;p72"/>
            <p:cNvSpPr/>
            <p:nvPr/>
          </p:nvSpPr>
          <p:spPr>
            <a:xfrm>
              <a:off x="2098484" y="4952499"/>
              <a:ext cx="683437" cy="509195"/>
            </a:xfrm>
            <a:custGeom>
              <a:avLst/>
              <a:gdLst/>
              <a:ahLst/>
              <a:cxnLst/>
              <a:rect l="l" t="t" r="r" b="b"/>
              <a:pathLst>
                <a:path w="13336" h="9936" extrusionOk="0">
                  <a:moveTo>
                    <a:pt x="7962" y="1"/>
                  </a:moveTo>
                  <a:cubicBezTo>
                    <a:pt x="7831" y="1"/>
                    <a:pt x="7612" y="92"/>
                    <a:pt x="7272" y="235"/>
                  </a:cubicBezTo>
                  <a:cubicBezTo>
                    <a:pt x="6594" y="520"/>
                    <a:pt x="5811" y="996"/>
                    <a:pt x="5696" y="1062"/>
                  </a:cubicBezTo>
                  <a:cubicBezTo>
                    <a:pt x="5329" y="1272"/>
                    <a:pt x="5041" y="1607"/>
                    <a:pt x="4863" y="1851"/>
                  </a:cubicBezTo>
                  <a:cubicBezTo>
                    <a:pt x="4434" y="2441"/>
                    <a:pt x="3997" y="3121"/>
                    <a:pt x="3647" y="3463"/>
                  </a:cubicBezTo>
                  <a:cubicBezTo>
                    <a:pt x="3643" y="3467"/>
                    <a:pt x="3638" y="3470"/>
                    <a:pt x="3634" y="3475"/>
                  </a:cubicBezTo>
                  <a:cubicBezTo>
                    <a:pt x="4144" y="3823"/>
                    <a:pt x="4639" y="4186"/>
                    <a:pt x="5165" y="4510"/>
                  </a:cubicBezTo>
                  <a:cubicBezTo>
                    <a:pt x="5728" y="4858"/>
                    <a:pt x="6307" y="5177"/>
                    <a:pt x="6901" y="5471"/>
                  </a:cubicBezTo>
                  <a:cubicBezTo>
                    <a:pt x="6944" y="5492"/>
                    <a:pt x="6917" y="5551"/>
                    <a:pt x="6876" y="5551"/>
                  </a:cubicBezTo>
                  <a:cubicBezTo>
                    <a:pt x="6875" y="5551"/>
                    <a:pt x="6873" y="5551"/>
                    <a:pt x="6872" y="5551"/>
                  </a:cubicBezTo>
                  <a:cubicBezTo>
                    <a:pt x="5946" y="5991"/>
                    <a:pt x="5118" y="6547"/>
                    <a:pt x="4422" y="7308"/>
                  </a:cubicBezTo>
                  <a:cubicBezTo>
                    <a:pt x="4239" y="7505"/>
                    <a:pt x="4068" y="7714"/>
                    <a:pt x="3908" y="7930"/>
                  </a:cubicBezTo>
                  <a:cubicBezTo>
                    <a:pt x="3784" y="8099"/>
                    <a:pt x="3681" y="8324"/>
                    <a:pt x="3514" y="8454"/>
                  </a:cubicBezTo>
                  <a:cubicBezTo>
                    <a:pt x="3410" y="8535"/>
                    <a:pt x="3237" y="8592"/>
                    <a:pt x="3091" y="8592"/>
                  </a:cubicBezTo>
                  <a:cubicBezTo>
                    <a:pt x="3045" y="8592"/>
                    <a:pt x="3002" y="8586"/>
                    <a:pt x="2964" y="8574"/>
                  </a:cubicBezTo>
                  <a:cubicBezTo>
                    <a:pt x="2585" y="8448"/>
                    <a:pt x="1556" y="7898"/>
                    <a:pt x="925" y="7508"/>
                  </a:cubicBezTo>
                  <a:cubicBezTo>
                    <a:pt x="636" y="7331"/>
                    <a:pt x="322" y="7148"/>
                    <a:pt x="37" y="6957"/>
                  </a:cubicBezTo>
                  <a:lnTo>
                    <a:pt x="37" y="6957"/>
                  </a:lnTo>
                  <a:cubicBezTo>
                    <a:pt x="0" y="7185"/>
                    <a:pt x="8" y="7403"/>
                    <a:pt x="61" y="7611"/>
                  </a:cubicBezTo>
                  <a:cubicBezTo>
                    <a:pt x="81" y="7683"/>
                    <a:pt x="133" y="7738"/>
                    <a:pt x="195" y="7778"/>
                  </a:cubicBezTo>
                  <a:lnTo>
                    <a:pt x="3942" y="9935"/>
                  </a:lnTo>
                  <a:cubicBezTo>
                    <a:pt x="3942" y="9935"/>
                    <a:pt x="4535" y="8307"/>
                    <a:pt x="5297" y="7651"/>
                  </a:cubicBezTo>
                  <a:cubicBezTo>
                    <a:pt x="6059" y="6995"/>
                    <a:pt x="8287" y="6819"/>
                    <a:pt x="9177" y="5975"/>
                  </a:cubicBezTo>
                  <a:cubicBezTo>
                    <a:pt x="10068" y="5132"/>
                    <a:pt x="13023" y="2938"/>
                    <a:pt x="13023" y="2938"/>
                  </a:cubicBezTo>
                  <a:lnTo>
                    <a:pt x="13335" y="2382"/>
                  </a:lnTo>
                  <a:lnTo>
                    <a:pt x="9536" y="191"/>
                  </a:lnTo>
                  <a:cubicBezTo>
                    <a:pt x="9458" y="145"/>
                    <a:pt x="9363" y="117"/>
                    <a:pt x="9242" y="116"/>
                  </a:cubicBezTo>
                  <a:cubicBezTo>
                    <a:pt x="9072" y="114"/>
                    <a:pt x="8196" y="4"/>
                    <a:pt x="7965" y="1"/>
                  </a:cubicBezTo>
                  <a:cubicBezTo>
                    <a:pt x="7964" y="1"/>
                    <a:pt x="7963" y="1"/>
                    <a:pt x="7962" y="1"/>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4" name="Google Shape;4064;p72"/>
            <p:cNvSpPr/>
            <p:nvPr/>
          </p:nvSpPr>
          <p:spPr>
            <a:xfrm>
              <a:off x="2100329" y="5130532"/>
              <a:ext cx="354018" cy="262336"/>
            </a:xfrm>
            <a:custGeom>
              <a:avLst/>
              <a:gdLst/>
              <a:ahLst/>
              <a:cxnLst/>
              <a:rect l="l" t="t" r="r" b="b"/>
              <a:pathLst>
                <a:path w="6908" h="5119" extrusionOk="0">
                  <a:moveTo>
                    <a:pt x="3598" y="1"/>
                  </a:moveTo>
                  <a:cubicBezTo>
                    <a:pt x="3319" y="264"/>
                    <a:pt x="2667" y="547"/>
                    <a:pt x="1945" y="985"/>
                  </a:cubicBezTo>
                  <a:cubicBezTo>
                    <a:pt x="1028" y="1542"/>
                    <a:pt x="501" y="2126"/>
                    <a:pt x="180" y="2875"/>
                  </a:cubicBezTo>
                  <a:cubicBezTo>
                    <a:pt x="90" y="3087"/>
                    <a:pt x="30" y="3288"/>
                    <a:pt x="1" y="3483"/>
                  </a:cubicBezTo>
                  <a:cubicBezTo>
                    <a:pt x="286" y="3674"/>
                    <a:pt x="600" y="3857"/>
                    <a:pt x="889" y="4034"/>
                  </a:cubicBezTo>
                  <a:cubicBezTo>
                    <a:pt x="1520" y="4424"/>
                    <a:pt x="2549" y="4974"/>
                    <a:pt x="2928" y="5100"/>
                  </a:cubicBezTo>
                  <a:cubicBezTo>
                    <a:pt x="2966" y="5112"/>
                    <a:pt x="3009" y="5118"/>
                    <a:pt x="3055" y="5118"/>
                  </a:cubicBezTo>
                  <a:cubicBezTo>
                    <a:pt x="3201" y="5118"/>
                    <a:pt x="3374" y="5061"/>
                    <a:pt x="3478" y="4980"/>
                  </a:cubicBezTo>
                  <a:cubicBezTo>
                    <a:pt x="3645" y="4850"/>
                    <a:pt x="3748" y="4625"/>
                    <a:pt x="3872" y="4456"/>
                  </a:cubicBezTo>
                  <a:cubicBezTo>
                    <a:pt x="4032" y="4240"/>
                    <a:pt x="4203" y="4031"/>
                    <a:pt x="4386" y="3834"/>
                  </a:cubicBezTo>
                  <a:cubicBezTo>
                    <a:pt x="5082" y="3073"/>
                    <a:pt x="5910" y="2517"/>
                    <a:pt x="6836" y="2077"/>
                  </a:cubicBezTo>
                  <a:cubicBezTo>
                    <a:pt x="6837" y="2077"/>
                    <a:pt x="6839" y="2077"/>
                    <a:pt x="6840" y="2077"/>
                  </a:cubicBezTo>
                  <a:cubicBezTo>
                    <a:pt x="6881" y="2077"/>
                    <a:pt x="6908" y="2018"/>
                    <a:pt x="6865" y="1997"/>
                  </a:cubicBezTo>
                  <a:cubicBezTo>
                    <a:pt x="6271" y="1703"/>
                    <a:pt x="5692" y="1384"/>
                    <a:pt x="5129" y="1036"/>
                  </a:cubicBezTo>
                  <a:cubicBezTo>
                    <a:pt x="4603" y="712"/>
                    <a:pt x="4108" y="349"/>
                    <a:pt x="3598" y="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5" name="Google Shape;4065;p72"/>
            <p:cNvSpPr/>
            <p:nvPr/>
          </p:nvSpPr>
          <p:spPr>
            <a:xfrm>
              <a:off x="2289637" y="5063859"/>
              <a:ext cx="521597" cy="402037"/>
            </a:xfrm>
            <a:custGeom>
              <a:avLst/>
              <a:gdLst/>
              <a:ahLst/>
              <a:cxnLst/>
              <a:rect l="l" t="t" r="r" b="b"/>
              <a:pathLst>
                <a:path w="10178" h="7845" extrusionOk="0">
                  <a:moveTo>
                    <a:pt x="8000" y="0"/>
                  </a:moveTo>
                  <a:cubicBezTo>
                    <a:pt x="7871" y="0"/>
                    <a:pt x="7652" y="92"/>
                    <a:pt x="7312" y="235"/>
                  </a:cubicBezTo>
                  <a:cubicBezTo>
                    <a:pt x="6634" y="521"/>
                    <a:pt x="5851" y="995"/>
                    <a:pt x="5736" y="1061"/>
                  </a:cubicBezTo>
                  <a:cubicBezTo>
                    <a:pt x="5369" y="1271"/>
                    <a:pt x="5081" y="1607"/>
                    <a:pt x="4903" y="1851"/>
                  </a:cubicBezTo>
                  <a:cubicBezTo>
                    <a:pt x="4474" y="2441"/>
                    <a:pt x="4037" y="3120"/>
                    <a:pt x="3686" y="3463"/>
                  </a:cubicBezTo>
                  <a:cubicBezTo>
                    <a:pt x="3413" y="3730"/>
                    <a:pt x="2752" y="4014"/>
                    <a:pt x="2021" y="4458"/>
                  </a:cubicBezTo>
                  <a:cubicBezTo>
                    <a:pt x="1103" y="5015"/>
                    <a:pt x="577" y="5599"/>
                    <a:pt x="256" y="6349"/>
                  </a:cubicBezTo>
                  <a:cubicBezTo>
                    <a:pt x="60" y="6809"/>
                    <a:pt x="0" y="7226"/>
                    <a:pt x="101" y="7611"/>
                  </a:cubicBezTo>
                  <a:cubicBezTo>
                    <a:pt x="142" y="7764"/>
                    <a:pt x="335" y="7844"/>
                    <a:pt x="430" y="7844"/>
                  </a:cubicBezTo>
                  <a:cubicBezTo>
                    <a:pt x="448" y="7844"/>
                    <a:pt x="462" y="7841"/>
                    <a:pt x="471" y="7836"/>
                  </a:cubicBezTo>
                  <a:cubicBezTo>
                    <a:pt x="544" y="7792"/>
                    <a:pt x="649" y="7730"/>
                    <a:pt x="758" y="7666"/>
                  </a:cubicBezTo>
                  <a:cubicBezTo>
                    <a:pt x="756" y="7638"/>
                    <a:pt x="755" y="7612"/>
                    <a:pt x="755" y="7583"/>
                  </a:cubicBezTo>
                  <a:cubicBezTo>
                    <a:pt x="755" y="6674"/>
                    <a:pt x="1306" y="5619"/>
                    <a:pt x="1987" y="5225"/>
                  </a:cubicBezTo>
                  <a:cubicBezTo>
                    <a:pt x="2161" y="5124"/>
                    <a:pt x="2327" y="5077"/>
                    <a:pt x="2477" y="5077"/>
                  </a:cubicBezTo>
                  <a:cubicBezTo>
                    <a:pt x="2915" y="5077"/>
                    <a:pt x="3221" y="5481"/>
                    <a:pt x="3221" y="6157"/>
                  </a:cubicBezTo>
                  <a:cubicBezTo>
                    <a:pt x="3221" y="6186"/>
                    <a:pt x="3220" y="6214"/>
                    <a:pt x="3218" y="6243"/>
                  </a:cubicBezTo>
                  <a:lnTo>
                    <a:pt x="7165" y="3988"/>
                  </a:lnTo>
                  <a:cubicBezTo>
                    <a:pt x="7163" y="3951"/>
                    <a:pt x="7160" y="3914"/>
                    <a:pt x="7160" y="3876"/>
                  </a:cubicBezTo>
                  <a:cubicBezTo>
                    <a:pt x="7160" y="2968"/>
                    <a:pt x="7713" y="1912"/>
                    <a:pt x="8394" y="1519"/>
                  </a:cubicBezTo>
                  <a:cubicBezTo>
                    <a:pt x="8569" y="1419"/>
                    <a:pt x="8735" y="1371"/>
                    <a:pt x="8885" y="1371"/>
                  </a:cubicBezTo>
                  <a:cubicBezTo>
                    <a:pt x="9323" y="1371"/>
                    <a:pt x="9628" y="1775"/>
                    <a:pt x="9628" y="2452"/>
                  </a:cubicBezTo>
                  <a:cubicBezTo>
                    <a:pt x="9628" y="2465"/>
                    <a:pt x="9627" y="2479"/>
                    <a:pt x="9627" y="2493"/>
                  </a:cubicBezTo>
                  <a:cubicBezTo>
                    <a:pt x="9823" y="2308"/>
                    <a:pt x="10090" y="2042"/>
                    <a:pt x="10163" y="1901"/>
                  </a:cubicBezTo>
                  <a:cubicBezTo>
                    <a:pt x="10177" y="1708"/>
                    <a:pt x="10127" y="1363"/>
                    <a:pt x="10094" y="1214"/>
                  </a:cubicBezTo>
                  <a:cubicBezTo>
                    <a:pt x="10035" y="935"/>
                    <a:pt x="9961" y="687"/>
                    <a:pt x="9875" y="540"/>
                  </a:cubicBezTo>
                  <a:cubicBezTo>
                    <a:pt x="9728" y="287"/>
                    <a:pt x="9595" y="120"/>
                    <a:pt x="9282" y="115"/>
                  </a:cubicBezTo>
                  <a:cubicBezTo>
                    <a:pt x="9112" y="114"/>
                    <a:pt x="8235" y="3"/>
                    <a:pt x="8003" y="0"/>
                  </a:cubicBezTo>
                  <a:cubicBezTo>
                    <a:pt x="8002" y="0"/>
                    <a:pt x="8001" y="0"/>
                    <a:pt x="8000" y="0"/>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066;p72"/>
            <p:cNvSpPr/>
            <p:nvPr/>
          </p:nvSpPr>
          <p:spPr>
            <a:xfrm>
              <a:off x="2656518" y="5134068"/>
              <a:ext cx="126581" cy="134166"/>
            </a:xfrm>
            <a:custGeom>
              <a:avLst/>
              <a:gdLst/>
              <a:ahLst/>
              <a:cxnLst/>
              <a:rect l="l" t="t" r="r" b="b"/>
              <a:pathLst>
                <a:path w="2470" h="2618" extrusionOk="0">
                  <a:moveTo>
                    <a:pt x="1726" y="1"/>
                  </a:moveTo>
                  <a:cubicBezTo>
                    <a:pt x="1576" y="1"/>
                    <a:pt x="1410" y="49"/>
                    <a:pt x="1235" y="149"/>
                  </a:cubicBezTo>
                  <a:cubicBezTo>
                    <a:pt x="554" y="542"/>
                    <a:pt x="1" y="1598"/>
                    <a:pt x="1" y="2506"/>
                  </a:cubicBezTo>
                  <a:cubicBezTo>
                    <a:pt x="1" y="2544"/>
                    <a:pt x="4" y="2581"/>
                    <a:pt x="6" y="2618"/>
                  </a:cubicBezTo>
                  <a:lnTo>
                    <a:pt x="174" y="2521"/>
                  </a:lnTo>
                  <a:cubicBezTo>
                    <a:pt x="174" y="2497"/>
                    <a:pt x="173" y="2474"/>
                    <a:pt x="173" y="2449"/>
                  </a:cubicBezTo>
                  <a:cubicBezTo>
                    <a:pt x="173" y="1621"/>
                    <a:pt x="676" y="658"/>
                    <a:pt x="1298" y="300"/>
                  </a:cubicBezTo>
                  <a:cubicBezTo>
                    <a:pt x="1457" y="208"/>
                    <a:pt x="1608" y="165"/>
                    <a:pt x="1745" y="165"/>
                  </a:cubicBezTo>
                  <a:cubicBezTo>
                    <a:pt x="2144" y="165"/>
                    <a:pt x="2423" y="533"/>
                    <a:pt x="2423" y="1151"/>
                  </a:cubicBezTo>
                  <a:cubicBezTo>
                    <a:pt x="2423" y="1155"/>
                    <a:pt x="2422" y="1161"/>
                    <a:pt x="2422" y="1166"/>
                  </a:cubicBezTo>
                  <a:cubicBezTo>
                    <a:pt x="2437" y="1154"/>
                    <a:pt x="2452" y="1138"/>
                    <a:pt x="2468" y="1123"/>
                  </a:cubicBezTo>
                  <a:cubicBezTo>
                    <a:pt x="2468" y="1109"/>
                    <a:pt x="2469" y="1095"/>
                    <a:pt x="2469" y="1082"/>
                  </a:cubicBezTo>
                  <a:cubicBezTo>
                    <a:pt x="2469" y="405"/>
                    <a:pt x="2164" y="1"/>
                    <a:pt x="1726" y="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72"/>
            <p:cNvSpPr/>
            <p:nvPr/>
          </p:nvSpPr>
          <p:spPr>
            <a:xfrm>
              <a:off x="2328278" y="5323991"/>
              <a:ext cx="126479" cy="132731"/>
            </a:xfrm>
            <a:custGeom>
              <a:avLst/>
              <a:gdLst/>
              <a:ahLst/>
              <a:cxnLst/>
              <a:rect l="l" t="t" r="r" b="b"/>
              <a:pathLst>
                <a:path w="2468" h="2590" extrusionOk="0">
                  <a:moveTo>
                    <a:pt x="1723" y="1"/>
                  </a:moveTo>
                  <a:cubicBezTo>
                    <a:pt x="1573" y="1"/>
                    <a:pt x="1407" y="48"/>
                    <a:pt x="1233" y="149"/>
                  </a:cubicBezTo>
                  <a:cubicBezTo>
                    <a:pt x="552" y="543"/>
                    <a:pt x="1" y="1598"/>
                    <a:pt x="1" y="2507"/>
                  </a:cubicBezTo>
                  <a:cubicBezTo>
                    <a:pt x="1" y="2536"/>
                    <a:pt x="2" y="2562"/>
                    <a:pt x="4" y="2590"/>
                  </a:cubicBezTo>
                  <a:cubicBezTo>
                    <a:pt x="60" y="2558"/>
                    <a:pt x="117" y="2524"/>
                    <a:pt x="172" y="2492"/>
                  </a:cubicBezTo>
                  <a:cubicBezTo>
                    <a:pt x="171" y="2475"/>
                    <a:pt x="169" y="2459"/>
                    <a:pt x="169" y="2443"/>
                  </a:cubicBezTo>
                  <a:cubicBezTo>
                    <a:pt x="169" y="1615"/>
                    <a:pt x="674" y="652"/>
                    <a:pt x="1294" y="293"/>
                  </a:cubicBezTo>
                  <a:cubicBezTo>
                    <a:pt x="1454" y="201"/>
                    <a:pt x="1605" y="158"/>
                    <a:pt x="1742" y="158"/>
                  </a:cubicBezTo>
                  <a:cubicBezTo>
                    <a:pt x="2141" y="158"/>
                    <a:pt x="2420" y="527"/>
                    <a:pt x="2420" y="1144"/>
                  </a:cubicBezTo>
                  <a:cubicBezTo>
                    <a:pt x="2420" y="1159"/>
                    <a:pt x="2418" y="1176"/>
                    <a:pt x="2418" y="1193"/>
                  </a:cubicBezTo>
                  <a:lnTo>
                    <a:pt x="2464" y="1167"/>
                  </a:lnTo>
                  <a:cubicBezTo>
                    <a:pt x="2466" y="1138"/>
                    <a:pt x="2467" y="1110"/>
                    <a:pt x="2467" y="1081"/>
                  </a:cubicBezTo>
                  <a:cubicBezTo>
                    <a:pt x="2467" y="405"/>
                    <a:pt x="2161" y="1"/>
                    <a:pt x="1723" y="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72"/>
            <p:cNvSpPr/>
            <p:nvPr/>
          </p:nvSpPr>
          <p:spPr>
            <a:xfrm>
              <a:off x="2320283" y="5041618"/>
              <a:ext cx="222363" cy="180186"/>
            </a:xfrm>
            <a:custGeom>
              <a:avLst/>
              <a:gdLst/>
              <a:ahLst/>
              <a:cxnLst/>
              <a:rect l="l" t="t" r="r" b="b"/>
              <a:pathLst>
                <a:path w="4339" h="3516" extrusionOk="0">
                  <a:moveTo>
                    <a:pt x="1004" y="0"/>
                  </a:moveTo>
                  <a:cubicBezTo>
                    <a:pt x="618" y="514"/>
                    <a:pt x="134" y="1257"/>
                    <a:pt x="0" y="1501"/>
                  </a:cubicBezTo>
                  <a:cubicBezTo>
                    <a:pt x="420" y="1722"/>
                    <a:pt x="2547" y="2956"/>
                    <a:pt x="3186" y="3516"/>
                  </a:cubicBezTo>
                  <a:cubicBezTo>
                    <a:pt x="3186" y="3516"/>
                    <a:pt x="3692" y="2786"/>
                    <a:pt x="3854" y="2554"/>
                  </a:cubicBezTo>
                  <a:cubicBezTo>
                    <a:pt x="3980" y="2377"/>
                    <a:pt x="4339" y="1875"/>
                    <a:pt x="4339" y="1875"/>
                  </a:cubicBezTo>
                  <a:cubicBezTo>
                    <a:pt x="4339" y="1875"/>
                    <a:pt x="2777" y="1098"/>
                    <a:pt x="1966" y="630"/>
                  </a:cubicBezTo>
                  <a:cubicBezTo>
                    <a:pt x="1469" y="342"/>
                    <a:pt x="1164" y="124"/>
                    <a:pt x="1004" y="0"/>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72"/>
            <p:cNvSpPr/>
            <p:nvPr/>
          </p:nvSpPr>
          <p:spPr>
            <a:xfrm>
              <a:off x="2299374" y="5035776"/>
              <a:ext cx="184235" cy="196329"/>
            </a:xfrm>
            <a:custGeom>
              <a:avLst/>
              <a:gdLst/>
              <a:ahLst/>
              <a:cxnLst/>
              <a:rect l="l" t="t" r="r" b="b"/>
              <a:pathLst>
                <a:path w="3595" h="3831" extrusionOk="0">
                  <a:moveTo>
                    <a:pt x="1274" y="1"/>
                  </a:moveTo>
                  <a:lnTo>
                    <a:pt x="0" y="1876"/>
                  </a:lnTo>
                  <a:cubicBezTo>
                    <a:pt x="0" y="1876"/>
                    <a:pt x="161" y="2113"/>
                    <a:pt x="1262" y="2751"/>
                  </a:cubicBezTo>
                  <a:cubicBezTo>
                    <a:pt x="2440" y="3432"/>
                    <a:pt x="3433" y="3831"/>
                    <a:pt x="3433" y="3831"/>
                  </a:cubicBezTo>
                  <a:lnTo>
                    <a:pt x="3594" y="3630"/>
                  </a:lnTo>
                  <a:cubicBezTo>
                    <a:pt x="2955" y="3070"/>
                    <a:pt x="828" y="1836"/>
                    <a:pt x="408" y="1615"/>
                  </a:cubicBezTo>
                  <a:cubicBezTo>
                    <a:pt x="542" y="1371"/>
                    <a:pt x="1026" y="628"/>
                    <a:pt x="1412" y="114"/>
                  </a:cubicBezTo>
                  <a:cubicBezTo>
                    <a:pt x="1317" y="41"/>
                    <a:pt x="1274" y="1"/>
                    <a:pt x="1274" y="1"/>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070;p72"/>
            <p:cNvSpPr/>
            <p:nvPr/>
          </p:nvSpPr>
          <p:spPr>
            <a:xfrm>
              <a:off x="2337861" y="5035776"/>
              <a:ext cx="204785" cy="108081"/>
            </a:xfrm>
            <a:custGeom>
              <a:avLst/>
              <a:gdLst/>
              <a:ahLst/>
              <a:cxnLst/>
              <a:rect l="l" t="t" r="r" b="b"/>
              <a:pathLst>
                <a:path w="3996" h="2109" extrusionOk="0">
                  <a:moveTo>
                    <a:pt x="523" y="1"/>
                  </a:moveTo>
                  <a:lnTo>
                    <a:pt x="1" y="772"/>
                  </a:lnTo>
                  <a:cubicBezTo>
                    <a:pt x="1" y="772"/>
                    <a:pt x="206" y="931"/>
                    <a:pt x="1275" y="1397"/>
                  </a:cubicBezTo>
                  <a:cubicBezTo>
                    <a:pt x="2196" y="1801"/>
                    <a:pt x="3910" y="2109"/>
                    <a:pt x="3910" y="2109"/>
                  </a:cubicBezTo>
                  <a:lnTo>
                    <a:pt x="3996" y="1989"/>
                  </a:lnTo>
                  <a:cubicBezTo>
                    <a:pt x="3996" y="1989"/>
                    <a:pt x="2253" y="1109"/>
                    <a:pt x="1802" y="846"/>
                  </a:cubicBezTo>
                  <a:cubicBezTo>
                    <a:pt x="1063" y="413"/>
                    <a:pt x="523" y="1"/>
                    <a:pt x="523" y="1"/>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72"/>
            <p:cNvSpPr/>
            <p:nvPr/>
          </p:nvSpPr>
          <p:spPr>
            <a:xfrm>
              <a:off x="2297427" y="5035007"/>
              <a:ext cx="247218" cy="197098"/>
            </a:xfrm>
            <a:custGeom>
              <a:avLst/>
              <a:gdLst/>
              <a:ahLst/>
              <a:cxnLst/>
              <a:rect l="l" t="t" r="r" b="b"/>
              <a:pathLst>
                <a:path w="4824" h="3846" extrusionOk="0">
                  <a:moveTo>
                    <a:pt x="1329" y="0"/>
                  </a:moveTo>
                  <a:cubicBezTo>
                    <a:pt x="1277" y="0"/>
                    <a:pt x="1221" y="58"/>
                    <a:pt x="1110" y="198"/>
                  </a:cubicBezTo>
                  <a:cubicBezTo>
                    <a:pt x="940" y="417"/>
                    <a:pt x="0" y="1865"/>
                    <a:pt x="0" y="1865"/>
                  </a:cubicBezTo>
                  <a:lnTo>
                    <a:pt x="40" y="1891"/>
                  </a:lnTo>
                  <a:cubicBezTo>
                    <a:pt x="40" y="1891"/>
                    <a:pt x="802" y="835"/>
                    <a:pt x="911" y="660"/>
                  </a:cubicBezTo>
                  <a:cubicBezTo>
                    <a:pt x="1044" y="447"/>
                    <a:pt x="1228" y="169"/>
                    <a:pt x="1299" y="129"/>
                  </a:cubicBezTo>
                  <a:cubicBezTo>
                    <a:pt x="1301" y="128"/>
                    <a:pt x="1304" y="127"/>
                    <a:pt x="1308" y="127"/>
                  </a:cubicBezTo>
                  <a:cubicBezTo>
                    <a:pt x="1417" y="127"/>
                    <a:pt x="2138" y="672"/>
                    <a:pt x="2793" y="1035"/>
                  </a:cubicBezTo>
                  <a:cubicBezTo>
                    <a:pt x="3471" y="1409"/>
                    <a:pt x="4503" y="1857"/>
                    <a:pt x="4612" y="1931"/>
                  </a:cubicBezTo>
                  <a:cubicBezTo>
                    <a:pt x="4721" y="2004"/>
                    <a:pt x="4667" y="2043"/>
                    <a:pt x="4534" y="2262"/>
                  </a:cubicBezTo>
                  <a:cubicBezTo>
                    <a:pt x="4400" y="2481"/>
                    <a:pt x="3724" y="3372"/>
                    <a:pt x="3632" y="3513"/>
                  </a:cubicBezTo>
                  <a:cubicBezTo>
                    <a:pt x="3588" y="3582"/>
                    <a:pt x="3462" y="3766"/>
                    <a:pt x="3433" y="3830"/>
                  </a:cubicBezTo>
                  <a:cubicBezTo>
                    <a:pt x="3451" y="3843"/>
                    <a:pt x="3471" y="3846"/>
                    <a:pt x="3471" y="3846"/>
                  </a:cubicBezTo>
                  <a:cubicBezTo>
                    <a:pt x="3471" y="3846"/>
                    <a:pt x="4143" y="3004"/>
                    <a:pt x="4291" y="2802"/>
                  </a:cubicBezTo>
                  <a:cubicBezTo>
                    <a:pt x="4406" y="2644"/>
                    <a:pt x="4665" y="2296"/>
                    <a:pt x="4785" y="2122"/>
                  </a:cubicBezTo>
                  <a:cubicBezTo>
                    <a:pt x="4819" y="2075"/>
                    <a:pt x="4823" y="1951"/>
                    <a:pt x="4753" y="1905"/>
                  </a:cubicBezTo>
                  <a:cubicBezTo>
                    <a:pt x="4710" y="1876"/>
                    <a:pt x="4653" y="1846"/>
                    <a:pt x="4589" y="1817"/>
                  </a:cubicBezTo>
                  <a:cubicBezTo>
                    <a:pt x="4415" y="1739"/>
                    <a:pt x="2954" y="988"/>
                    <a:pt x="2399" y="660"/>
                  </a:cubicBezTo>
                  <a:cubicBezTo>
                    <a:pt x="1844" y="332"/>
                    <a:pt x="1446" y="59"/>
                    <a:pt x="1377" y="16"/>
                  </a:cubicBezTo>
                  <a:cubicBezTo>
                    <a:pt x="1360" y="6"/>
                    <a:pt x="1345" y="0"/>
                    <a:pt x="1329"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2" name="Google Shape;4072;p72"/>
            <p:cNvSpPr/>
            <p:nvPr/>
          </p:nvSpPr>
          <p:spPr>
            <a:xfrm>
              <a:off x="2535728" y="5090713"/>
              <a:ext cx="173268" cy="135345"/>
            </a:xfrm>
            <a:custGeom>
              <a:avLst/>
              <a:gdLst/>
              <a:ahLst/>
              <a:cxnLst/>
              <a:rect l="l" t="t" r="r" b="b"/>
              <a:pathLst>
                <a:path w="3381" h="2641" extrusionOk="0">
                  <a:moveTo>
                    <a:pt x="3013" y="1"/>
                  </a:moveTo>
                  <a:cubicBezTo>
                    <a:pt x="2968" y="1"/>
                    <a:pt x="2916" y="10"/>
                    <a:pt x="2858" y="30"/>
                  </a:cubicBezTo>
                  <a:cubicBezTo>
                    <a:pt x="2533" y="140"/>
                    <a:pt x="2215" y="313"/>
                    <a:pt x="1909" y="467"/>
                  </a:cubicBezTo>
                  <a:cubicBezTo>
                    <a:pt x="1401" y="723"/>
                    <a:pt x="926" y="1029"/>
                    <a:pt x="435" y="1313"/>
                  </a:cubicBezTo>
                  <a:cubicBezTo>
                    <a:pt x="325" y="1469"/>
                    <a:pt x="164" y="1719"/>
                    <a:pt x="0" y="1980"/>
                  </a:cubicBezTo>
                  <a:lnTo>
                    <a:pt x="0" y="2641"/>
                  </a:lnTo>
                  <a:cubicBezTo>
                    <a:pt x="135" y="2565"/>
                    <a:pt x="278" y="2487"/>
                    <a:pt x="411" y="2414"/>
                  </a:cubicBezTo>
                  <a:cubicBezTo>
                    <a:pt x="782" y="2210"/>
                    <a:pt x="1930" y="1549"/>
                    <a:pt x="2456" y="1255"/>
                  </a:cubicBezTo>
                  <a:cubicBezTo>
                    <a:pt x="2700" y="1120"/>
                    <a:pt x="3114" y="887"/>
                    <a:pt x="3381" y="733"/>
                  </a:cubicBezTo>
                  <a:cubicBezTo>
                    <a:pt x="3369" y="432"/>
                    <a:pt x="3330" y="1"/>
                    <a:pt x="3013" y="1"/>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3" name="Google Shape;4073;p72"/>
            <p:cNvSpPr/>
            <p:nvPr/>
          </p:nvSpPr>
          <p:spPr>
            <a:xfrm>
              <a:off x="2558020" y="5074211"/>
              <a:ext cx="163685" cy="83790"/>
            </a:xfrm>
            <a:custGeom>
              <a:avLst/>
              <a:gdLst/>
              <a:ahLst/>
              <a:cxnLst/>
              <a:rect l="l" t="t" r="r" b="b"/>
              <a:pathLst>
                <a:path w="3194" h="1635" extrusionOk="0">
                  <a:moveTo>
                    <a:pt x="2707" y="0"/>
                  </a:moveTo>
                  <a:cubicBezTo>
                    <a:pt x="2706" y="0"/>
                    <a:pt x="2706" y="1"/>
                    <a:pt x="2705" y="1"/>
                  </a:cubicBezTo>
                  <a:cubicBezTo>
                    <a:pt x="2575" y="4"/>
                    <a:pt x="2314" y="94"/>
                    <a:pt x="1911" y="304"/>
                  </a:cubicBezTo>
                  <a:cubicBezTo>
                    <a:pt x="1673" y="428"/>
                    <a:pt x="1173" y="680"/>
                    <a:pt x="937" y="821"/>
                  </a:cubicBezTo>
                  <a:cubicBezTo>
                    <a:pt x="677" y="979"/>
                    <a:pt x="352" y="1166"/>
                    <a:pt x="46" y="1572"/>
                  </a:cubicBezTo>
                  <a:cubicBezTo>
                    <a:pt x="33" y="1590"/>
                    <a:pt x="17" y="1612"/>
                    <a:pt x="0" y="1635"/>
                  </a:cubicBezTo>
                  <a:cubicBezTo>
                    <a:pt x="491" y="1351"/>
                    <a:pt x="966" y="1045"/>
                    <a:pt x="1474" y="789"/>
                  </a:cubicBezTo>
                  <a:cubicBezTo>
                    <a:pt x="1780" y="635"/>
                    <a:pt x="2098" y="462"/>
                    <a:pt x="2423" y="352"/>
                  </a:cubicBezTo>
                  <a:cubicBezTo>
                    <a:pt x="2481" y="332"/>
                    <a:pt x="2533" y="323"/>
                    <a:pt x="2578" y="323"/>
                  </a:cubicBezTo>
                  <a:cubicBezTo>
                    <a:pt x="2895" y="323"/>
                    <a:pt x="2934" y="754"/>
                    <a:pt x="2946" y="1055"/>
                  </a:cubicBezTo>
                  <a:cubicBezTo>
                    <a:pt x="3076" y="980"/>
                    <a:pt x="3171" y="925"/>
                    <a:pt x="3194" y="910"/>
                  </a:cubicBezTo>
                  <a:lnTo>
                    <a:pt x="3188" y="240"/>
                  </a:lnTo>
                  <a:cubicBezTo>
                    <a:pt x="3072" y="104"/>
                    <a:pt x="2816" y="0"/>
                    <a:pt x="2707" y="0"/>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4" name="Google Shape;4074;p72"/>
            <p:cNvSpPr/>
            <p:nvPr/>
          </p:nvSpPr>
          <p:spPr>
            <a:xfrm>
              <a:off x="2499342" y="5227236"/>
              <a:ext cx="25624" cy="12299"/>
            </a:xfrm>
            <a:custGeom>
              <a:avLst/>
              <a:gdLst/>
              <a:ahLst/>
              <a:cxnLst/>
              <a:rect l="l" t="t" r="r" b="b"/>
              <a:pathLst>
                <a:path w="500" h="240" extrusionOk="0">
                  <a:moveTo>
                    <a:pt x="223" y="0"/>
                  </a:moveTo>
                  <a:cubicBezTo>
                    <a:pt x="178" y="0"/>
                    <a:pt x="134" y="3"/>
                    <a:pt x="101" y="12"/>
                  </a:cubicBezTo>
                  <a:cubicBezTo>
                    <a:pt x="6" y="39"/>
                    <a:pt x="0" y="180"/>
                    <a:pt x="75" y="225"/>
                  </a:cubicBezTo>
                  <a:cubicBezTo>
                    <a:pt x="93" y="236"/>
                    <a:pt x="127" y="240"/>
                    <a:pt x="167" y="240"/>
                  </a:cubicBezTo>
                  <a:cubicBezTo>
                    <a:pt x="297" y="240"/>
                    <a:pt x="500" y="199"/>
                    <a:pt x="500" y="199"/>
                  </a:cubicBezTo>
                  <a:lnTo>
                    <a:pt x="405" y="12"/>
                  </a:lnTo>
                  <a:cubicBezTo>
                    <a:pt x="405" y="12"/>
                    <a:pt x="313" y="0"/>
                    <a:pt x="223"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5" name="Google Shape;4075;p72"/>
            <p:cNvSpPr/>
            <p:nvPr/>
          </p:nvSpPr>
          <p:spPr>
            <a:xfrm>
              <a:off x="2665896" y="5079234"/>
              <a:ext cx="26290" cy="96448"/>
            </a:xfrm>
            <a:custGeom>
              <a:avLst/>
              <a:gdLst/>
              <a:ahLst/>
              <a:cxnLst/>
              <a:rect l="l" t="t" r="r" b="b"/>
              <a:pathLst>
                <a:path w="513" h="1882" extrusionOk="0">
                  <a:moveTo>
                    <a:pt x="312" y="1"/>
                  </a:moveTo>
                  <a:lnTo>
                    <a:pt x="40" y="129"/>
                  </a:lnTo>
                  <a:cubicBezTo>
                    <a:pt x="40" y="129"/>
                    <a:pt x="0" y="1100"/>
                    <a:pt x="51" y="1673"/>
                  </a:cubicBezTo>
                  <a:cubicBezTo>
                    <a:pt x="64" y="1826"/>
                    <a:pt x="103" y="1882"/>
                    <a:pt x="153" y="1882"/>
                  </a:cubicBezTo>
                  <a:cubicBezTo>
                    <a:pt x="291" y="1882"/>
                    <a:pt x="513" y="1456"/>
                    <a:pt x="513" y="1456"/>
                  </a:cubicBezTo>
                  <a:lnTo>
                    <a:pt x="312" y="1"/>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6" name="Google Shape;4076;p72"/>
            <p:cNvSpPr/>
            <p:nvPr/>
          </p:nvSpPr>
          <p:spPr>
            <a:xfrm>
              <a:off x="2673276" y="5082360"/>
              <a:ext cx="9071" cy="86198"/>
            </a:xfrm>
            <a:custGeom>
              <a:avLst/>
              <a:gdLst/>
              <a:ahLst/>
              <a:cxnLst/>
              <a:rect l="l" t="t" r="r" b="b"/>
              <a:pathLst>
                <a:path w="177" h="1682" extrusionOk="0">
                  <a:moveTo>
                    <a:pt x="53" y="1"/>
                  </a:moveTo>
                  <a:lnTo>
                    <a:pt x="1" y="13"/>
                  </a:lnTo>
                  <a:lnTo>
                    <a:pt x="86" y="1681"/>
                  </a:lnTo>
                  <a:lnTo>
                    <a:pt x="177" y="1595"/>
                  </a:lnTo>
                  <a:lnTo>
                    <a:pt x="53" y="1"/>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7" name="Google Shape;4077;p72"/>
            <p:cNvSpPr/>
            <p:nvPr/>
          </p:nvSpPr>
          <p:spPr>
            <a:xfrm>
              <a:off x="2535728" y="5072623"/>
              <a:ext cx="185977" cy="125761"/>
            </a:xfrm>
            <a:custGeom>
              <a:avLst/>
              <a:gdLst/>
              <a:ahLst/>
              <a:cxnLst/>
              <a:rect l="l" t="t" r="r" b="b"/>
              <a:pathLst>
                <a:path w="3629" h="2454" extrusionOk="0">
                  <a:moveTo>
                    <a:pt x="3145" y="0"/>
                  </a:moveTo>
                  <a:cubicBezTo>
                    <a:pt x="2997" y="0"/>
                    <a:pt x="2514" y="230"/>
                    <a:pt x="1979" y="498"/>
                  </a:cubicBezTo>
                  <a:cubicBezTo>
                    <a:pt x="1430" y="772"/>
                    <a:pt x="882" y="1123"/>
                    <a:pt x="739" y="1286"/>
                  </a:cubicBezTo>
                  <a:cubicBezTo>
                    <a:pt x="359" y="1723"/>
                    <a:pt x="0" y="2333"/>
                    <a:pt x="0" y="2333"/>
                  </a:cubicBezTo>
                  <a:lnTo>
                    <a:pt x="0" y="2454"/>
                  </a:lnTo>
                  <a:cubicBezTo>
                    <a:pt x="0" y="2454"/>
                    <a:pt x="626" y="1505"/>
                    <a:pt x="912" y="1247"/>
                  </a:cubicBezTo>
                  <a:cubicBezTo>
                    <a:pt x="1064" y="1109"/>
                    <a:pt x="1711" y="732"/>
                    <a:pt x="2195" y="485"/>
                  </a:cubicBezTo>
                  <a:cubicBezTo>
                    <a:pt x="2636" y="261"/>
                    <a:pt x="3007" y="88"/>
                    <a:pt x="3148" y="88"/>
                  </a:cubicBezTo>
                  <a:cubicBezTo>
                    <a:pt x="3156" y="88"/>
                    <a:pt x="3163" y="89"/>
                    <a:pt x="3169" y="90"/>
                  </a:cubicBezTo>
                  <a:cubicBezTo>
                    <a:pt x="3296" y="111"/>
                    <a:pt x="3493" y="260"/>
                    <a:pt x="3542" y="295"/>
                  </a:cubicBezTo>
                  <a:lnTo>
                    <a:pt x="3548" y="988"/>
                  </a:lnTo>
                  <a:lnTo>
                    <a:pt x="3629" y="941"/>
                  </a:lnTo>
                  <a:lnTo>
                    <a:pt x="3623" y="240"/>
                  </a:lnTo>
                  <a:cubicBezTo>
                    <a:pt x="3623" y="240"/>
                    <a:pt x="3312" y="35"/>
                    <a:pt x="3166" y="2"/>
                  </a:cubicBezTo>
                  <a:cubicBezTo>
                    <a:pt x="3160" y="1"/>
                    <a:pt x="3153" y="0"/>
                    <a:pt x="3145"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8" name="Google Shape;4078;p72"/>
            <p:cNvSpPr/>
            <p:nvPr/>
          </p:nvSpPr>
          <p:spPr>
            <a:xfrm>
              <a:off x="2138150" y="5327835"/>
              <a:ext cx="110336" cy="82918"/>
            </a:xfrm>
            <a:custGeom>
              <a:avLst/>
              <a:gdLst/>
              <a:ahLst/>
              <a:cxnLst/>
              <a:rect l="l" t="t" r="r" b="b"/>
              <a:pathLst>
                <a:path w="2153" h="1618" extrusionOk="0">
                  <a:moveTo>
                    <a:pt x="94" y="0"/>
                  </a:moveTo>
                  <a:lnTo>
                    <a:pt x="94" y="0"/>
                  </a:lnTo>
                  <a:cubicBezTo>
                    <a:pt x="37" y="2"/>
                    <a:pt x="0" y="45"/>
                    <a:pt x="5" y="177"/>
                  </a:cubicBezTo>
                  <a:cubicBezTo>
                    <a:pt x="13" y="425"/>
                    <a:pt x="31" y="595"/>
                    <a:pt x="175" y="698"/>
                  </a:cubicBezTo>
                  <a:cubicBezTo>
                    <a:pt x="319" y="801"/>
                    <a:pt x="919" y="1152"/>
                    <a:pt x="1435" y="1442"/>
                  </a:cubicBezTo>
                  <a:cubicBezTo>
                    <a:pt x="1666" y="1572"/>
                    <a:pt x="1823" y="1618"/>
                    <a:pt x="1931" y="1618"/>
                  </a:cubicBezTo>
                  <a:cubicBezTo>
                    <a:pt x="2053" y="1618"/>
                    <a:pt x="2114" y="1559"/>
                    <a:pt x="2153" y="1498"/>
                  </a:cubicBezTo>
                  <a:lnTo>
                    <a:pt x="2153" y="1498"/>
                  </a:lnTo>
                  <a:cubicBezTo>
                    <a:pt x="2118" y="1519"/>
                    <a:pt x="2073" y="1533"/>
                    <a:pt x="2014" y="1533"/>
                  </a:cubicBezTo>
                  <a:cubicBezTo>
                    <a:pt x="1905" y="1533"/>
                    <a:pt x="1749" y="1487"/>
                    <a:pt x="1518" y="1357"/>
                  </a:cubicBezTo>
                  <a:cubicBezTo>
                    <a:pt x="1001" y="1068"/>
                    <a:pt x="402" y="716"/>
                    <a:pt x="258" y="612"/>
                  </a:cubicBezTo>
                  <a:cubicBezTo>
                    <a:pt x="112" y="509"/>
                    <a:pt x="95" y="339"/>
                    <a:pt x="88" y="91"/>
                  </a:cubicBezTo>
                  <a:cubicBezTo>
                    <a:pt x="86" y="54"/>
                    <a:pt x="89" y="25"/>
                    <a:pt x="94"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9" name="Google Shape;4079;p72"/>
            <p:cNvSpPr/>
            <p:nvPr/>
          </p:nvSpPr>
          <p:spPr>
            <a:xfrm>
              <a:off x="2142557" y="5327835"/>
              <a:ext cx="116229" cy="78614"/>
            </a:xfrm>
            <a:custGeom>
              <a:avLst/>
              <a:gdLst/>
              <a:ahLst/>
              <a:cxnLst/>
              <a:rect l="l" t="t" r="r" b="b"/>
              <a:pathLst>
                <a:path w="2268" h="1534" extrusionOk="0">
                  <a:moveTo>
                    <a:pt x="8" y="0"/>
                  </a:moveTo>
                  <a:cubicBezTo>
                    <a:pt x="3" y="25"/>
                    <a:pt x="0" y="54"/>
                    <a:pt x="2" y="91"/>
                  </a:cubicBezTo>
                  <a:cubicBezTo>
                    <a:pt x="9" y="339"/>
                    <a:pt x="26" y="509"/>
                    <a:pt x="172" y="612"/>
                  </a:cubicBezTo>
                  <a:cubicBezTo>
                    <a:pt x="316" y="716"/>
                    <a:pt x="915" y="1068"/>
                    <a:pt x="1432" y="1357"/>
                  </a:cubicBezTo>
                  <a:cubicBezTo>
                    <a:pt x="1663" y="1487"/>
                    <a:pt x="1819" y="1533"/>
                    <a:pt x="1928" y="1533"/>
                  </a:cubicBezTo>
                  <a:cubicBezTo>
                    <a:pt x="1987" y="1533"/>
                    <a:pt x="2032" y="1519"/>
                    <a:pt x="2067" y="1498"/>
                  </a:cubicBezTo>
                  <a:cubicBezTo>
                    <a:pt x="2070" y="1492"/>
                    <a:pt x="2073" y="1488"/>
                    <a:pt x="2076" y="1481"/>
                  </a:cubicBezTo>
                  <a:cubicBezTo>
                    <a:pt x="2119" y="1406"/>
                    <a:pt x="2268" y="1236"/>
                    <a:pt x="2076" y="1149"/>
                  </a:cubicBezTo>
                  <a:cubicBezTo>
                    <a:pt x="1866" y="1052"/>
                    <a:pt x="641" y="371"/>
                    <a:pt x="187" y="79"/>
                  </a:cubicBezTo>
                  <a:cubicBezTo>
                    <a:pt x="123" y="37"/>
                    <a:pt x="58" y="0"/>
                    <a:pt x="8"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0" name="Google Shape;4080;p72"/>
            <p:cNvSpPr/>
            <p:nvPr/>
          </p:nvSpPr>
          <p:spPr>
            <a:xfrm>
              <a:off x="2140815" y="5331064"/>
              <a:ext cx="112949" cy="66212"/>
            </a:xfrm>
            <a:custGeom>
              <a:avLst/>
              <a:gdLst/>
              <a:ahLst/>
              <a:cxnLst/>
              <a:rect l="l" t="t" r="r" b="b"/>
              <a:pathLst>
                <a:path w="2204" h="1292" extrusionOk="0">
                  <a:moveTo>
                    <a:pt x="2" y="0"/>
                  </a:moveTo>
                  <a:lnTo>
                    <a:pt x="2" y="0"/>
                  </a:lnTo>
                  <a:cubicBezTo>
                    <a:pt x="4" y="29"/>
                    <a:pt x="2" y="59"/>
                    <a:pt x="0" y="89"/>
                  </a:cubicBezTo>
                  <a:cubicBezTo>
                    <a:pt x="295" y="299"/>
                    <a:pt x="577" y="460"/>
                    <a:pt x="923" y="670"/>
                  </a:cubicBezTo>
                  <a:cubicBezTo>
                    <a:pt x="1274" y="882"/>
                    <a:pt x="1905" y="1192"/>
                    <a:pt x="2185" y="1291"/>
                  </a:cubicBezTo>
                  <a:cubicBezTo>
                    <a:pt x="2191" y="1277"/>
                    <a:pt x="2199" y="1254"/>
                    <a:pt x="2204" y="1239"/>
                  </a:cubicBezTo>
                  <a:cubicBezTo>
                    <a:pt x="1805" y="1037"/>
                    <a:pt x="1343" y="810"/>
                    <a:pt x="957" y="592"/>
                  </a:cubicBezTo>
                  <a:cubicBezTo>
                    <a:pt x="595" y="385"/>
                    <a:pt x="310" y="184"/>
                    <a:pt x="2"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1" name="Google Shape;4081;p72"/>
            <p:cNvSpPr/>
            <p:nvPr/>
          </p:nvSpPr>
          <p:spPr>
            <a:xfrm>
              <a:off x="2140866" y="5342133"/>
              <a:ext cx="108440" cy="63752"/>
            </a:xfrm>
            <a:custGeom>
              <a:avLst/>
              <a:gdLst/>
              <a:ahLst/>
              <a:cxnLst/>
              <a:rect l="l" t="t" r="r" b="b"/>
              <a:pathLst>
                <a:path w="2116" h="1244" extrusionOk="0">
                  <a:moveTo>
                    <a:pt x="1" y="0"/>
                  </a:moveTo>
                  <a:lnTo>
                    <a:pt x="1" y="0"/>
                  </a:lnTo>
                  <a:cubicBezTo>
                    <a:pt x="6" y="37"/>
                    <a:pt x="12" y="73"/>
                    <a:pt x="19" y="109"/>
                  </a:cubicBezTo>
                  <a:cubicBezTo>
                    <a:pt x="291" y="298"/>
                    <a:pt x="558" y="450"/>
                    <a:pt x="878" y="644"/>
                  </a:cubicBezTo>
                  <a:cubicBezTo>
                    <a:pt x="1206" y="842"/>
                    <a:pt x="1779" y="1126"/>
                    <a:pt x="2083" y="1244"/>
                  </a:cubicBezTo>
                  <a:cubicBezTo>
                    <a:pt x="2100" y="1225"/>
                    <a:pt x="2104" y="1210"/>
                    <a:pt x="2115" y="1192"/>
                  </a:cubicBezTo>
                  <a:cubicBezTo>
                    <a:pt x="1727" y="994"/>
                    <a:pt x="1286" y="776"/>
                    <a:pt x="913" y="566"/>
                  </a:cubicBezTo>
                  <a:cubicBezTo>
                    <a:pt x="567" y="370"/>
                    <a:pt x="292" y="178"/>
                    <a:pt x="1"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2" name="Google Shape;4082;p72"/>
            <p:cNvSpPr/>
            <p:nvPr/>
          </p:nvSpPr>
          <p:spPr>
            <a:xfrm>
              <a:off x="2294967" y="5232873"/>
              <a:ext cx="161071" cy="131399"/>
            </a:xfrm>
            <a:custGeom>
              <a:avLst/>
              <a:gdLst/>
              <a:ahLst/>
              <a:cxnLst/>
              <a:rect l="l" t="t" r="r" b="b"/>
              <a:pathLst>
                <a:path w="3143" h="2564" extrusionOk="0">
                  <a:moveTo>
                    <a:pt x="3106" y="1"/>
                  </a:moveTo>
                  <a:cubicBezTo>
                    <a:pt x="3101" y="1"/>
                    <a:pt x="3096" y="2"/>
                    <a:pt x="3091" y="5"/>
                  </a:cubicBezTo>
                  <a:cubicBezTo>
                    <a:pt x="2512" y="300"/>
                    <a:pt x="1912" y="682"/>
                    <a:pt x="1400" y="1082"/>
                  </a:cubicBezTo>
                  <a:cubicBezTo>
                    <a:pt x="902" y="1472"/>
                    <a:pt x="333" y="1950"/>
                    <a:pt x="14" y="2505"/>
                  </a:cubicBezTo>
                  <a:cubicBezTo>
                    <a:pt x="0" y="2529"/>
                    <a:pt x="39" y="2563"/>
                    <a:pt x="67" y="2563"/>
                  </a:cubicBezTo>
                  <a:cubicBezTo>
                    <a:pt x="76" y="2563"/>
                    <a:pt x="83" y="2560"/>
                    <a:pt x="88" y="2553"/>
                  </a:cubicBezTo>
                  <a:cubicBezTo>
                    <a:pt x="260" y="2266"/>
                    <a:pt x="476" y="2030"/>
                    <a:pt x="713" y="1792"/>
                  </a:cubicBezTo>
                  <a:cubicBezTo>
                    <a:pt x="931" y="1576"/>
                    <a:pt x="1224" y="1378"/>
                    <a:pt x="1466" y="1188"/>
                  </a:cubicBezTo>
                  <a:cubicBezTo>
                    <a:pt x="1994" y="774"/>
                    <a:pt x="2585" y="455"/>
                    <a:pt x="3119" y="52"/>
                  </a:cubicBezTo>
                  <a:cubicBezTo>
                    <a:pt x="3142" y="34"/>
                    <a:pt x="3129" y="1"/>
                    <a:pt x="3106" y="1"/>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3" name="Google Shape;4083;p72"/>
            <p:cNvSpPr/>
            <p:nvPr/>
          </p:nvSpPr>
          <p:spPr>
            <a:xfrm>
              <a:off x="2127542" y="5139142"/>
              <a:ext cx="161071" cy="131399"/>
            </a:xfrm>
            <a:custGeom>
              <a:avLst/>
              <a:gdLst/>
              <a:ahLst/>
              <a:cxnLst/>
              <a:rect l="l" t="t" r="r" b="b"/>
              <a:pathLst>
                <a:path w="3143" h="2564" extrusionOk="0">
                  <a:moveTo>
                    <a:pt x="3104" y="1"/>
                  </a:moveTo>
                  <a:cubicBezTo>
                    <a:pt x="3100" y="1"/>
                    <a:pt x="3095" y="2"/>
                    <a:pt x="3090" y="4"/>
                  </a:cubicBezTo>
                  <a:cubicBezTo>
                    <a:pt x="2510" y="302"/>
                    <a:pt x="1911" y="682"/>
                    <a:pt x="1399" y="1082"/>
                  </a:cubicBezTo>
                  <a:cubicBezTo>
                    <a:pt x="900" y="1472"/>
                    <a:pt x="333" y="1952"/>
                    <a:pt x="14" y="2505"/>
                  </a:cubicBezTo>
                  <a:cubicBezTo>
                    <a:pt x="0" y="2530"/>
                    <a:pt x="39" y="2563"/>
                    <a:pt x="66" y="2563"/>
                  </a:cubicBezTo>
                  <a:cubicBezTo>
                    <a:pt x="75" y="2563"/>
                    <a:pt x="82" y="2560"/>
                    <a:pt x="86" y="2553"/>
                  </a:cubicBezTo>
                  <a:cubicBezTo>
                    <a:pt x="259" y="2267"/>
                    <a:pt x="476" y="2030"/>
                    <a:pt x="712" y="1794"/>
                  </a:cubicBezTo>
                  <a:cubicBezTo>
                    <a:pt x="929" y="1576"/>
                    <a:pt x="1224" y="1378"/>
                    <a:pt x="1466" y="1188"/>
                  </a:cubicBezTo>
                  <a:cubicBezTo>
                    <a:pt x="1993" y="774"/>
                    <a:pt x="2585" y="455"/>
                    <a:pt x="3119" y="52"/>
                  </a:cubicBezTo>
                  <a:cubicBezTo>
                    <a:pt x="3142" y="35"/>
                    <a:pt x="3129" y="1"/>
                    <a:pt x="3104" y="1"/>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4" name="Google Shape;4084;p72"/>
            <p:cNvSpPr/>
            <p:nvPr/>
          </p:nvSpPr>
          <p:spPr>
            <a:xfrm>
              <a:off x="2255199" y="5353305"/>
              <a:ext cx="50735" cy="82150"/>
            </a:xfrm>
            <a:custGeom>
              <a:avLst/>
              <a:gdLst/>
              <a:ahLst/>
              <a:cxnLst/>
              <a:rect l="l" t="t" r="r" b="b"/>
              <a:pathLst>
                <a:path w="990" h="1603" extrusionOk="0">
                  <a:moveTo>
                    <a:pt x="513" y="0"/>
                  </a:moveTo>
                  <a:cubicBezTo>
                    <a:pt x="513" y="0"/>
                    <a:pt x="261" y="296"/>
                    <a:pt x="145" y="584"/>
                  </a:cubicBezTo>
                  <a:cubicBezTo>
                    <a:pt x="1" y="940"/>
                    <a:pt x="36" y="1305"/>
                    <a:pt x="36" y="1305"/>
                  </a:cubicBezTo>
                  <a:lnTo>
                    <a:pt x="528" y="1602"/>
                  </a:lnTo>
                  <a:cubicBezTo>
                    <a:pt x="528" y="1602"/>
                    <a:pt x="514" y="1244"/>
                    <a:pt x="657" y="860"/>
                  </a:cubicBezTo>
                  <a:cubicBezTo>
                    <a:pt x="824" y="410"/>
                    <a:pt x="990" y="267"/>
                    <a:pt x="990" y="267"/>
                  </a:cubicBezTo>
                  <a:lnTo>
                    <a:pt x="51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5" name="Google Shape;4085;p72"/>
            <p:cNvSpPr/>
            <p:nvPr/>
          </p:nvSpPr>
          <p:spPr>
            <a:xfrm>
              <a:off x="2223067" y="5253270"/>
              <a:ext cx="145748" cy="88504"/>
            </a:xfrm>
            <a:custGeom>
              <a:avLst/>
              <a:gdLst/>
              <a:ahLst/>
              <a:cxnLst/>
              <a:rect l="l" t="t" r="r" b="b"/>
              <a:pathLst>
                <a:path w="2844" h="1727" extrusionOk="0">
                  <a:moveTo>
                    <a:pt x="2843" y="1"/>
                  </a:moveTo>
                  <a:cubicBezTo>
                    <a:pt x="2843" y="1"/>
                    <a:pt x="1718" y="267"/>
                    <a:pt x="1190" y="559"/>
                  </a:cubicBezTo>
                  <a:cubicBezTo>
                    <a:pt x="571" y="900"/>
                    <a:pt x="116" y="1239"/>
                    <a:pt x="1" y="1436"/>
                  </a:cubicBezTo>
                  <a:cubicBezTo>
                    <a:pt x="223" y="1609"/>
                    <a:pt x="496" y="1727"/>
                    <a:pt x="496" y="1727"/>
                  </a:cubicBezTo>
                  <a:cubicBezTo>
                    <a:pt x="496" y="1727"/>
                    <a:pt x="875" y="1278"/>
                    <a:pt x="1377" y="900"/>
                  </a:cubicBezTo>
                  <a:cubicBezTo>
                    <a:pt x="1880" y="522"/>
                    <a:pt x="2843" y="1"/>
                    <a:pt x="2843" y="1"/>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6" name="Google Shape;4086;p72"/>
            <p:cNvSpPr/>
            <p:nvPr/>
          </p:nvSpPr>
          <p:spPr>
            <a:xfrm>
              <a:off x="2171461" y="5188391"/>
              <a:ext cx="83790" cy="121662"/>
            </a:xfrm>
            <a:custGeom>
              <a:avLst/>
              <a:gdLst/>
              <a:ahLst/>
              <a:cxnLst/>
              <a:rect l="l" t="t" r="r" b="b"/>
              <a:pathLst>
                <a:path w="1635" h="2374" extrusionOk="0">
                  <a:moveTo>
                    <a:pt x="1635" y="0"/>
                  </a:moveTo>
                  <a:lnTo>
                    <a:pt x="1635" y="0"/>
                  </a:lnTo>
                  <a:cubicBezTo>
                    <a:pt x="1635" y="0"/>
                    <a:pt x="1254" y="230"/>
                    <a:pt x="931" y="636"/>
                  </a:cubicBezTo>
                  <a:cubicBezTo>
                    <a:pt x="350" y="1365"/>
                    <a:pt x="0" y="2130"/>
                    <a:pt x="0" y="2130"/>
                  </a:cubicBezTo>
                  <a:cubicBezTo>
                    <a:pt x="0" y="2130"/>
                    <a:pt x="246" y="2275"/>
                    <a:pt x="445" y="2373"/>
                  </a:cubicBezTo>
                  <a:cubicBezTo>
                    <a:pt x="503" y="2150"/>
                    <a:pt x="676" y="1716"/>
                    <a:pt x="859" y="1306"/>
                  </a:cubicBezTo>
                  <a:cubicBezTo>
                    <a:pt x="1207" y="526"/>
                    <a:pt x="1635" y="0"/>
                    <a:pt x="1635" y="0"/>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7" name="Google Shape;4087;p72"/>
            <p:cNvSpPr/>
            <p:nvPr/>
          </p:nvSpPr>
          <p:spPr>
            <a:xfrm>
              <a:off x="2262835" y="5153542"/>
              <a:ext cx="103264" cy="54425"/>
            </a:xfrm>
            <a:custGeom>
              <a:avLst/>
              <a:gdLst/>
              <a:ahLst/>
              <a:cxnLst/>
              <a:rect l="l" t="t" r="r" b="b"/>
              <a:pathLst>
                <a:path w="2015" h="1062" extrusionOk="0">
                  <a:moveTo>
                    <a:pt x="526" y="1"/>
                  </a:moveTo>
                  <a:cubicBezTo>
                    <a:pt x="525" y="1"/>
                    <a:pt x="0" y="289"/>
                    <a:pt x="404" y="587"/>
                  </a:cubicBezTo>
                  <a:cubicBezTo>
                    <a:pt x="809" y="885"/>
                    <a:pt x="1283" y="1062"/>
                    <a:pt x="1795" y="1062"/>
                  </a:cubicBezTo>
                  <a:cubicBezTo>
                    <a:pt x="1841" y="1062"/>
                    <a:pt x="1887" y="1060"/>
                    <a:pt x="1934" y="1057"/>
                  </a:cubicBezTo>
                  <a:cubicBezTo>
                    <a:pt x="1990" y="1054"/>
                    <a:pt x="2015" y="979"/>
                    <a:pt x="1963" y="947"/>
                  </a:cubicBezTo>
                  <a:cubicBezTo>
                    <a:pt x="1399" y="593"/>
                    <a:pt x="816" y="199"/>
                    <a:pt x="52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8" name="Google Shape;4088;p72"/>
            <p:cNvSpPr/>
            <p:nvPr/>
          </p:nvSpPr>
          <p:spPr>
            <a:xfrm>
              <a:off x="2364869" y="4954702"/>
              <a:ext cx="264130" cy="76051"/>
            </a:xfrm>
            <a:custGeom>
              <a:avLst/>
              <a:gdLst/>
              <a:ahLst/>
              <a:cxnLst/>
              <a:rect l="l" t="t" r="r" b="b"/>
              <a:pathLst>
                <a:path w="5154" h="1484" extrusionOk="0">
                  <a:moveTo>
                    <a:pt x="2561" y="1"/>
                  </a:moveTo>
                  <a:cubicBezTo>
                    <a:pt x="2561" y="1"/>
                    <a:pt x="1982" y="224"/>
                    <a:pt x="1398" y="516"/>
                  </a:cubicBezTo>
                  <a:cubicBezTo>
                    <a:pt x="841" y="792"/>
                    <a:pt x="214" y="1155"/>
                    <a:pt x="1" y="1411"/>
                  </a:cubicBezTo>
                  <a:cubicBezTo>
                    <a:pt x="98" y="1461"/>
                    <a:pt x="213" y="1482"/>
                    <a:pt x="344" y="1482"/>
                  </a:cubicBezTo>
                  <a:cubicBezTo>
                    <a:pt x="844" y="1482"/>
                    <a:pt x="1590" y="1189"/>
                    <a:pt x="2549" y="1120"/>
                  </a:cubicBezTo>
                  <a:cubicBezTo>
                    <a:pt x="2722" y="1107"/>
                    <a:pt x="2888" y="1099"/>
                    <a:pt x="3054" y="1099"/>
                  </a:cubicBezTo>
                  <a:cubicBezTo>
                    <a:pt x="3344" y="1099"/>
                    <a:pt x="3632" y="1124"/>
                    <a:pt x="3952" y="1192"/>
                  </a:cubicBezTo>
                  <a:cubicBezTo>
                    <a:pt x="4625" y="1336"/>
                    <a:pt x="5154" y="1483"/>
                    <a:pt x="5154" y="1483"/>
                  </a:cubicBezTo>
                  <a:lnTo>
                    <a:pt x="2561" y="1"/>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9" name="Google Shape;4089;p72"/>
            <p:cNvSpPr/>
            <p:nvPr/>
          </p:nvSpPr>
          <p:spPr>
            <a:xfrm>
              <a:off x="2479048" y="4966797"/>
              <a:ext cx="50889" cy="25931"/>
            </a:xfrm>
            <a:custGeom>
              <a:avLst/>
              <a:gdLst/>
              <a:ahLst/>
              <a:cxnLst/>
              <a:rect l="l" t="t" r="r" b="b"/>
              <a:pathLst>
                <a:path w="993" h="506" extrusionOk="0">
                  <a:moveTo>
                    <a:pt x="237" y="1"/>
                  </a:moveTo>
                  <a:cubicBezTo>
                    <a:pt x="193" y="1"/>
                    <a:pt x="148" y="9"/>
                    <a:pt x="103" y="27"/>
                  </a:cubicBezTo>
                  <a:cubicBezTo>
                    <a:pt x="93" y="30"/>
                    <a:pt x="21" y="91"/>
                    <a:pt x="19" y="122"/>
                  </a:cubicBezTo>
                  <a:cubicBezTo>
                    <a:pt x="1" y="162"/>
                    <a:pt x="11" y="208"/>
                    <a:pt x="73" y="246"/>
                  </a:cubicBezTo>
                  <a:cubicBezTo>
                    <a:pt x="178" y="312"/>
                    <a:pt x="760" y="505"/>
                    <a:pt x="873" y="505"/>
                  </a:cubicBezTo>
                  <a:cubicBezTo>
                    <a:pt x="993" y="505"/>
                    <a:pt x="967" y="450"/>
                    <a:pt x="922" y="396"/>
                  </a:cubicBezTo>
                  <a:cubicBezTo>
                    <a:pt x="825" y="275"/>
                    <a:pt x="666" y="179"/>
                    <a:pt x="548" y="107"/>
                  </a:cubicBezTo>
                  <a:cubicBezTo>
                    <a:pt x="452" y="49"/>
                    <a:pt x="346" y="1"/>
                    <a:pt x="23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0" name="Google Shape;4090;p72"/>
            <p:cNvSpPr/>
            <p:nvPr/>
          </p:nvSpPr>
          <p:spPr>
            <a:xfrm>
              <a:off x="2453219" y="5200690"/>
              <a:ext cx="213343" cy="156869"/>
            </a:xfrm>
            <a:custGeom>
              <a:avLst/>
              <a:gdLst/>
              <a:ahLst/>
              <a:cxnLst/>
              <a:rect l="l" t="t" r="r" b="b"/>
              <a:pathLst>
                <a:path w="4163" h="3061" extrusionOk="0">
                  <a:moveTo>
                    <a:pt x="4163" y="1"/>
                  </a:moveTo>
                  <a:cubicBezTo>
                    <a:pt x="4163" y="1"/>
                    <a:pt x="3689" y="180"/>
                    <a:pt x="2387" y="862"/>
                  </a:cubicBezTo>
                  <a:cubicBezTo>
                    <a:pt x="1357" y="1402"/>
                    <a:pt x="925" y="1623"/>
                    <a:pt x="0" y="2445"/>
                  </a:cubicBezTo>
                  <a:cubicBezTo>
                    <a:pt x="290" y="2544"/>
                    <a:pt x="328" y="3061"/>
                    <a:pt x="328" y="3061"/>
                  </a:cubicBezTo>
                  <a:cubicBezTo>
                    <a:pt x="328" y="3061"/>
                    <a:pt x="2873" y="1591"/>
                    <a:pt x="3856" y="1040"/>
                  </a:cubicBezTo>
                  <a:cubicBezTo>
                    <a:pt x="3885" y="663"/>
                    <a:pt x="3957" y="363"/>
                    <a:pt x="4163" y="1"/>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1" name="Google Shape;4091;p72"/>
            <p:cNvSpPr/>
            <p:nvPr/>
          </p:nvSpPr>
          <p:spPr>
            <a:xfrm>
              <a:off x="2538136" y="5231592"/>
              <a:ext cx="9071" cy="84251"/>
            </a:xfrm>
            <a:custGeom>
              <a:avLst/>
              <a:gdLst/>
              <a:ahLst/>
              <a:cxnLst/>
              <a:rect l="l" t="t" r="r" b="b"/>
              <a:pathLst>
                <a:path w="177" h="1644" extrusionOk="0">
                  <a:moveTo>
                    <a:pt x="51" y="0"/>
                  </a:moveTo>
                  <a:lnTo>
                    <a:pt x="1" y="13"/>
                  </a:lnTo>
                  <a:lnTo>
                    <a:pt x="85" y="1644"/>
                  </a:lnTo>
                  <a:lnTo>
                    <a:pt x="177" y="1595"/>
                  </a:lnTo>
                  <a:lnTo>
                    <a:pt x="51" y="0"/>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2" name="Google Shape;4092;p72"/>
            <p:cNvSpPr/>
            <p:nvPr/>
          </p:nvSpPr>
          <p:spPr>
            <a:xfrm>
              <a:off x="2643193" y="5164714"/>
              <a:ext cx="28955" cy="17885"/>
            </a:xfrm>
            <a:custGeom>
              <a:avLst/>
              <a:gdLst/>
              <a:ahLst/>
              <a:cxnLst/>
              <a:rect l="l" t="t" r="r" b="b"/>
              <a:pathLst>
                <a:path w="565" h="349" extrusionOk="0">
                  <a:moveTo>
                    <a:pt x="464" y="0"/>
                  </a:moveTo>
                  <a:cubicBezTo>
                    <a:pt x="427" y="0"/>
                    <a:pt x="378" y="16"/>
                    <a:pt x="318" y="39"/>
                  </a:cubicBezTo>
                  <a:cubicBezTo>
                    <a:pt x="221" y="76"/>
                    <a:pt x="0" y="175"/>
                    <a:pt x="57" y="295"/>
                  </a:cubicBezTo>
                  <a:cubicBezTo>
                    <a:pt x="76" y="334"/>
                    <a:pt x="104" y="348"/>
                    <a:pt x="137" y="348"/>
                  </a:cubicBezTo>
                  <a:cubicBezTo>
                    <a:pt x="206" y="348"/>
                    <a:pt x="297" y="286"/>
                    <a:pt x="374" y="246"/>
                  </a:cubicBezTo>
                  <a:cubicBezTo>
                    <a:pt x="424" y="220"/>
                    <a:pt x="565" y="148"/>
                    <a:pt x="534" y="48"/>
                  </a:cubicBezTo>
                  <a:cubicBezTo>
                    <a:pt x="523" y="14"/>
                    <a:pt x="500" y="0"/>
                    <a:pt x="464"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3" name="Google Shape;4093;p72"/>
            <p:cNvSpPr/>
            <p:nvPr/>
          </p:nvSpPr>
          <p:spPr>
            <a:xfrm>
              <a:off x="2515024" y="5207045"/>
              <a:ext cx="54886" cy="51555"/>
            </a:xfrm>
            <a:custGeom>
              <a:avLst/>
              <a:gdLst/>
              <a:ahLst/>
              <a:cxnLst/>
              <a:rect l="l" t="t" r="r" b="b"/>
              <a:pathLst>
                <a:path w="1071" h="1006" extrusionOk="0">
                  <a:moveTo>
                    <a:pt x="120" y="0"/>
                  </a:moveTo>
                  <a:cubicBezTo>
                    <a:pt x="92" y="0"/>
                    <a:pt x="63" y="11"/>
                    <a:pt x="31" y="38"/>
                  </a:cubicBezTo>
                  <a:cubicBezTo>
                    <a:pt x="21" y="47"/>
                    <a:pt x="12" y="58"/>
                    <a:pt x="1" y="69"/>
                  </a:cubicBezTo>
                  <a:cubicBezTo>
                    <a:pt x="133" y="119"/>
                    <a:pt x="473" y="320"/>
                    <a:pt x="665" y="504"/>
                  </a:cubicBezTo>
                  <a:cubicBezTo>
                    <a:pt x="838" y="671"/>
                    <a:pt x="921" y="863"/>
                    <a:pt x="881" y="1005"/>
                  </a:cubicBezTo>
                  <a:cubicBezTo>
                    <a:pt x="1053" y="984"/>
                    <a:pt x="1071" y="837"/>
                    <a:pt x="962" y="619"/>
                  </a:cubicBezTo>
                  <a:cubicBezTo>
                    <a:pt x="829" y="357"/>
                    <a:pt x="513" y="177"/>
                    <a:pt x="294" y="73"/>
                  </a:cubicBezTo>
                  <a:cubicBezTo>
                    <a:pt x="231" y="43"/>
                    <a:pt x="177" y="0"/>
                    <a:pt x="120" y="0"/>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4" name="Google Shape;4094;p72"/>
            <p:cNvSpPr/>
            <p:nvPr/>
          </p:nvSpPr>
          <p:spPr>
            <a:xfrm>
              <a:off x="2507490" y="5210530"/>
              <a:ext cx="54732" cy="48173"/>
            </a:xfrm>
            <a:custGeom>
              <a:avLst/>
              <a:gdLst/>
              <a:ahLst/>
              <a:cxnLst/>
              <a:rect l="l" t="t" r="r" b="b"/>
              <a:pathLst>
                <a:path w="1068" h="940" extrusionOk="0">
                  <a:moveTo>
                    <a:pt x="148" y="1"/>
                  </a:moveTo>
                  <a:cubicBezTo>
                    <a:pt x="97" y="56"/>
                    <a:pt x="56" y="128"/>
                    <a:pt x="39" y="209"/>
                  </a:cubicBezTo>
                  <a:cubicBezTo>
                    <a:pt x="1" y="390"/>
                    <a:pt x="79" y="609"/>
                    <a:pt x="404" y="762"/>
                  </a:cubicBezTo>
                  <a:cubicBezTo>
                    <a:pt x="665" y="887"/>
                    <a:pt x="855" y="940"/>
                    <a:pt x="981" y="940"/>
                  </a:cubicBezTo>
                  <a:cubicBezTo>
                    <a:pt x="998" y="940"/>
                    <a:pt x="1013" y="939"/>
                    <a:pt x="1028" y="937"/>
                  </a:cubicBezTo>
                  <a:cubicBezTo>
                    <a:pt x="1068" y="795"/>
                    <a:pt x="985" y="603"/>
                    <a:pt x="812" y="436"/>
                  </a:cubicBezTo>
                  <a:cubicBezTo>
                    <a:pt x="620" y="252"/>
                    <a:pt x="280" y="51"/>
                    <a:pt x="148" y="1"/>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5" name="Google Shape;4095;p72"/>
            <p:cNvSpPr/>
            <p:nvPr/>
          </p:nvSpPr>
          <p:spPr>
            <a:xfrm>
              <a:off x="2452194" y="5256499"/>
              <a:ext cx="213292" cy="128682"/>
            </a:xfrm>
            <a:custGeom>
              <a:avLst/>
              <a:gdLst/>
              <a:ahLst/>
              <a:cxnLst/>
              <a:rect l="l" t="t" r="r" b="b"/>
              <a:pathLst>
                <a:path w="4162" h="2511" extrusionOk="0">
                  <a:moveTo>
                    <a:pt x="4092" y="0"/>
                  </a:moveTo>
                  <a:lnTo>
                    <a:pt x="46" y="2292"/>
                  </a:lnTo>
                  <a:lnTo>
                    <a:pt x="0" y="2510"/>
                  </a:lnTo>
                  <a:lnTo>
                    <a:pt x="4161" y="132"/>
                  </a:lnTo>
                  <a:lnTo>
                    <a:pt x="4092" y="0"/>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6" name="Google Shape;4096;p72"/>
            <p:cNvSpPr/>
            <p:nvPr/>
          </p:nvSpPr>
          <p:spPr>
            <a:xfrm>
              <a:off x="2520558" y="4959417"/>
              <a:ext cx="212728" cy="102597"/>
            </a:xfrm>
            <a:custGeom>
              <a:avLst/>
              <a:gdLst/>
              <a:ahLst/>
              <a:cxnLst/>
              <a:rect l="l" t="t" r="r" b="b"/>
              <a:pathLst>
                <a:path w="4151" h="2002" extrusionOk="0">
                  <a:moveTo>
                    <a:pt x="0" y="1"/>
                  </a:moveTo>
                  <a:lnTo>
                    <a:pt x="3349" y="1926"/>
                  </a:lnTo>
                  <a:lnTo>
                    <a:pt x="4150" y="2001"/>
                  </a:lnTo>
                  <a:lnTo>
                    <a:pt x="4150" y="2001"/>
                  </a:lnTo>
                  <a:lnTo>
                    <a:pt x="854" y="106"/>
                  </a:lnTo>
                  <a:lnTo>
                    <a:pt x="0" y="1"/>
                  </a:ln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7" name="Google Shape;4097;p72"/>
            <p:cNvSpPr/>
            <p:nvPr/>
          </p:nvSpPr>
          <p:spPr>
            <a:xfrm>
              <a:off x="2299528" y="5426281"/>
              <a:ext cx="8866" cy="20448"/>
            </a:xfrm>
            <a:custGeom>
              <a:avLst/>
              <a:gdLst/>
              <a:ahLst/>
              <a:cxnLst/>
              <a:rect l="l" t="t" r="r" b="b"/>
              <a:pathLst>
                <a:path w="173" h="399" extrusionOk="0">
                  <a:moveTo>
                    <a:pt x="105" y="1"/>
                  </a:moveTo>
                  <a:cubicBezTo>
                    <a:pt x="100" y="1"/>
                    <a:pt x="95" y="3"/>
                    <a:pt x="91" y="7"/>
                  </a:cubicBezTo>
                  <a:cubicBezTo>
                    <a:pt x="0" y="91"/>
                    <a:pt x="56" y="287"/>
                    <a:pt x="106" y="381"/>
                  </a:cubicBezTo>
                  <a:cubicBezTo>
                    <a:pt x="112" y="392"/>
                    <a:pt x="126" y="399"/>
                    <a:pt x="139" y="399"/>
                  </a:cubicBezTo>
                  <a:cubicBezTo>
                    <a:pt x="152" y="399"/>
                    <a:pt x="164" y="392"/>
                    <a:pt x="164" y="375"/>
                  </a:cubicBezTo>
                  <a:cubicBezTo>
                    <a:pt x="172" y="261"/>
                    <a:pt x="148" y="135"/>
                    <a:pt x="131" y="23"/>
                  </a:cubicBezTo>
                  <a:cubicBezTo>
                    <a:pt x="129" y="11"/>
                    <a:pt x="117" y="1"/>
                    <a:pt x="105" y="1"/>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8" name="Google Shape;4098;p72"/>
            <p:cNvSpPr/>
            <p:nvPr/>
          </p:nvSpPr>
          <p:spPr>
            <a:xfrm>
              <a:off x="2312237" y="5437709"/>
              <a:ext cx="7790" cy="14452"/>
            </a:xfrm>
            <a:custGeom>
              <a:avLst/>
              <a:gdLst/>
              <a:ahLst/>
              <a:cxnLst/>
              <a:rect l="l" t="t" r="r" b="b"/>
              <a:pathLst>
                <a:path w="152" h="282" extrusionOk="0">
                  <a:moveTo>
                    <a:pt x="137" y="1"/>
                  </a:moveTo>
                  <a:cubicBezTo>
                    <a:pt x="132" y="1"/>
                    <a:pt x="126" y="3"/>
                    <a:pt x="122" y="7"/>
                  </a:cubicBezTo>
                  <a:cubicBezTo>
                    <a:pt x="73" y="72"/>
                    <a:pt x="5" y="173"/>
                    <a:pt x="1" y="254"/>
                  </a:cubicBezTo>
                  <a:cubicBezTo>
                    <a:pt x="1" y="268"/>
                    <a:pt x="15" y="281"/>
                    <a:pt x="29" y="281"/>
                  </a:cubicBezTo>
                  <a:cubicBezTo>
                    <a:pt x="33" y="281"/>
                    <a:pt x="37" y="280"/>
                    <a:pt x="41" y="277"/>
                  </a:cubicBezTo>
                  <a:cubicBezTo>
                    <a:pt x="113" y="225"/>
                    <a:pt x="146" y="103"/>
                    <a:pt x="151" y="15"/>
                  </a:cubicBezTo>
                  <a:cubicBezTo>
                    <a:pt x="152" y="5"/>
                    <a:pt x="145" y="1"/>
                    <a:pt x="137" y="1"/>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9" name="Google Shape;4099;p72"/>
            <p:cNvSpPr/>
            <p:nvPr/>
          </p:nvSpPr>
          <p:spPr>
            <a:xfrm>
              <a:off x="2631253" y="5234872"/>
              <a:ext cx="10352" cy="11633"/>
            </a:xfrm>
            <a:custGeom>
              <a:avLst/>
              <a:gdLst/>
              <a:ahLst/>
              <a:cxnLst/>
              <a:rect l="l" t="t" r="r" b="b"/>
              <a:pathLst>
                <a:path w="202" h="227" extrusionOk="0">
                  <a:moveTo>
                    <a:pt x="29" y="0"/>
                  </a:moveTo>
                  <a:cubicBezTo>
                    <a:pt x="15" y="0"/>
                    <a:pt x="0" y="17"/>
                    <a:pt x="3" y="33"/>
                  </a:cubicBezTo>
                  <a:cubicBezTo>
                    <a:pt x="16" y="108"/>
                    <a:pt x="85" y="226"/>
                    <a:pt x="170" y="226"/>
                  </a:cubicBezTo>
                  <a:cubicBezTo>
                    <a:pt x="186" y="226"/>
                    <a:pt x="201" y="209"/>
                    <a:pt x="195" y="192"/>
                  </a:cubicBezTo>
                  <a:cubicBezTo>
                    <a:pt x="183" y="156"/>
                    <a:pt x="158" y="142"/>
                    <a:pt x="131" y="114"/>
                  </a:cubicBezTo>
                  <a:cubicBezTo>
                    <a:pt x="98" y="82"/>
                    <a:pt x="74" y="44"/>
                    <a:pt x="45" y="8"/>
                  </a:cubicBezTo>
                  <a:cubicBezTo>
                    <a:pt x="40" y="3"/>
                    <a:pt x="35" y="0"/>
                    <a:pt x="29" y="0"/>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0" name="Google Shape;4100;p72"/>
            <p:cNvSpPr/>
            <p:nvPr/>
          </p:nvSpPr>
          <p:spPr>
            <a:xfrm>
              <a:off x="2623053" y="5240714"/>
              <a:ext cx="7943" cy="16758"/>
            </a:xfrm>
            <a:custGeom>
              <a:avLst/>
              <a:gdLst/>
              <a:ahLst/>
              <a:cxnLst/>
              <a:rect l="l" t="t" r="r" b="b"/>
              <a:pathLst>
                <a:path w="155" h="327" extrusionOk="0">
                  <a:moveTo>
                    <a:pt x="119" y="1"/>
                  </a:moveTo>
                  <a:cubicBezTo>
                    <a:pt x="108" y="1"/>
                    <a:pt x="98" y="7"/>
                    <a:pt x="94" y="20"/>
                  </a:cubicBezTo>
                  <a:cubicBezTo>
                    <a:pt x="81" y="78"/>
                    <a:pt x="64" y="135"/>
                    <a:pt x="39" y="190"/>
                  </a:cubicBezTo>
                  <a:cubicBezTo>
                    <a:pt x="21" y="233"/>
                    <a:pt x="1" y="262"/>
                    <a:pt x="9" y="308"/>
                  </a:cubicBezTo>
                  <a:cubicBezTo>
                    <a:pt x="10" y="318"/>
                    <a:pt x="21" y="326"/>
                    <a:pt x="31" y="326"/>
                  </a:cubicBezTo>
                  <a:cubicBezTo>
                    <a:pt x="34" y="326"/>
                    <a:pt x="36" y="326"/>
                    <a:pt x="38" y="325"/>
                  </a:cubicBezTo>
                  <a:cubicBezTo>
                    <a:pt x="139" y="292"/>
                    <a:pt x="154" y="118"/>
                    <a:pt x="148" y="26"/>
                  </a:cubicBezTo>
                  <a:cubicBezTo>
                    <a:pt x="147" y="10"/>
                    <a:pt x="133" y="1"/>
                    <a:pt x="119" y="1"/>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1" name="Google Shape;4101;p72"/>
            <p:cNvSpPr/>
            <p:nvPr/>
          </p:nvSpPr>
          <p:spPr>
            <a:xfrm>
              <a:off x="2456755" y="5341723"/>
              <a:ext cx="19987" cy="8097"/>
            </a:xfrm>
            <a:custGeom>
              <a:avLst/>
              <a:gdLst/>
              <a:ahLst/>
              <a:cxnLst/>
              <a:rect l="l" t="t" r="r" b="b"/>
              <a:pathLst>
                <a:path w="390" h="158" extrusionOk="0">
                  <a:moveTo>
                    <a:pt x="19" y="0"/>
                  </a:moveTo>
                  <a:cubicBezTo>
                    <a:pt x="15" y="0"/>
                    <a:pt x="11" y="0"/>
                    <a:pt x="6" y="1"/>
                  </a:cubicBezTo>
                  <a:cubicBezTo>
                    <a:pt x="3" y="1"/>
                    <a:pt x="0" y="4"/>
                    <a:pt x="0" y="8"/>
                  </a:cubicBezTo>
                  <a:cubicBezTo>
                    <a:pt x="35" y="109"/>
                    <a:pt x="196" y="158"/>
                    <a:pt x="310" y="158"/>
                  </a:cubicBezTo>
                  <a:cubicBezTo>
                    <a:pt x="331" y="158"/>
                    <a:pt x="351" y="156"/>
                    <a:pt x="368" y="153"/>
                  </a:cubicBezTo>
                  <a:cubicBezTo>
                    <a:pt x="385" y="150"/>
                    <a:pt x="390" y="123"/>
                    <a:pt x="374" y="116"/>
                  </a:cubicBezTo>
                  <a:cubicBezTo>
                    <a:pt x="313" y="88"/>
                    <a:pt x="250" y="74"/>
                    <a:pt x="187" y="53"/>
                  </a:cubicBezTo>
                  <a:cubicBezTo>
                    <a:pt x="136" y="34"/>
                    <a:pt x="76" y="0"/>
                    <a:pt x="19" y="0"/>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2" name="Google Shape;4102;p72"/>
            <p:cNvSpPr/>
            <p:nvPr/>
          </p:nvSpPr>
          <p:spPr>
            <a:xfrm>
              <a:off x="2570986" y="5273205"/>
              <a:ext cx="10198" cy="17475"/>
            </a:xfrm>
            <a:custGeom>
              <a:avLst/>
              <a:gdLst/>
              <a:ahLst/>
              <a:cxnLst/>
              <a:rect l="l" t="t" r="r" b="b"/>
              <a:pathLst>
                <a:path w="199" h="341" extrusionOk="0">
                  <a:moveTo>
                    <a:pt x="174" y="0"/>
                  </a:moveTo>
                  <a:cubicBezTo>
                    <a:pt x="168" y="0"/>
                    <a:pt x="161" y="3"/>
                    <a:pt x="157" y="10"/>
                  </a:cubicBezTo>
                  <a:cubicBezTo>
                    <a:pt x="115" y="73"/>
                    <a:pt x="76" y="134"/>
                    <a:pt x="43" y="202"/>
                  </a:cubicBezTo>
                  <a:cubicBezTo>
                    <a:pt x="20" y="248"/>
                    <a:pt x="0" y="280"/>
                    <a:pt x="26" y="327"/>
                  </a:cubicBezTo>
                  <a:cubicBezTo>
                    <a:pt x="31" y="336"/>
                    <a:pt x="40" y="341"/>
                    <a:pt x="49" y="341"/>
                  </a:cubicBezTo>
                  <a:cubicBezTo>
                    <a:pt x="51" y="341"/>
                    <a:pt x="53" y="340"/>
                    <a:pt x="56" y="340"/>
                  </a:cubicBezTo>
                  <a:cubicBezTo>
                    <a:pt x="108" y="326"/>
                    <a:pt x="118" y="288"/>
                    <a:pt x="135" y="240"/>
                  </a:cubicBezTo>
                  <a:cubicBezTo>
                    <a:pt x="161" y="170"/>
                    <a:pt x="178" y="99"/>
                    <a:pt x="195" y="25"/>
                  </a:cubicBezTo>
                  <a:cubicBezTo>
                    <a:pt x="198" y="11"/>
                    <a:pt x="186" y="0"/>
                    <a:pt x="174" y="0"/>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3" name="Google Shape;4103;p72"/>
            <p:cNvSpPr/>
            <p:nvPr/>
          </p:nvSpPr>
          <p:spPr>
            <a:xfrm>
              <a:off x="2526144" y="5303851"/>
              <a:ext cx="10403" cy="16707"/>
            </a:xfrm>
            <a:custGeom>
              <a:avLst/>
              <a:gdLst/>
              <a:ahLst/>
              <a:cxnLst/>
              <a:rect l="l" t="t" r="r" b="b"/>
              <a:pathLst>
                <a:path w="203" h="326" extrusionOk="0">
                  <a:moveTo>
                    <a:pt x="139" y="0"/>
                  </a:moveTo>
                  <a:cubicBezTo>
                    <a:pt x="133" y="0"/>
                    <a:pt x="126" y="5"/>
                    <a:pt x="124" y="10"/>
                  </a:cubicBezTo>
                  <a:cubicBezTo>
                    <a:pt x="106" y="55"/>
                    <a:pt x="98" y="101"/>
                    <a:pt x="81" y="143"/>
                  </a:cubicBezTo>
                  <a:cubicBezTo>
                    <a:pt x="61" y="193"/>
                    <a:pt x="34" y="235"/>
                    <a:pt x="11" y="283"/>
                  </a:cubicBezTo>
                  <a:cubicBezTo>
                    <a:pt x="1" y="302"/>
                    <a:pt x="15" y="325"/>
                    <a:pt x="35" y="325"/>
                  </a:cubicBezTo>
                  <a:cubicBezTo>
                    <a:pt x="39" y="325"/>
                    <a:pt x="44" y="324"/>
                    <a:pt x="49" y="321"/>
                  </a:cubicBezTo>
                  <a:cubicBezTo>
                    <a:pt x="146" y="261"/>
                    <a:pt x="202" y="113"/>
                    <a:pt x="150" y="7"/>
                  </a:cubicBezTo>
                  <a:cubicBezTo>
                    <a:pt x="148" y="2"/>
                    <a:pt x="144" y="0"/>
                    <a:pt x="139" y="0"/>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4" name="Google Shape;4104;p72"/>
            <p:cNvSpPr/>
            <p:nvPr/>
          </p:nvSpPr>
          <p:spPr>
            <a:xfrm>
              <a:off x="2505543" y="5307695"/>
              <a:ext cx="12402" cy="9020"/>
            </a:xfrm>
            <a:custGeom>
              <a:avLst/>
              <a:gdLst/>
              <a:ahLst/>
              <a:cxnLst/>
              <a:rect l="l" t="t" r="r" b="b"/>
              <a:pathLst>
                <a:path w="242" h="176" extrusionOk="0">
                  <a:moveTo>
                    <a:pt x="20" y="1"/>
                  </a:moveTo>
                  <a:cubicBezTo>
                    <a:pt x="10" y="1"/>
                    <a:pt x="1" y="11"/>
                    <a:pt x="3" y="21"/>
                  </a:cubicBezTo>
                  <a:cubicBezTo>
                    <a:pt x="31" y="93"/>
                    <a:pt x="114" y="157"/>
                    <a:pt x="189" y="174"/>
                  </a:cubicBezTo>
                  <a:cubicBezTo>
                    <a:pt x="192" y="175"/>
                    <a:pt x="195" y="175"/>
                    <a:pt x="198" y="175"/>
                  </a:cubicBezTo>
                  <a:cubicBezTo>
                    <a:pt x="231" y="175"/>
                    <a:pt x="242" y="132"/>
                    <a:pt x="215" y="111"/>
                  </a:cubicBezTo>
                  <a:cubicBezTo>
                    <a:pt x="160" y="72"/>
                    <a:pt x="86" y="26"/>
                    <a:pt x="23" y="1"/>
                  </a:cubicBezTo>
                  <a:cubicBezTo>
                    <a:pt x="22" y="1"/>
                    <a:pt x="21" y="1"/>
                    <a:pt x="20" y="1"/>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5" name="Google Shape;4105;p72"/>
            <p:cNvSpPr/>
            <p:nvPr/>
          </p:nvSpPr>
          <p:spPr>
            <a:xfrm>
              <a:off x="2792426" y="5151954"/>
              <a:ext cx="8507" cy="18193"/>
            </a:xfrm>
            <a:custGeom>
              <a:avLst/>
              <a:gdLst/>
              <a:ahLst/>
              <a:cxnLst/>
              <a:rect l="l" t="t" r="r" b="b"/>
              <a:pathLst>
                <a:path w="166" h="355" extrusionOk="0">
                  <a:moveTo>
                    <a:pt x="77" y="0"/>
                  </a:moveTo>
                  <a:cubicBezTo>
                    <a:pt x="67" y="0"/>
                    <a:pt x="58" y="6"/>
                    <a:pt x="60" y="18"/>
                  </a:cubicBezTo>
                  <a:cubicBezTo>
                    <a:pt x="64" y="72"/>
                    <a:pt x="69" y="124"/>
                    <a:pt x="55" y="176"/>
                  </a:cubicBezTo>
                  <a:cubicBezTo>
                    <a:pt x="44" y="224"/>
                    <a:pt x="9" y="265"/>
                    <a:pt x="3" y="313"/>
                  </a:cubicBezTo>
                  <a:cubicBezTo>
                    <a:pt x="0" y="331"/>
                    <a:pt x="12" y="355"/>
                    <a:pt x="32" y="355"/>
                  </a:cubicBezTo>
                  <a:cubicBezTo>
                    <a:pt x="35" y="355"/>
                    <a:pt x="39" y="354"/>
                    <a:pt x="43" y="352"/>
                  </a:cubicBezTo>
                  <a:cubicBezTo>
                    <a:pt x="164" y="303"/>
                    <a:pt x="165" y="101"/>
                    <a:pt x="96" y="9"/>
                  </a:cubicBezTo>
                  <a:cubicBezTo>
                    <a:pt x="92" y="3"/>
                    <a:pt x="85" y="0"/>
                    <a:pt x="77" y="0"/>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6" name="Google Shape;4106;p72"/>
            <p:cNvSpPr/>
            <p:nvPr/>
          </p:nvSpPr>
          <p:spPr>
            <a:xfrm>
              <a:off x="2776591" y="5147393"/>
              <a:ext cx="9430" cy="16092"/>
            </a:xfrm>
            <a:custGeom>
              <a:avLst/>
              <a:gdLst/>
              <a:ahLst/>
              <a:cxnLst/>
              <a:rect l="l" t="t" r="r" b="b"/>
              <a:pathLst>
                <a:path w="184" h="314" extrusionOk="0">
                  <a:moveTo>
                    <a:pt x="21" y="1"/>
                  </a:moveTo>
                  <a:cubicBezTo>
                    <a:pt x="10" y="1"/>
                    <a:pt x="1" y="13"/>
                    <a:pt x="7" y="24"/>
                  </a:cubicBezTo>
                  <a:cubicBezTo>
                    <a:pt x="54" y="113"/>
                    <a:pt x="70" y="192"/>
                    <a:pt x="82" y="290"/>
                  </a:cubicBezTo>
                  <a:cubicBezTo>
                    <a:pt x="84" y="303"/>
                    <a:pt x="96" y="314"/>
                    <a:pt x="108" y="314"/>
                  </a:cubicBezTo>
                  <a:cubicBezTo>
                    <a:pt x="115" y="314"/>
                    <a:pt x="122" y="310"/>
                    <a:pt x="126" y="302"/>
                  </a:cubicBezTo>
                  <a:cubicBezTo>
                    <a:pt x="183" y="198"/>
                    <a:pt x="131" y="57"/>
                    <a:pt x="28" y="3"/>
                  </a:cubicBezTo>
                  <a:cubicBezTo>
                    <a:pt x="26" y="2"/>
                    <a:pt x="23" y="1"/>
                    <a:pt x="21" y="1"/>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7" name="Google Shape;4107;p72"/>
            <p:cNvSpPr/>
            <p:nvPr/>
          </p:nvSpPr>
          <p:spPr>
            <a:xfrm>
              <a:off x="2778179" y="5082360"/>
              <a:ext cx="28801" cy="52119"/>
            </a:xfrm>
            <a:custGeom>
              <a:avLst/>
              <a:gdLst/>
              <a:ahLst/>
              <a:cxnLst/>
              <a:rect l="l" t="t" r="r" b="b"/>
              <a:pathLst>
                <a:path w="562" h="1017" extrusionOk="0">
                  <a:moveTo>
                    <a:pt x="227" y="1"/>
                  </a:moveTo>
                  <a:cubicBezTo>
                    <a:pt x="227" y="1"/>
                    <a:pt x="117" y="150"/>
                    <a:pt x="72" y="199"/>
                  </a:cubicBezTo>
                  <a:cubicBezTo>
                    <a:pt x="0" y="282"/>
                    <a:pt x="74" y="418"/>
                    <a:pt x="152" y="620"/>
                  </a:cubicBezTo>
                  <a:cubicBezTo>
                    <a:pt x="215" y="784"/>
                    <a:pt x="269" y="1016"/>
                    <a:pt x="355" y="1016"/>
                  </a:cubicBezTo>
                  <a:cubicBezTo>
                    <a:pt x="363" y="1016"/>
                    <a:pt x="372" y="1014"/>
                    <a:pt x="381" y="1010"/>
                  </a:cubicBezTo>
                  <a:cubicBezTo>
                    <a:pt x="471" y="965"/>
                    <a:pt x="561" y="853"/>
                    <a:pt x="561" y="853"/>
                  </a:cubicBezTo>
                  <a:cubicBezTo>
                    <a:pt x="561" y="853"/>
                    <a:pt x="503" y="579"/>
                    <a:pt x="420" y="347"/>
                  </a:cubicBezTo>
                  <a:cubicBezTo>
                    <a:pt x="338" y="117"/>
                    <a:pt x="227" y="1"/>
                    <a:pt x="227" y="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8" name="Google Shape;4108;p72"/>
            <p:cNvSpPr/>
            <p:nvPr/>
          </p:nvSpPr>
          <p:spPr>
            <a:xfrm>
              <a:off x="2151679" y="5343158"/>
              <a:ext cx="71439" cy="65033"/>
            </a:xfrm>
            <a:custGeom>
              <a:avLst/>
              <a:gdLst/>
              <a:ahLst/>
              <a:cxnLst/>
              <a:rect l="l" t="t" r="r" b="b"/>
              <a:pathLst>
                <a:path w="1394" h="1269" extrusionOk="0">
                  <a:moveTo>
                    <a:pt x="0" y="0"/>
                  </a:moveTo>
                  <a:lnTo>
                    <a:pt x="0" y="463"/>
                  </a:lnTo>
                  <a:lnTo>
                    <a:pt x="1394" y="1268"/>
                  </a:lnTo>
                  <a:lnTo>
                    <a:pt x="1394" y="804"/>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09" name="Google Shape;4109;p72"/>
          <p:cNvGrpSpPr/>
          <p:nvPr/>
        </p:nvGrpSpPr>
        <p:grpSpPr>
          <a:xfrm>
            <a:off x="4047214" y="4409876"/>
            <a:ext cx="1439186" cy="1116281"/>
            <a:chOff x="3033675" y="3261150"/>
            <a:chExt cx="1310750" cy="1011000"/>
          </a:xfrm>
        </p:grpSpPr>
        <p:sp>
          <p:nvSpPr>
            <p:cNvPr id="4110" name="Google Shape;4110;p72"/>
            <p:cNvSpPr/>
            <p:nvPr/>
          </p:nvSpPr>
          <p:spPr>
            <a:xfrm>
              <a:off x="3978900" y="3552250"/>
              <a:ext cx="36975" cy="72250"/>
            </a:xfrm>
            <a:custGeom>
              <a:avLst/>
              <a:gdLst/>
              <a:ahLst/>
              <a:cxnLst/>
              <a:rect l="l" t="t" r="r" b="b"/>
              <a:pathLst>
                <a:path w="1479" h="2890" extrusionOk="0">
                  <a:moveTo>
                    <a:pt x="1070" y="1"/>
                  </a:moveTo>
                  <a:cubicBezTo>
                    <a:pt x="914" y="1"/>
                    <a:pt x="775" y="139"/>
                    <a:pt x="678" y="271"/>
                  </a:cubicBezTo>
                  <a:cubicBezTo>
                    <a:pt x="433" y="604"/>
                    <a:pt x="264" y="967"/>
                    <a:pt x="123" y="1355"/>
                  </a:cubicBezTo>
                  <a:cubicBezTo>
                    <a:pt x="1" y="1686"/>
                    <a:pt x="83" y="2090"/>
                    <a:pt x="220" y="2415"/>
                  </a:cubicBezTo>
                  <a:cubicBezTo>
                    <a:pt x="327" y="2666"/>
                    <a:pt x="572" y="2889"/>
                    <a:pt x="831" y="2889"/>
                  </a:cubicBezTo>
                  <a:cubicBezTo>
                    <a:pt x="875" y="2889"/>
                    <a:pt x="920" y="2883"/>
                    <a:pt x="965" y="2868"/>
                  </a:cubicBezTo>
                  <a:cubicBezTo>
                    <a:pt x="1123" y="2818"/>
                    <a:pt x="1241" y="2681"/>
                    <a:pt x="1307" y="2530"/>
                  </a:cubicBezTo>
                  <a:cubicBezTo>
                    <a:pt x="1374" y="2378"/>
                    <a:pt x="1479" y="1878"/>
                    <a:pt x="1468" y="1208"/>
                  </a:cubicBezTo>
                  <a:cubicBezTo>
                    <a:pt x="1465" y="1076"/>
                    <a:pt x="1365" y="214"/>
                    <a:pt x="1288" y="115"/>
                  </a:cubicBezTo>
                  <a:cubicBezTo>
                    <a:pt x="1249" y="63"/>
                    <a:pt x="1196" y="23"/>
                    <a:pt x="1129" y="8"/>
                  </a:cubicBezTo>
                  <a:cubicBezTo>
                    <a:pt x="1109" y="3"/>
                    <a:pt x="1089" y="1"/>
                    <a:pt x="1070" y="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1" name="Google Shape;4111;p72"/>
            <p:cNvSpPr/>
            <p:nvPr/>
          </p:nvSpPr>
          <p:spPr>
            <a:xfrm>
              <a:off x="3978900" y="3551400"/>
              <a:ext cx="31575" cy="62500"/>
            </a:xfrm>
            <a:custGeom>
              <a:avLst/>
              <a:gdLst/>
              <a:ahLst/>
              <a:cxnLst/>
              <a:rect l="l" t="t" r="r" b="b"/>
              <a:pathLst>
                <a:path w="1263" h="2500" extrusionOk="0">
                  <a:moveTo>
                    <a:pt x="1262" y="123"/>
                  </a:moveTo>
                  <a:cubicBezTo>
                    <a:pt x="1227" y="84"/>
                    <a:pt x="1184" y="55"/>
                    <a:pt x="1129" y="42"/>
                  </a:cubicBezTo>
                  <a:cubicBezTo>
                    <a:pt x="950" y="0"/>
                    <a:pt x="787" y="157"/>
                    <a:pt x="678" y="305"/>
                  </a:cubicBezTo>
                  <a:cubicBezTo>
                    <a:pt x="433" y="638"/>
                    <a:pt x="264" y="1001"/>
                    <a:pt x="123" y="1389"/>
                  </a:cubicBezTo>
                  <a:cubicBezTo>
                    <a:pt x="1" y="1720"/>
                    <a:pt x="83" y="2124"/>
                    <a:pt x="220" y="2449"/>
                  </a:cubicBezTo>
                  <a:cubicBezTo>
                    <a:pt x="241" y="2499"/>
                    <a:pt x="1153" y="1194"/>
                    <a:pt x="1262" y="123"/>
                  </a:cubicBezTo>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2" name="Google Shape;4112;p72"/>
            <p:cNvSpPr/>
            <p:nvPr/>
          </p:nvSpPr>
          <p:spPr>
            <a:xfrm>
              <a:off x="3653150" y="3947200"/>
              <a:ext cx="261000" cy="177825"/>
            </a:xfrm>
            <a:custGeom>
              <a:avLst/>
              <a:gdLst/>
              <a:ahLst/>
              <a:cxnLst/>
              <a:rect l="l" t="t" r="r" b="b"/>
              <a:pathLst>
                <a:path w="10440" h="7113" extrusionOk="0">
                  <a:moveTo>
                    <a:pt x="3957" y="1"/>
                  </a:moveTo>
                  <a:lnTo>
                    <a:pt x="995" y="2009"/>
                  </a:lnTo>
                  <a:lnTo>
                    <a:pt x="0" y="4160"/>
                  </a:lnTo>
                  <a:lnTo>
                    <a:pt x="1957" y="7113"/>
                  </a:lnTo>
                  <a:lnTo>
                    <a:pt x="10440" y="2215"/>
                  </a:lnTo>
                  <a:lnTo>
                    <a:pt x="3957"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3" name="Google Shape;4113;p72"/>
            <p:cNvSpPr/>
            <p:nvPr/>
          </p:nvSpPr>
          <p:spPr>
            <a:xfrm>
              <a:off x="3053350" y="3596000"/>
              <a:ext cx="252500" cy="178725"/>
            </a:xfrm>
            <a:custGeom>
              <a:avLst/>
              <a:gdLst/>
              <a:ahLst/>
              <a:cxnLst/>
              <a:rect l="l" t="t" r="r" b="b"/>
              <a:pathLst>
                <a:path w="10100" h="7149" extrusionOk="0">
                  <a:moveTo>
                    <a:pt x="3617" y="1"/>
                  </a:moveTo>
                  <a:lnTo>
                    <a:pt x="655" y="2009"/>
                  </a:lnTo>
                  <a:lnTo>
                    <a:pt x="564" y="2204"/>
                  </a:lnTo>
                  <a:cubicBezTo>
                    <a:pt x="0" y="3423"/>
                    <a:pt x="94" y="4845"/>
                    <a:pt x="810" y="5983"/>
                  </a:cubicBezTo>
                  <a:lnTo>
                    <a:pt x="1547" y="7148"/>
                  </a:lnTo>
                  <a:lnTo>
                    <a:pt x="10099" y="2215"/>
                  </a:lnTo>
                  <a:lnTo>
                    <a:pt x="3617"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4" name="Google Shape;4114;p72"/>
            <p:cNvSpPr/>
            <p:nvPr/>
          </p:nvSpPr>
          <p:spPr>
            <a:xfrm>
              <a:off x="3745700" y="4028050"/>
              <a:ext cx="173575" cy="213200"/>
            </a:xfrm>
            <a:custGeom>
              <a:avLst/>
              <a:gdLst/>
              <a:ahLst/>
              <a:cxnLst/>
              <a:rect l="l" t="t" r="r" b="b"/>
              <a:pathLst>
                <a:path w="6943" h="8528" extrusionOk="0">
                  <a:moveTo>
                    <a:pt x="2651" y="0"/>
                  </a:moveTo>
                  <a:cubicBezTo>
                    <a:pt x="2356" y="0"/>
                    <a:pt x="2088" y="72"/>
                    <a:pt x="1859" y="209"/>
                  </a:cubicBezTo>
                  <a:lnTo>
                    <a:pt x="1" y="1282"/>
                  </a:lnTo>
                  <a:lnTo>
                    <a:pt x="4235" y="8527"/>
                  </a:lnTo>
                  <a:lnTo>
                    <a:pt x="6094" y="7454"/>
                  </a:lnTo>
                  <a:cubicBezTo>
                    <a:pt x="6620" y="7140"/>
                    <a:pt x="6943" y="6481"/>
                    <a:pt x="6943" y="5546"/>
                  </a:cubicBezTo>
                  <a:cubicBezTo>
                    <a:pt x="6943" y="3654"/>
                    <a:pt x="5615" y="1352"/>
                    <a:pt x="3976" y="405"/>
                  </a:cubicBezTo>
                  <a:cubicBezTo>
                    <a:pt x="3500" y="130"/>
                    <a:pt x="3050" y="0"/>
                    <a:pt x="2651"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5" name="Google Shape;4115;p72"/>
            <p:cNvSpPr/>
            <p:nvPr/>
          </p:nvSpPr>
          <p:spPr>
            <a:xfrm>
              <a:off x="3724475" y="4054850"/>
              <a:ext cx="148400" cy="191625"/>
            </a:xfrm>
            <a:custGeom>
              <a:avLst/>
              <a:gdLst/>
              <a:ahLst/>
              <a:cxnLst/>
              <a:rect l="l" t="t" r="r" b="b"/>
              <a:pathLst>
                <a:path w="5936" h="7665" extrusionOk="0">
                  <a:moveTo>
                    <a:pt x="1642" y="1"/>
                  </a:moveTo>
                  <a:cubicBezTo>
                    <a:pt x="669" y="1"/>
                    <a:pt x="1" y="777"/>
                    <a:pt x="1" y="2120"/>
                  </a:cubicBezTo>
                  <a:cubicBezTo>
                    <a:pt x="1" y="4012"/>
                    <a:pt x="1328" y="6313"/>
                    <a:pt x="2967" y="7259"/>
                  </a:cubicBezTo>
                  <a:cubicBezTo>
                    <a:pt x="3444" y="7534"/>
                    <a:pt x="3894" y="7664"/>
                    <a:pt x="4293" y="7664"/>
                  </a:cubicBezTo>
                  <a:cubicBezTo>
                    <a:pt x="5266" y="7664"/>
                    <a:pt x="5935" y="6888"/>
                    <a:pt x="5935" y="5545"/>
                  </a:cubicBezTo>
                  <a:cubicBezTo>
                    <a:pt x="5935" y="3653"/>
                    <a:pt x="4606" y="1352"/>
                    <a:pt x="2967" y="406"/>
                  </a:cubicBezTo>
                  <a:cubicBezTo>
                    <a:pt x="2491" y="131"/>
                    <a:pt x="2041" y="1"/>
                    <a:pt x="1642" y="1"/>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6" name="Google Shape;4116;p72"/>
            <p:cNvSpPr/>
            <p:nvPr/>
          </p:nvSpPr>
          <p:spPr>
            <a:xfrm>
              <a:off x="3746150" y="4085975"/>
              <a:ext cx="102975" cy="132200"/>
            </a:xfrm>
            <a:custGeom>
              <a:avLst/>
              <a:gdLst/>
              <a:ahLst/>
              <a:cxnLst/>
              <a:rect l="l" t="t" r="r" b="b"/>
              <a:pathLst>
                <a:path w="4119" h="5288" extrusionOk="0">
                  <a:moveTo>
                    <a:pt x="1153" y="0"/>
                  </a:moveTo>
                  <a:cubicBezTo>
                    <a:pt x="467" y="0"/>
                    <a:pt x="1" y="559"/>
                    <a:pt x="15" y="1513"/>
                  </a:cubicBezTo>
                  <a:cubicBezTo>
                    <a:pt x="35" y="2831"/>
                    <a:pt x="966" y="4408"/>
                    <a:pt x="2096" y="5033"/>
                  </a:cubicBezTo>
                  <a:cubicBezTo>
                    <a:pt x="2408" y="5206"/>
                    <a:pt x="2703" y="5288"/>
                    <a:pt x="2965" y="5288"/>
                  </a:cubicBezTo>
                  <a:cubicBezTo>
                    <a:pt x="3652" y="5288"/>
                    <a:pt x="4118" y="4729"/>
                    <a:pt x="4104" y="3774"/>
                  </a:cubicBezTo>
                  <a:cubicBezTo>
                    <a:pt x="4084" y="2456"/>
                    <a:pt x="3153" y="880"/>
                    <a:pt x="2024" y="256"/>
                  </a:cubicBezTo>
                  <a:cubicBezTo>
                    <a:pt x="1711" y="82"/>
                    <a:pt x="1416" y="0"/>
                    <a:pt x="1153"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7" name="Google Shape;4117;p72"/>
            <p:cNvSpPr/>
            <p:nvPr/>
          </p:nvSpPr>
          <p:spPr>
            <a:xfrm>
              <a:off x="3753375" y="4095225"/>
              <a:ext cx="88525" cy="113675"/>
            </a:xfrm>
            <a:custGeom>
              <a:avLst/>
              <a:gdLst/>
              <a:ahLst/>
              <a:cxnLst/>
              <a:rect l="l" t="t" r="r" b="b"/>
              <a:pathLst>
                <a:path w="3541" h="4547" extrusionOk="0">
                  <a:moveTo>
                    <a:pt x="991" y="1"/>
                  </a:moveTo>
                  <a:cubicBezTo>
                    <a:pt x="401" y="1"/>
                    <a:pt x="1" y="481"/>
                    <a:pt x="13" y="1301"/>
                  </a:cubicBezTo>
                  <a:cubicBezTo>
                    <a:pt x="30" y="2435"/>
                    <a:pt x="830" y="3791"/>
                    <a:pt x="1800" y="4327"/>
                  </a:cubicBezTo>
                  <a:cubicBezTo>
                    <a:pt x="2070" y="4476"/>
                    <a:pt x="2324" y="4547"/>
                    <a:pt x="2550" y="4547"/>
                  </a:cubicBezTo>
                  <a:cubicBezTo>
                    <a:pt x="3140" y="4547"/>
                    <a:pt x="3541" y="4067"/>
                    <a:pt x="3528" y="3246"/>
                  </a:cubicBezTo>
                  <a:cubicBezTo>
                    <a:pt x="3511" y="2112"/>
                    <a:pt x="2711" y="757"/>
                    <a:pt x="1739" y="220"/>
                  </a:cubicBezTo>
                  <a:cubicBezTo>
                    <a:pt x="1470" y="71"/>
                    <a:pt x="1217" y="1"/>
                    <a:pt x="991"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8" name="Google Shape;4118;p72"/>
            <p:cNvSpPr/>
            <p:nvPr/>
          </p:nvSpPr>
          <p:spPr>
            <a:xfrm>
              <a:off x="3775100" y="4118475"/>
              <a:ext cx="50075" cy="64275"/>
            </a:xfrm>
            <a:custGeom>
              <a:avLst/>
              <a:gdLst/>
              <a:ahLst/>
              <a:cxnLst/>
              <a:rect l="l" t="t" r="r" b="b"/>
              <a:pathLst>
                <a:path w="2003" h="2571" extrusionOk="0">
                  <a:moveTo>
                    <a:pt x="561" y="0"/>
                  </a:moveTo>
                  <a:cubicBezTo>
                    <a:pt x="227" y="0"/>
                    <a:pt x="1" y="272"/>
                    <a:pt x="9" y="736"/>
                  </a:cubicBezTo>
                  <a:cubicBezTo>
                    <a:pt x="18" y="1377"/>
                    <a:pt x="470" y="2143"/>
                    <a:pt x="1019" y="2447"/>
                  </a:cubicBezTo>
                  <a:cubicBezTo>
                    <a:pt x="1171" y="2531"/>
                    <a:pt x="1314" y="2570"/>
                    <a:pt x="1442" y="2570"/>
                  </a:cubicBezTo>
                  <a:cubicBezTo>
                    <a:pt x="1775" y="2570"/>
                    <a:pt x="2002" y="2299"/>
                    <a:pt x="1995" y="1835"/>
                  </a:cubicBezTo>
                  <a:cubicBezTo>
                    <a:pt x="1985" y="1194"/>
                    <a:pt x="1532" y="429"/>
                    <a:pt x="984" y="124"/>
                  </a:cubicBezTo>
                  <a:cubicBezTo>
                    <a:pt x="832" y="40"/>
                    <a:pt x="689" y="0"/>
                    <a:pt x="561"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9" name="Google Shape;4119;p72"/>
            <p:cNvSpPr/>
            <p:nvPr/>
          </p:nvSpPr>
          <p:spPr>
            <a:xfrm>
              <a:off x="3771375" y="4106575"/>
              <a:ext cx="64975" cy="83675"/>
            </a:xfrm>
            <a:custGeom>
              <a:avLst/>
              <a:gdLst/>
              <a:ahLst/>
              <a:cxnLst/>
              <a:rect l="l" t="t" r="r" b="b"/>
              <a:pathLst>
                <a:path w="2599" h="3347" extrusionOk="0">
                  <a:moveTo>
                    <a:pt x="710" y="476"/>
                  </a:moveTo>
                  <a:cubicBezTo>
                    <a:pt x="838" y="476"/>
                    <a:pt x="981" y="516"/>
                    <a:pt x="1133" y="600"/>
                  </a:cubicBezTo>
                  <a:cubicBezTo>
                    <a:pt x="1424" y="761"/>
                    <a:pt x="1688" y="1052"/>
                    <a:pt x="1873" y="1385"/>
                  </a:cubicBezTo>
                  <a:cubicBezTo>
                    <a:pt x="1954" y="1534"/>
                    <a:pt x="2022" y="1690"/>
                    <a:pt x="2068" y="1846"/>
                  </a:cubicBezTo>
                  <a:cubicBezTo>
                    <a:pt x="2115" y="2003"/>
                    <a:pt x="2141" y="2161"/>
                    <a:pt x="2144" y="2311"/>
                  </a:cubicBezTo>
                  <a:cubicBezTo>
                    <a:pt x="2144" y="2337"/>
                    <a:pt x="2144" y="2363"/>
                    <a:pt x="2143" y="2388"/>
                  </a:cubicBezTo>
                  <a:cubicBezTo>
                    <a:pt x="2124" y="2804"/>
                    <a:pt x="1905" y="3046"/>
                    <a:pt x="1590" y="3046"/>
                  </a:cubicBezTo>
                  <a:cubicBezTo>
                    <a:pt x="1463" y="3046"/>
                    <a:pt x="1320" y="3007"/>
                    <a:pt x="1168" y="2923"/>
                  </a:cubicBezTo>
                  <a:cubicBezTo>
                    <a:pt x="619" y="2619"/>
                    <a:pt x="167" y="1853"/>
                    <a:pt x="158" y="1212"/>
                  </a:cubicBezTo>
                  <a:cubicBezTo>
                    <a:pt x="150" y="748"/>
                    <a:pt x="376" y="476"/>
                    <a:pt x="710" y="476"/>
                  </a:cubicBezTo>
                  <a:close/>
                  <a:moveTo>
                    <a:pt x="731" y="0"/>
                  </a:moveTo>
                  <a:cubicBezTo>
                    <a:pt x="296" y="0"/>
                    <a:pt x="0" y="354"/>
                    <a:pt x="10" y="957"/>
                  </a:cubicBezTo>
                  <a:cubicBezTo>
                    <a:pt x="23" y="1793"/>
                    <a:pt x="611" y="2789"/>
                    <a:pt x="1326" y="3185"/>
                  </a:cubicBezTo>
                  <a:cubicBezTo>
                    <a:pt x="1524" y="3295"/>
                    <a:pt x="1711" y="3347"/>
                    <a:pt x="1877" y="3347"/>
                  </a:cubicBezTo>
                  <a:cubicBezTo>
                    <a:pt x="2287" y="3347"/>
                    <a:pt x="2573" y="3032"/>
                    <a:pt x="2597" y="2489"/>
                  </a:cubicBezTo>
                  <a:cubicBezTo>
                    <a:pt x="2598" y="2457"/>
                    <a:pt x="2598" y="2423"/>
                    <a:pt x="2598" y="2389"/>
                  </a:cubicBezTo>
                  <a:cubicBezTo>
                    <a:pt x="2592" y="1997"/>
                    <a:pt x="2459" y="1569"/>
                    <a:pt x="2244" y="1184"/>
                  </a:cubicBezTo>
                  <a:cubicBezTo>
                    <a:pt x="2003" y="750"/>
                    <a:pt x="1660" y="372"/>
                    <a:pt x="1281" y="162"/>
                  </a:cubicBezTo>
                  <a:cubicBezTo>
                    <a:pt x="1084" y="52"/>
                    <a:pt x="897" y="0"/>
                    <a:pt x="731"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0" name="Google Shape;4120;p72"/>
            <p:cNvSpPr/>
            <p:nvPr/>
          </p:nvSpPr>
          <p:spPr>
            <a:xfrm>
              <a:off x="3142225" y="3679625"/>
              <a:ext cx="173625" cy="213225"/>
            </a:xfrm>
            <a:custGeom>
              <a:avLst/>
              <a:gdLst/>
              <a:ahLst/>
              <a:cxnLst/>
              <a:rect l="l" t="t" r="r" b="b"/>
              <a:pathLst>
                <a:path w="6945" h="8529" extrusionOk="0">
                  <a:moveTo>
                    <a:pt x="2651" y="1"/>
                  </a:moveTo>
                  <a:cubicBezTo>
                    <a:pt x="2355" y="1"/>
                    <a:pt x="2088" y="72"/>
                    <a:pt x="1859" y="209"/>
                  </a:cubicBezTo>
                  <a:lnTo>
                    <a:pt x="1" y="1283"/>
                  </a:lnTo>
                  <a:lnTo>
                    <a:pt x="4235" y="8528"/>
                  </a:lnTo>
                  <a:lnTo>
                    <a:pt x="6093" y="7455"/>
                  </a:lnTo>
                  <a:cubicBezTo>
                    <a:pt x="6619" y="7141"/>
                    <a:pt x="6944" y="6480"/>
                    <a:pt x="6944" y="5545"/>
                  </a:cubicBezTo>
                  <a:cubicBezTo>
                    <a:pt x="6944" y="3653"/>
                    <a:pt x="5615" y="1352"/>
                    <a:pt x="3976" y="406"/>
                  </a:cubicBezTo>
                  <a:cubicBezTo>
                    <a:pt x="3500" y="131"/>
                    <a:pt x="3050" y="1"/>
                    <a:pt x="2651" y="1"/>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1" name="Google Shape;4121;p72"/>
            <p:cNvSpPr/>
            <p:nvPr/>
          </p:nvSpPr>
          <p:spPr>
            <a:xfrm>
              <a:off x="3121000" y="3706450"/>
              <a:ext cx="148400" cy="191600"/>
            </a:xfrm>
            <a:custGeom>
              <a:avLst/>
              <a:gdLst/>
              <a:ahLst/>
              <a:cxnLst/>
              <a:rect l="l" t="t" r="r" b="b"/>
              <a:pathLst>
                <a:path w="5936" h="7664" extrusionOk="0">
                  <a:moveTo>
                    <a:pt x="1642" y="1"/>
                  </a:moveTo>
                  <a:cubicBezTo>
                    <a:pt x="668" y="1"/>
                    <a:pt x="0" y="776"/>
                    <a:pt x="0" y="2118"/>
                  </a:cubicBezTo>
                  <a:cubicBezTo>
                    <a:pt x="0" y="4010"/>
                    <a:pt x="1328" y="6312"/>
                    <a:pt x="2967" y="7259"/>
                  </a:cubicBezTo>
                  <a:cubicBezTo>
                    <a:pt x="3443" y="7534"/>
                    <a:pt x="3893" y="7664"/>
                    <a:pt x="4292" y="7664"/>
                  </a:cubicBezTo>
                  <a:cubicBezTo>
                    <a:pt x="5266" y="7664"/>
                    <a:pt x="5935" y="6887"/>
                    <a:pt x="5935" y="5545"/>
                  </a:cubicBezTo>
                  <a:cubicBezTo>
                    <a:pt x="5935" y="3653"/>
                    <a:pt x="4606" y="1352"/>
                    <a:pt x="2967" y="406"/>
                  </a:cubicBezTo>
                  <a:cubicBezTo>
                    <a:pt x="2490" y="131"/>
                    <a:pt x="2040" y="1"/>
                    <a:pt x="1642" y="1"/>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2" name="Google Shape;4122;p72"/>
            <p:cNvSpPr/>
            <p:nvPr/>
          </p:nvSpPr>
          <p:spPr>
            <a:xfrm>
              <a:off x="3142675" y="3737550"/>
              <a:ext cx="102975" cy="132200"/>
            </a:xfrm>
            <a:custGeom>
              <a:avLst/>
              <a:gdLst/>
              <a:ahLst/>
              <a:cxnLst/>
              <a:rect l="l" t="t" r="r" b="b"/>
              <a:pathLst>
                <a:path w="4119" h="5288" extrusionOk="0">
                  <a:moveTo>
                    <a:pt x="1153" y="1"/>
                  </a:moveTo>
                  <a:cubicBezTo>
                    <a:pt x="467" y="1"/>
                    <a:pt x="0" y="559"/>
                    <a:pt x="15" y="1512"/>
                  </a:cubicBezTo>
                  <a:cubicBezTo>
                    <a:pt x="35" y="2832"/>
                    <a:pt x="965" y="4408"/>
                    <a:pt x="2095" y="5032"/>
                  </a:cubicBezTo>
                  <a:cubicBezTo>
                    <a:pt x="2408" y="5206"/>
                    <a:pt x="2703" y="5288"/>
                    <a:pt x="2966" y="5288"/>
                  </a:cubicBezTo>
                  <a:cubicBezTo>
                    <a:pt x="3652" y="5288"/>
                    <a:pt x="4118" y="4729"/>
                    <a:pt x="4104" y="3775"/>
                  </a:cubicBezTo>
                  <a:cubicBezTo>
                    <a:pt x="4084" y="2457"/>
                    <a:pt x="3153" y="881"/>
                    <a:pt x="2023" y="255"/>
                  </a:cubicBezTo>
                  <a:cubicBezTo>
                    <a:pt x="1711" y="82"/>
                    <a:pt x="1416" y="1"/>
                    <a:pt x="1153"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3" name="Google Shape;4123;p72"/>
            <p:cNvSpPr/>
            <p:nvPr/>
          </p:nvSpPr>
          <p:spPr>
            <a:xfrm>
              <a:off x="3149900" y="3746825"/>
              <a:ext cx="88525" cy="113650"/>
            </a:xfrm>
            <a:custGeom>
              <a:avLst/>
              <a:gdLst/>
              <a:ahLst/>
              <a:cxnLst/>
              <a:rect l="l" t="t" r="r" b="b"/>
              <a:pathLst>
                <a:path w="3541" h="4546" extrusionOk="0">
                  <a:moveTo>
                    <a:pt x="990" y="0"/>
                  </a:moveTo>
                  <a:cubicBezTo>
                    <a:pt x="401" y="0"/>
                    <a:pt x="0" y="481"/>
                    <a:pt x="13" y="1301"/>
                  </a:cubicBezTo>
                  <a:cubicBezTo>
                    <a:pt x="29" y="2435"/>
                    <a:pt x="830" y="3789"/>
                    <a:pt x="1802" y="4327"/>
                  </a:cubicBezTo>
                  <a:cubicBezTo>
                    <a:pt x="2070" y="4476"/>
                    <a:pt x="2324" y="4546"/>
                    <a:pt x="2549" y="4546"/>
                  </a:cubicBezTo>
                  <a:cubicBezTo>
                    <a:pt x="3139" y="4546"/>
                    <a:pt x="3540" y="4066"/>
                    <a:pt x="3528" y="3246"/>
                  </a:cubicBezTo>
                  <a:cubicBezTo>
                    <a:pt x="3511" y="2112"/>
                    <a:pt x="2711" y="756"/>
                    <a:pt x="1739" y="220"/>
                  </a:cubicBezTo>
                  <a:cubicBezTo>
                    <a:pt x="1470" y="71"/>
                    <a:pt x="1216" y="0"/>
                    <a:pt x="990"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4" name="Google Shape;4124;p72"/>
            <p:cNvSpPr/>
            <p:nvPr/>
          </p:nvSpPr>
          <p:spPr>
            <a:xfrm>
              <a:off x="3171625" y="3770075"/>
              <a:ext cx="50050" cy="64225"/>
            </a:xfrm>
            <a:custGeom>
              <a:avLst/>
              <a:gdLst/>
              <a:ahLst/>
              <a:cxnLst/>
              <a:rect l="l" t="t" r="r" b="b"/>
              <a:pathLst>
                <a:path w="2002" h="2569" extrusionOk="0">
                  <a:moveTo>
                    <a:pt x="561" y="0"/>
                  </a:moveTo>
                  <a:cubicBezTo>
                    <a:pt x="227" y="0"/>
                    <a:pt x="0" y="272"/>
                    <a:pt x="8" y="736"/>
                  </a:cubicBezTo>
                  <a:cubicBezTo>
                    <a:pt x="17" y="1376"/>
                    <a:pt x="470" y="2141"/>
                    <a:pt x="1019" y="2445"/>
                  </a:cubicBezTo>
                  <a:cubicBezTo>
                    <a:pt x="1171" y="2529"/>
                    <a:pt x="1314" y="2569"/>
                    <a:pt x="1442" y="2569"/>
                  </a:cubicBezTo>
                  <a:cubicBezTo>
                    <a:pt x="1775" y="2569"/>
                    <a:pt x="2002" y="2298"/>
                    <a:pt x="1995" y="1835"/>
                  </a:cubicBezTo>
                  <a:cubicBezTo>
                    <a:pt x="1984" y="1194"/>
                    <a:pt x="1532" y="427"/>
                    <a:pt x="983" y="124"/>
                  </a:cubicBezTo>
                  <a:cubicBezTo>
                    <a:pt x="831" y="40"/>
                    <a:pt x="688" y="0"/>
                    <a:pt x="561"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5" name="Google Shape;4125;p72"/>
            <p:cNvSpPr/>
            <p:nvPr/>
          </p:nvSpPr>
          <p:spPr>
            <a:xfrm>
              <a:off x="3167925" y="3758150"/>
              <a:ext cx="64925" cy="83675"/>
            </a:xfrm>
            <a:custGeom>
              <a:avLst/>
              <a:gdLst/>
              <a:ahLst/>
              <a:cxnLst/>
              <a:rect l="l" t="t" r="r" b="b"/>
              <a:pathLst>
                <a:path w="2597" h="3347" extrusionOk="0">
                  <a:moveTo>
                    <a:pt x="709" y="477"/>
                  </a:moveTo>
                  <a:cubicBezTo>
                    <a:pt x="836" y="477"/>
                    <a:pt x="979" y="517"/>
                    <a:pt x="1131" y="601"/>
                  </a:cubicBezTo>
                  <a:cubicBezTo>
                    <a:pt x="1423" y="762"/>
                    <a:pt x="1686" y="1053"/>
                    <a:pt x="1872" y="1386"/>
                  </a:cubicBezTo>
                  <a:cubicBezTo>
                    <a:pt x="1953" y="1533"/>
                    <a:pt x="2020" y="1689"/>
                    <a:pt x="2066" y="1847"/>
                  </a:cubicBezTo>
                  <a:cubicBezTo>
                    <a:pt x="2114" y="2004"/>
                    <a:pt x="2140" y="2162"/>
                    <a:pt x="2143" y="2312"/>
                  </a:cubicBezTo>
                  <a:cubicBezTo>
                    <a:pt x="2143" y="2338"/>
                    <a:pt x="2143" y="2362"/>
                    <a:pt x="2142" y="2388"/>
                  </a:cubicBezTo>
                  <a:cubicBezTo>
                    <a:pt x="2123" y="2805"/>
                    <a:pt x="1904" y="3046"/>
                    <a:pt x="1590" y="3046"/>
                  </a:cubicBezTo>
                  <a:cubicBezTo>
                    <a:pt x="1462" y="3046"/>
                    <a:pt x="1319" y="3006"/>
                    <a:pt x="1167" y="2922"/>
                  </a:cubicBezTo>
                  <a:cubicBezTo>
                    <a:pt x="618" y="2618"/>
                    <a:pt x="165" y="1853"/>
                    <a:pt x="156" y="1213"/>
                  </a:cubicBezTo>
                  <a:cubicBezTo>
                    <a:pt x="148" y="749"/>
                    <a:pt x="375" y="477"/>
                    <a:pt x="709" y="477"/>
                  </a:cubicBezTo>
                  <a:close/>
                  <a:moveTo>
                    <a:pt x="729" y="1"/>
                  </a:moveTo>
                  <a:cubicBezTo>
                    <a:pt x="295" y="1"/>
                    <a:pt x="0" y="354"/>
                    <a:pt x="9" y="958"/>
                  </a:cubicBezTo>
                  <a:cubicBezTo>
                    <a:pt x="21" y="1794"/>
                    <a:pt x="610" y="2790"/>
                    <a:pt x="1324" y="3186"/>
                  </a:cubicBezTo>
                  <a:cubicBezTo>
                    <a:pt x="1523" y="3295"/>
                    <a:pt x="1710" y="3347"/>
                    <a:pt x="1876" y="3347"/>
                  </a:cubicBezTo>
                  <a:cubicBezTo>
                    <a:pt x="2286" y="3347"/>
                    <a:pt x="2571" y="3033"/>
                    <a:pt x="2595" y="2490"/>
                  </a:cubicBezTo>
                  <a:cubicBezTo>
                    <a:pt x="2597" y="2457"/>
                    <a:pt x="2597" y="2424"/>
                    <a:pt x="2597" y="2390"/>
                  </a:cubicBezTo>
                  <a:cubicBezTo>
                    <a:pt x="2591" y="1998"/>
                    <a:pt x="2457" y="1570"/>
                    <a:pt x="2243" y="1185"/>
                  </a:cubicBezTo>
                  <a:cubicBezTo>
                    <a:pt x="2002" y="750"/>
                    <a:pt x="1659" y="371"/>
                    <a:pt x="1280" y="162"/>
                  </a:cubicBezTo>
                  <a:cubicBezTo>
                    <a:pt x="1082" y="53"/>
                    <a:pt x="895" y="1"/>
                    <a:pt x="729"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6" name="Google Shape;4126;p72"/>
            <p:cNvSpPr/>
            <p:nvPr/>
          </p:nvSpPr>
          <p:spPr>
            <a:xfrm>
              <a:off x="3042950" y="3261150"/>
              <a:ext cx="1301475" cy="1006125"/>
            </a:xfrm>
            <a:custGeom>
              <a:avLst/>
              <a:gdLst/>
              <a:ahLst/>
              <a:cxnLst/>
              <a:rect l="l" t="t" r="r" b="b"/>
              <a:pathLst>
                <a:path w="52059" h="40245" extrusionOk="0">
                  <a:moveTo>
                    <a:pt x="14775" y="1"/>
                  </a:moveTo>
                  <a:cubicBezTo>
                    <a:pt x="14461" y="1"/>
                    <a:pt x="14189" y="41"/>
                    <a:pt x="13968" y="128"/>
                  </a:cubicBezTo>
                  <a:cubicBezTo>
                    <a:pt x="12519" y="697"/>
                    <a:pt x="4008" y="5111"/>
                    <a:pt x="2955" y="6186"/>
                  </a:cubicBezTo>
                  <a:cubicBezTo>
                    <a:pt x="2800" y="6344"/>
                    <a:pt x="2690" y="6468"/>
                    <a:pt x="2555" y="6910"/>
                  </a:cubicBezTo>
                  <a:cubicBezTo>
                    <a:pt x="2224" y="8003"/>
                    <a:pt x="2003" y="9642"/>
                    <a:pt x="1660" y="10088"/>
                  </a:cubicBezTo>
                  <a:cubicBezTo>
                    <a:pt x="1339" y="10075"/>
                    <a:pt x="1181" y="9822"/>
                    <a:pt x="1006" y="9822"/>
                  </a:cubicBezTo>
                  <a:cubicBezTo>
                    <a:pt x="985" y="9822"/>
                    <a:pt x="963" y="9826"/>
                    <a:pt x="941" y="9835"/>
                  </a:cubicBezTo>
                  <a:cubicBezTo>
                    <a:pt x="464" y="10016"/>
                    <a:pt x="188" y="10621"/>
                    <a:pt x="119" y="10995"/>
                  </a:cubicBezTo>
                  <a:cubicBezTo>
                    <a:pt x="41" y="11414"/>
                    <a:pt x="1" y="11840"/>
                    <a:pt x="1" y="12268"/>
                  </a:cubicBezTo>
                  <a:lnTo>
                    <a:pt x="1" y="17372"/>
                  </a:lnTo>
                  <a:cubicBezTo>
                    <a:pt x="1" y="17775"/>
                    <a:pt x="103" y="18170"/>
                    <a:pt x="303" y="18520"/>
                  </a:cubicBezTo>
                  <a:cubicBezTo>
                    <a:pt x="634" y="19101"/>
                    <a:pt x="1218" y="19987"/>
                    <a:pt x="1966" y="20545"/>
                  </a:cubicBezTo>
                  <a:cubicBezTo>
                    <a:pt x="1975" y="18315"/>
                    <a:pt x="2512" y="16709"/>
                    <a:pt x="3970" y="16709"/>
                  </a:cubicBezTo>
                  <a:cubicBezTo>
                    <a:pt x="4479" y="16709"/>
                    <a:pt x="5100" y="16905"/>
                    <a:pt x="5850" y="17338"/>
                  </a:cubicBezTo>
                  <a:cubicBezTo>
                    <a:pt x="8596" y="18922"/>
                    <a:pt x="9736" y="22046"/>
                    <a:pt x="9736" y="25089"/>
                  </a:cubicBezTo>
                  <a:lnTo>
                    <a:pt x="26365" y="34555"/>
                  </a:lnTo>
                  <a:cubicBezTo>
                    <a:pt x="26386" y="32365"/>
                    <a:pt x="26927" y="30794"/>
                    <a:pt x="28368" y="30794"/>
                  </a:cubicBezTo>
                  <a:cubicBezTo>
                    <a:pt x="28877" y="30794"/>
                    <a:pt x="29498" y="30990"/>
                    <a:pt x="30248" y="31423"/>
                  </a:cubicBezTo>
                  <a:cubicBezTo>
                    <a:pt x="32927" y="32970"/>
                    <a:pt x="34073" y="35982"/>
                    <a:pt x="34127" y="38954"/>
                  </a:cubicBezTo>
                  <a:cubicBezTo>
                    <a:pt x="35153" y="39527"/>
                    <a:pt x="34639" y="39213"/>
                    <a:pt x="34989" y="39389"/>
                  </a:cubicBezTo>
                  <a:cubicBezTo>
                    <a:pt x="35652" y="39728"/>
                    <a:pt x="36482" y="40016"/>
                    <a:pt x="37218" y="40136"/>
                  </a:cubicBezTo>
                  <a:cubicBezTo>
                    <a:pt x="37672" y="40210"/>
                    <a:pt x="38126" y="40245"/>
                    <a:pt x="38579" y="40245"/>
                  </a:cubicBezTo>
                  <a:cubicBezTo>
                    <a:pt x="41731" y="40245"/>
                    <a:pt x="44831" y="38564"/>
                    <a:pt x="47363" y="36913"/>
                  </a:cubicBezTo>
                  <a:cubicBezTo>
                    <a:pt x="49313" y="35640"/>
                    <a:pt x="50826" y="34345"/>
                    <a:pt x="51577" y="33178"/>
                  </a:cubicBezTo>
                  <a:cubicBezTo>
                    <a:pt x="51908" y="32665"/>
                    <a:pt x="52059" y="32059"/>
                    <a:pt x="52046" y="31447"/>
                  </a:cubicBezTo>
                  <a:cubicBezTo>
                    <a:pt x="52014" y="29848"/>
                    <a:pt x="52008" y="26170"/>
                    <a:pt x="50412" y="23705"/>
                  </a:cubicBezTo>
                  <a:cubicBezTo>
                    <a:pt x="49465" y="22244"/>
                    <a:pt x="47688" y="20628"/>
                    <a:pt x="46239" y="19661"/>
                  </a:cubicBezTo>
                  <a:cubicBezTo>
                    <a:pt x="42141" y="16926"/>
                    <a:pt x="40428" y="15409"/>
                    <a:pt x="36713" y="12243"/>
                  </a:cubicBezTo>
                  <a:cubicBezTo>
                    <a:pt x="35421" y="11143"/>
                    <a:pt x="33081" y="8904"/>
                    <a:pt x="31718" y="7894"/>
                  </a:cubicBezTo>
                  <a:cubicBezTo>
                    <a:pt x="31180" y="7494"/>
                    <a:pt x="19046" y="1"/>
                    <a:pt x="14775" y="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27" name="Google Shape;4127;p72"/>
            <p:cNvSpPr/>
            <p:nvPr/>
          </p:nvSpPr>
          <p:spPr>
            <a:xfrm>
              <a:off x="3042950" y="3630500"/>
              <a:ext cx="1066800" cy="641650"/>
            </a:xfrm>
            <a:custGeom>
              <a:avLst/>
              <a:gdLst/>
              <a:ahLst/>
              <a:cxnLst/>
              <a:rect l="l" t="t" r="r" b="b"/>
              <a:pathLst>
                <a:path w="42672" h="25666" extrusionOk="0">
                  <a:moveTo>
                    <a:pt x="8140" y="4700"/>
                  </a:moveTo>
                  <a:cubicBezTo>
                    <a:pt x="9244" y="6305"/>
                    <a:pt x="9736" y="8327"/>
                    <a:pt x="9736" y="10315"/>
                  </a:cubicBezTo>
                  <a:lnTo>
                    <a:pt x="26365" y="19781"/>
                  </a:lnTo>
                  <a:cubicBezTo>
                    <a:pt x="26383" y="17860"/>
                    <a:pt x="26806" y="16422"/>
                    <a:pt x="27881" y="16097"/>
                  </a:cubicBezTo>
                  <a:close/>
                  <a:moveTo>
                    <a:pt x="1" y="1"/>
                  </a:moveTo>
                  <a:lnTo>
                    <a:pt x="1" y="2598"/>
                  </a:lnTo>
                  <a:cubicBezTo>
                    <a:pt x="1" y="3001"/>
                    <a:pt x="103" y="3396"/>
                    <a:pt x="303" y="3746"/>
                  </a:cubicBezTo>
                  <a:cubicBezTo>
                    <a:pt x="634" y="4327"/>
                    <a:pt x="1218" y="5213"/>
                    <a:pt x="1966" y="5771"/>
                  </a:cubicBezTo>
                  <a:cubicBezTo>
                    <a:pt x="1974" y="3812"/>
                    <a:pt x="2394" y="2342"/>
                    <a:pt x="3484" y="2012"/>
                  </a:cubicBezTo>
                  <a:close/>
                  <a:moveTo>
                    <a:pt x="42671" y="24635"/>
                  </a:moveTo>
                  <a:cubicBezTo>
                    <a:pt x="40914" y="25308"/>
                    <a:pt x="39062" y="25665"/>
                    <a:pt x="37218" y="25362"/>
                  </a:cubicBezTo>
                  <a:cubicBezTo>
                    <a:pt x="36482" y="25242"/>
                    <a:pt x="35652" y="24954"/>
                    <a:pt x="34989" y="24615"/>
                  </a:cubicBezTo>
                  <a:cubicBezTo>
                    <a:pt x="34639" y="24439"/>
                    <a:pt x="35153" y="24754"/>
                    <a:pt x="34127" y="24180"/>
                  </a:cubicBezTo>
                  <a:cubicBezTo>
                    <a:pt x="34093" y="22263"/>
                    <a:pt x="33600" y="20331"/>
                    <a:pt x="32537" y="18784"/>
                  </a:cubicBezTo>
                  <a:cubicBezTo>
                    <a:pt x="35611" y="22783"/>
                    <a:pt x="38976" y="24814"/>
                    <a:pt x="42671" y="24635"/>
                  </a:cubicBezTo>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8" name="Google Shape;4128;p72"/>
            <p:cNvSpPr/>
            <p:nvPr/>
          </p:nvSpPr>
          <p:spPr>
            <a:xfrm>
              <a:off x="3120450" y="3261150"/>
              <a:ext cx="1217925" cy="896100"/>
            </a:xfrm>
            <a:custGeom>
              <a:avLst/>
              <a:gdLst/>
              <a:ahLst/>
              <a:cxnLst/>
              <a:rect l="l" t="t" r="r" b="b"/>
              <a:pathLst>
                <a:path w="48717" h="35844" extrusionOk="0">
                  <a:moveTo>
                    <a:pt x="11675" y="1"/>
                  </a:moveTo>
                  <a:cubicBezTo>
                    <a:pt x="11361" y="1"/>
                    <a:pt x="11089" y="41"/>
                    <a:pt x="10868" y="128"/>
                  </a:cubicBezTo>
                  <a:cubicBezTo>
                    <a:pt x="9476" y="676"/>
                    <a:pt x="1370" y="4884"/>
                    <a:pt x="1" y="6053"/>
                  </a:cubicBezTo>
                  <a:cubicBezTo>
                    <a:pt x="4120" y="7667"/>
                    <a:pt x="16287" y="13395"/>
                    <a:pt x="17571" y="14952"/>
                  </a:cubicBezTo>
                  <a:cubicBezTo>
                    <a:pt x="19047" y="16745"/>
                    <a:pt x="24056" y="24662"/>
                    <a:pt x="24056" y="24662"/>
                  </a:cubicBezTo>
                  <a:cubicBezTo>
                    <a:pt x="25782" y="26419"/>
                    <a:pt x="29865" y="29897"/>
                    <a:pt x="31654" y="31587"/>
                  </a:cubicBezTo>
                  <a:cubicBezTo>
                    <a:pt x="32761" y="33184"/>
                    <a:pt x="33158" y="34159"/>
                    <a:pt x="33382" y="35193"/>
                  </a:cubicBezTo>
                  <a:cubicBezTo>
                    <a:pt x="33435" y="35437"/>
                    <a:pt x="34628" y="35844"/>
                    <a:pt x="36481" y="35844"/>
                  </a:cubicBezTo>
                  <a:cubicBezTo>
                    <a:pt x="38057" y="35844"/>
                    <a:pt x="40109" y="35550"/>
                    <a:pt x="42343" y="34613"/>
                  </a:cubicBezTo>
                  <a:cubicBezTo>
                    <a:pt x="43550" y="34107"/>
                    <a:pt x="44684" y="33433"/>
                    <a:pt x="45708" y="32617"/>
                  </a:cubicBezTo>
                  <a:cubicBezTo>
                    <a:pt x="47534" y="31162"/>
                    <a:pt x="48716" y="29546"/>
                    <a:pt x="48706" y="27838"/>
                  </a:cubicBezTo>
                  <a:cubicBezTo>
                    <a:pt x="48499" y="26429"/>
                    <a:pt x="48099" y="24919"/>
                    <a:pt x="47312" y="23705"/>
                  </a:cubicBezTo>
                  <a:cubicBezTo>
                    <a:pt x="46365" y="22244"/>
                    <a:pt x="44588" y="20628"/>
                    <a:pt x="43139" y="19661"/>
                  </a:cubicBezTo>
                  <a:cubicBezTo>
                    <a:pt x="39041" y="16926"/>
                    <a:pt x="37328" y="15409"/>
                    <a:pt x="33613" y="12243"/>
                  </a:cubicBezTo>
                  <a:cubicBezTo>
                    <a:pt x="32321" y="11143"/>
                    <a:pt x="29981" y="8904"/>
                    <a:pt x="28618" y="7894"/>
                  </a:cubicBezTo>
                  <a:cubicBezTo>
                    <a:pt x="28080" y="7494"/>
                    <a:pt x="15946" y="1"/>
                    <a:pt x="11675" y="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9" name="Google Shape;4129;p72"/>
            <p:cNvSpPr/>
            <p:nvPr/>
          </p:nvSpPr>
          <p:spPr>
            <a:xfrm>
              <a:off x="3120450" y="3261150"/>
              <a:ext cx="702400" cy="352300"/>
            </a:xfrm>
            <a:custGeom>
              <a:avLst/>
              <a:gdLst/>
              <a:ahLst/>
              <a:cxnLst/>
              <a:rect l="l" t="t" r="r" b="b"/>
              <a:pathLst>
                <a:path w="28096" h="14092" extrusionOk="0">
                  <a:moveTo>
                    <a:pt x="11675" y="1"/>
                  </a:moveTo>
                  <a:cubicBezTo>
                    <a:pt x="11361" y="1"/>
                    <a:pt x="11089" y="42"/>
                    <a:pt x="10868" y="128"/>
                  </a:cubicBezTo>
                  <a:cubicBezTo>
                    <a:pt x="9476" y="676"/>
                    <a:pt x="1370" y="4884"/>
                    <a:pt x="1" y="6053"/>
                  </a:cubicBezTo>
                  <a:cubicBezTo>
                    <a:pt x="3443" y="7402"/>
                    <a:pt x="12497" y="11621"/>
                    <a:pt x="16133" y="13879"/>
                  </a:cubicBezTo>
                  <a:cubicBezTo>
                    <a:pt x="16358" y="14020"/>
                    <a:pt x="16614" y="14092"/>
                    <a:pt x="16870" y="14092"/>
                  </a:cubicBezTo>
                  <a:cubicBezTo>
                    <a:pt x="17045" y="14092"/>
                    <a:pt x="17220" y="14059"/>
                    <a:pt x="17387" y="13991"/>
                  </a:cubicBezTo>
                  <a:cubicBezTo>
                    <a:pt x="19447" y="13154"/>
                    <a:pt x="25682" y="10482"/>
                    <a:pt x="27961" y="7920"/>
                  </a:cubicBezTo>
                  <a:cubicBezTo>
                    <a:pt x="28096" y="7768"/>
                    <a:pt x="28057" y="7530"/>
                    <a:pt x="27884" y="7423"/>
                  </a:cubicBezTo>
                  <a:cubicBezTo>
                    <a:pt x="25104" y="5700"/>
                    <a:pt x="15399" y="1"/>
                    <a:pt x="11675" y="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0" name="Google Shape;4130;p72"/>
            <p:cNvSpPr/>
            <p:nvPr/>
          </p:nvSpPr>
          <p:spPr>
            <a:xfrm>
              <a:off x="3721825" y="3670100"/>
              <a:ext cx="607925" cy="404000"/>
            </a:xfrm>
            <a:custGeom>
              <a:avLst/>
              <a:gdLst/>
              <a:ahLst/>
              <a:cxnLst/>
              <a:rect l="l" t="t" r="r" b="b"/>
              <a:pathLst>
                <a:path w="24317" h="16160" extrusionOk="0">
                  <a:moveTo>
                    <a:pt x="14487" y="0"/>
                  </a:moveTo>
                  <a:cubicBezTo>
                    <a:pt x="9292" y="6951"/>
                    <a:pt x="1" y="8304"/>
                    <a:pt x="1" y="8304"/>
                  </a:cubicBezTo>
                  <a:cubicBezTo>
                    <a:pt x="1727" y="10061"/>
                    <a:pt x="5810" y="13539"/>
                    <a:pt x="7599" y="15229"/>
                  </a:cubicBezTo>
                  <a:cubicBezTo>
                    <a:pt x="7708" y="15416"/>
                    <a:pt x="8175" y="15868"/>
                    <a:pt x="8297" y="15893"/>
                  </a:cubicBezTo>
                  <a:cubicBezTo>
                    <a:pt x="9157" y="16076"/>
                    <a:pt x="10016" y="16160"/>
                    <a:pt x="10864" y="16160"/>
                  </a:cubicBezTo>
                  <a:cubicBezTo>
                    <a:pt x="18003" y="16160"/>
                    <a:pt x="24317" y="10225"/>
                    <a:pt x="23545" y="7838"/>
                  </a:cubicBezTo>
                  <a:cubicBezTo>
                    <a:pt x="23455" y="7669"/>
                    <a:pt x="23360" y="7505"/>
                    <a:pt x="23257" y="7347"/>
                  </a:cubicBezTo>
                  <a:cubicBezTo>
                    <a:pt x="22310" y="5886"/>
                    <a:pt x="20533" y="4270"/>
                    <a:pt x="19084" y="3303"/>
                  </a:cubicBezTo>
                  <a:cubicBezTo>
                    <a:pt x="17184" y="2036"/>
                    <a:pt x="15798" y="1029"/>
                    <a:pt x="14487" y="0"/>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1" name="Google Shape;4131;p72"/>
            <p:cNvSpPr/>
            <p:nvPr/>
          </p:nvSpPr>
          <p:spPr>
            <a:xfrm>
              <a:off x="3190550" y="3537825"/>
              <a:ext cx="564450" cy="571225"/>
            </a:xfrm>
            <a:custGeom>
              <a:avLst/>
              <a:gdLst/>
              <a:ahLst/>
              <a:cxnLst/>
              <a:rect l="l" t="t" r="r" b="b"/>
              <a:pathLst>
                <a:path w="22578" h="22849" extrusionOk="0">
                  <a:moveTo>
                    <a:pt x="883" y="1"/>
                  </a:moveTo>
                  <a:cubicBezTo>
                    <a:pt x="857" y="1"/>
                    <a:pt x="832" y="19"/>
                    <a:pt x="824" y="46"/>
                  </a:cubicBezTo>
                  <a:cubicBezTo>
                    <a:pt x="475" y="1256"/>
                    <a:pt x="137" y="4768"/>
                    <a:pt x="1" y="6305"/>
                  </a:cubicBezTo>
                  <a:cubicBezTo>
                    <a:pt x="42" y="6329"/>
                    <a:pt x="79" y="6355"/>
                    <a:pt x="120" y="6380"/>
                  </a:cubicBezTo>
                  <a:cubicBezTo>
                    <a:pt x="252" y="4880"/>
                    <a:pt x="594" y="1296"/>
                    <a:pt x="944" y="80"/>
                  </a:cubicBezTo>
                  <a:cubicBezTo>
                    <a:pt x="955" y="46"/>
                    <a:pt x="935" y="13"/>
                    <a:pt x="901" y="3"/>
                  </a:cubicBezTo>
                  <a:cubicBezTo>
                    <a:pt x="895" y="1"/>
                    <a:pt x="889" y="1"/>
                    <a:pt x="883" y="1"/>
                  </a:cubicBezTo>
                  <a:close/>
                  <a:moveTo>
                    <a:pt x="10772" y="1829"/>
                  </a:moveTo>
                  <a:cubicBezTo>
                    <a:pt x="10763" y="1829"/>
                    <a:pt x="10754" y="1831"/>
                    <a:pt x="10745" y="1834"/>
                  </a:cubicBezTo>
                  <a:cubicBezTo>
                    <a:pt x="10725" y="1842"/>
                    <a:pt x="10713" y="1860"/>
                    <a:pt x="10708" y="1880"/>
                  </a:cubicBezTo>
                  <a:cubicBezTo>
                    <a:pt x="10698" y="1941"/>
                    <a:pt x="9632" y="8051"/>
                    <a:pt x="9623" y="16434"/>
                  </a:cubicBezTo>
                  <a:lnTo>
                    <a:pt x="3791" y="13066"/>
                  </a:lnTo>
                  <a:lnTo>
                    <a:pt x="3791" y="13066"/>
                  </a:lnTo>
                  <a:cubicBezTo>
                    <a:pt x="3795" y="13116"/>
                    <a:pt x="3798" y="13167"/>
                    <a:pt x="3802" y="13218"/>
                  </a:cubicBezTo>
                  <a:lnTo>
                    <a:pt x="9655" y="16597"/>
                  </a:lnTo>
                  <a:lnTo>
                    <a:pt x="20485" y="22849"/>
                  </a:lnTo>
                  <a:cubicBezTo>
                    <a:pt x="20488" y="22803"/>
                    <a:pt x="20493" y="22757"/>
                    <a:pt x="20496" y="22711"/>
                  </a:cubicBezTo>
                  <a:lnTo>
                    <a:pt x="9749" y="16506"/>
                  </a:lnTo>
                  <a:cubicBezTo>
                    <a:pt x="9752" y="8649"/>
                    <a:pt x="10685" y="2777"/>
                    <a:pt x="10817" y="1992"/>
                  </a:cubicBezTo>
                  <a:lnTo>
                    <a:pt x="13120" y="3349"/>
                  </a:lnTo>
                  <a:cubicBezTo>
                    <a:pt x="13765" y="3729"/>
                    <a:pt x="14325" y="4261"/>
                    <a:pt x="14737" y="4885"/>
                  </a:cubicBezTo>
                  <a:lnTo>
                    <a:pt x="22452" y="16561"/>
                  </a:lnTo>
                  <a:lnTo>
                    <a:pt x="22452" y="19733"/>
                  </a:lnTo>
                  <a:cubicBezTo>
                    <a:pt x="22473" y="19733"/>
                    <a:pt x="22494" y="19733"/>
                    <a:pt x="22515" y="19733"/>
                  </a:cubicBezTo>
                  <a:cubicBezTo>
                    <a:pt x="22535" y="19733"/>
                    <a:pt x="22556" y="19733"/>
                    <a:pt x="22578" y="19735"/>
                  </a:cubicBezTo>
                  <a:lnTo>
                    <a:pt x="22578" y="16541"/>
                  </a:lnTo>
                  <a:cubicBezTo>
                    <a:pt x="22578" y="16529"/>
                    <a:pt x="22573" y="16517"/>
                    <a:pt x="22567" y="16508"/>
                  </a:cubicBezTo>
                  <a:lnTo>
                    <a:pt x="14842" y="4816"/>
                  </a:lnTo>
                  <a:cubicBezTo>
                    <a:pt x="14419" y="4177"/>
                    <a:pt x="13845" y="3631"/>
                    <a:pt x="13184" y="3240"/>
                  </a:cubicBezTo>
                  <a:lnTo>
                    <a:pt x="10802" y="1837"/>
                  </a:lnTo>
                  <a:cubicBezTo>
                    <a:pt x="10793" y="1831"/>
                    <a:pt x="10782" y="1829"/>
                    <a:pt x="10772" y="1829"/>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2" name="Google Shape;4132;p72"/>
            <p:cNvSpPr/>
            <p:nvPr/>
          </p:nvSpPr>
          <p:spPr>
            <a:xfrm>
              <a:off x="3570675" y="3468250"/>
              <a:ext cx="504350" cy="396625"/>
            </a:xfrm>
            <a:custGeom>
              <a:avLst/>
              <a:gdLst/>
              <a:ahLst/>
              <a:cxnLst/>
              <a:rect l="l" t="t" r="r" b="b"/>
              <a:pathLst>
                <a:path w="20174" h="15865" extrusionOk="0">
                  <a:moveTo>
                    <a:pt x="10274" y="1"/>
                  </a:moveTo>
                  <a:cubicBezTo>
                    <a:pt x="8094" y="1989"/>
                    <a:pt x="4526" y="3965"/>
                    <a:pt x="0" y="5932"/>
                  </a:cubicBezTo>
                  <a:cubicBezTo>
                    <a:pt x="2258" y="9787"/>
                    <a:pt x="4915" y="13456"/>
                    <a:pt x="6961" y="15246"/>
                  </a:cubicBezTo>
                  <a:cubicBezTo>
                    <a:pt x="7465" y="15688"/>
                    <a:pt x="7927" y="15864"/>
                    <a:pt x="8443" y="15864"/>
                  </a:cubicBezTo>
                  <a:cubicBezTo>
                    <a:pt x="8718" y="15864"/>
                    <a:pt x="9010" y="15814"/>
                    <a:pt x="9331" y="15726"/>
                  </a:cubicBezTo>
                  <a:cubicBezTo>
                    <a:pt x="13084" y="14700"/>
                    <a:pt x="16725" y="12379"/>
                    <a:pt x="19822" y="9445"/>
                  </a:cubicBezTo>
                  <a:cubicBezTo>
                    <a:pt x="20173" y="9112"/>
                    <a:pt x="20155" y="8543"/>
                    <a:pt x="19787" y="8226"/>
                  </a:cubicBezTo>
                  <a:lnTo>
                    <a:pt x="10274"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33" name="Google Shape;4133;p72"/>
            <p:cNvSpPr/>
            <p:nvPr/>
          </p:nvSpPr>
          <p:spPr>
            <a:xfrm>
              <a:off x="3587450" y="3486925"/>
              <a:ext cx="443325" cy="337400"/>
            </a:xfrm>
            <a:custGeom>
              <a:avLst/>
              <a:gdLst/>
              <a:ahLst/>
              <a:cxnLst/>
              <a:rect l="l" t="t" r="r" b="b"/>
              <a:pathLst>
                <a:path w="17733" h="13496" extrusionOk="0">
                  <a:moveTo>
                    <a:pt x="9836" y="0"/>
                  </a:moveTo>
                  <a:cubicBezTo>
                    <a:pt x="9739" y="0"/>
                    <a:pt x="9643" y="34"/>
                    <a:pt x="9563" y="102"/>
                  </a:cubicBezTo>
                  <a:cubicBezTo>
                    <a:pt x="7551" y="1800"/>
                    <a:pt x="4502" y="3548"/>
                    <a:pt x="280" y="5422"/>
                  </a:cubicBezTo>
                  <a:cubicBezTo>
                    <a:pt x="82" y="5509"/>
                    <a:pt x="1" y="5747"/>
                    <a:pt x="111" y="5931"/>
                  </a:cubicBezTo>
                  <a:cubicBezTo>
                    <a:pt x="1155" y="7686"/>
                    <a:pt x="3626" y="10844"/>
                    <a:pt x="4787" y="12299"/>
                  </a:cubicBezTo>
                  <a:cubicBezTo>
                    <a:pt x="5241" y="12868"/>
                    <a:pt x="5819" y="13394"/>
                    <a:pt x="6543" y="13477"/>
                  </a:cubicBezTo>
                  <a:cubicBezTo>
                    <a:pt x="6645" y="13489"/>
                    <a:pt x="6748" y="13495"/>
                    <a:pt x="6852" y="13495"/>
                  </a:cubicBezTo>
                  <a:cubicBezTo>
                    <a:pt x="7094" y="13495"/>
                    <a:pt x="7335" y="13461"/>
                    <a:pt x="7568" y="13398"/>
                  </a:cubicBezTo>
                  <a:cubicBezTo>
                    <a:pt x="11078" y="12440"/>
                    <a:pt x="14250" y="10536"/>
                    <a:pt x="17552" y="7408"/>
                  </a:cubicBezTo>
                  <a:cubicBezTo>
                    <a:pt x="17670" y="7297"/>
                    <a:pt x="17733" y="7145"/>
                    <a:pt x="17730" y="6981"/>
                  </a:cubicBezTo>
                  <a:cubicBezTo>
                    <a:pt x="17725" y="6815"/>
                    <a:pt x="17652" y="6659"/>
                    <a:pt x="17526" y="6551"/>
                  </a:cubicBezTo>
                  <a:lnTo>
                    <a:pt x="10110" y="102"/>
                  </a:lnTo>
                  <a:cubicBezTo>
                    <a:pt x="10030" y="34"/>
                    <a:pt x="9933" y="0"/>
                    <a:pt x="9836" y="0"/>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34" name="Google Shape;4134;p72"/>
            <p:cNvSpPr/>
            <p:nvPr/>
          </p:nvSpPr>
          <p:spPr>
            <a:xfrm>
              <a:off x="3124125" y="3449475"/>
              <a:ext cx="564875" cy="408275"/>
            </a:xfrm>
            <a:custGeom>
              <a:avLst/>
              <a:gdLst/>
              <a:ahLst/>
              <a:cxnLst/>
              <a:rect l="l" t="t" r="r" b="b"/>
              <a:pathLst>
                <a:path w="22595" h="16331" extrusionOk="0">
                  <a:moveTo>
                    <a:pt x="2296" y="0"/>
                  </a:moveTo>
                  <a:cubicBezTo>
                    <a:pt x="1798" y="0"/>
                    <a:pt x="739" y="1546"/>
                    <a:pt x="64" y="3735"/>
                  </a:cubicBezTo>
                  <a:cubicBezTo>
                    <a:pt x="1" y="3944"/>
                    <a:pt x="85" y="4168"/>
                    <a:pt x="271" y="4281"/>
                  </a:cubicBezTo>
                  <a:cubicBezTo>
                    <a:pt x="2767" y="5816"/>
                    <a:pt x="19713" y="14924"/>
                    <a:pt x="22251" y="16307"/>
                  </a:cubicBezTo>
                  <a:cubicBezTo>
                    <a:pt x="22281" y="16323"/>
                    <a:pt x="22312" y="16330"/>
                    <a:pt x="22342" y="16330"/>
                  </a:cubicBezTo>
                  <a:cubicBezTo>
                    <a:pt x="22474" y="16330"/>
                    <a:pt x="22595" y="16195"/>
                    <a:pt x="22520" y="16071"/>
                  </a:cubicBezTo>
                  <a:cubicBezTo>
                    <a:pt x="21796" y="14855"/>
                    <a:pt x="18898" y="10447"/>
                    <a:pt x="17502" y="8330"/>
                  </a:cubicBezTo>
                  <a:cubicBezTo>
                    <a:pt x="17000" y="7571"/>
                    <a:pt x="16335" y="6938"/>
                    <a:pt x="15549" y="6481"/>
                  </a:cubicBezTo>
                  <a:cubicBezTo>
                    <a:pt x="12364" y="4632"/>
                    <a:pt x="4383" y="533"/>
                    <a:pt x="2350" y="7"/>
                  </a:cubicBezTo>
                  <a:cubicBezTo>
                    <a:pt x="2333" y="2"/>
                    <a:pt x="2315" y="0"/>
                    <a:pt x="2296"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5" name="Google Shape;4135;p72"/>
            <p:cNvSpPr/>
            <p:nvPr/>
          </p:nvSpPr>
          <p:spPr>
            <a:xfrm>
              <a:off x="3057325" y="3419000"/>
              <a:ext cx="69225" cy="109300"/>
            </a:xfrm>
            <a:custGeom>
              <a:avLst/>
              <a:gdLst/>
              <a:ahLst/>
              <a:cxnLst/>
              <a:rect l="l" t="t" r="r" b="b"/>
              <a:pathLst>
                <a:path w="2769" h="4372" extrusionOk="0">
                  <a:moveTo>
                    <a:pt x="2262" y="1"/>
                  </a:moveTo>
                  <a:cubicBezTo>
                    <a:pt x="1868" y="100"/>
                    <a:pt x="114" y="3633"/>
                    <a:pt x="114" y="3633"/>
                  </a:cubicBezTo>
                  <a:cubicBezTo>
                    <a:pt x="1" y="3890"/>
                    <a:pt x="534" y="4209"/>
                    <a:pt x="813" y="4359"/>
                  </a:cubicBezTo>
                  <a:cubicBezTo>
                    <a:pt x="830" y="4368"/>
                    <a:pt x="847" y="4372"/>
                    <a:pt x="864" y="4372"/>
                  </a:cubicBezTo>
                  <a:cubicBezTo>
                    <a:pt x="910" y="4372"/>
                    <a:pt x="953" y="4343"/>
                    <a:pt x="970" y="4297"/>
                  </a:cubicBezTo>
                  <a:cubicBezTo>
                    <a:pt x="1071" y="4014"/>
                    <a:pt x="1339" y="3266"/>
                    <a:pt x="1666" y="2385"/>
                  </a:cubicBezTo>
                  <a:cubicBezTo>
                    <a:pt x="1819" y="1966"/>
                    <a:pt x="2072" y="1437"/>
                    <a:pt x="2276" y="1092"/>
                  </a:cubicBezTo>
                  <a:cubicBezTo>
                    <a:pt x="2550" y="626"/>
                    <a:pt x="2768" y="292"/>
                    <a:pt x="2262" y="1"/>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6" name="Google Shape;4136;p72"/>
            <p:cNvSpPr/>
            <p:nvPr/>
          </p:nvSpPr>
          <p:spPr>
            <a:xfrm>
              <a:off x="3906625" y="4035175"/>
              <a:ext cx="209600" cy="95025"/>
            </a:xfrm>
            <a:custGeom>
              <a:avLst/>
              <a:gdLst/>
              <a:ahLst/>
              <a:cxnLst/>
              <a:rect l="l" t="t" r="r" b="b"/>
              <a:pathLst>
                <a:path w="8384" h="3801" extrusionOk="0">
                  <a:moveTo>
                    <a:pt x="581" y="0"/>
                  </a:moveTo>
                  <a:cubicBezTo>
                    <a:pt x="0" y="0"/>
                    <a:pt x="333" y="1516"/>
                    <a:pt x="707" y="2196"/>
                  </a:cubicBezTo>
                  <a:cubicBezTo>
                    <a:pt x="871" y="2498"/>
                    <a:pt x="1052" y="2778"/>
                    <a:pt x="1222" y="3062"/>
                  </a:cubicBezTo>
                  <a:cubicBezTo>
                    <a:pt x="1384" y="3198"/>
                    <a:pt x="1530" y="3301"/>
                    <a:pt x="1642" y="3353"/>
                  </a:cubicBezTo>
                  <a:cubicBezTo>
                    <a:pt x="1841" y="3445"/>
                    <a:pt x="2059" y="3488"/>
                    <a:pt x="2275" y="3527"/>
                  </a:cubicBezTo>
                  <a:cubicBezTo>
                    <a:pt x="3293" y="3703"/>
                    <a:pt x="4309" y="3800"/>
                    <a:pt x="5277" y="3800"/>
                  </a:cubicBezTo>
                  <a:cubicBezTo>
                    <a:pt x="6175" y="3800"/>
                    <a:pt x="7031" y="3717"/>
                    <a:pt x="7808" y="3534"/>
                  </a:cubicBezTo>
                  <a:cubicBezTo>
                    <a:pt x="8383" y="3333"/>
                    <a:pt x="7916" y="2015"/>
                    <a:pt x="7540" y="1705"/>
                  </a:cubicBezTo>
                  <a:cubicBezTo>
                    <a:pt x="7118" y="1360"/>
                    <a:pt x="4596" y="1317"/>
                    <a:pt x="627" y="3"/>
                  </a:cubicBezTo>
                  <a:cubicBezTo>
                    <a:pt x="611" y="1"/>
                    <a:pt x="596" y="0"/>
                    <a:pt x="58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7" name="Google Shape;4137;p72"/>
            <p:cNvSpPr/>
            <p:nvPr/>
          </p:nvSpPr>
          <p:spPr>
            <a:xfrm>
              <a:off x="3891125" y="4033175"/>
              <a:ext cx="50400" cy="81975"/>
            </a:xfrm>
            <a:custGeom>
              <a:avLst/>
              <a:gdLst/>
              <a:ahLst/>
              <a:cxnLst/>
              <a:rect l="l" t="t" r="r" b="b"/>
              <a:pathLst>
                <a:path w="2016" h="3279" extrusionOk="0">
                  <a:moveTo>
                    <a:pt x="665" y="1"/>
                  </a:moveTo>
                  <a:cubicBezTo>
                    <a:pt x="349" y="1"/>
                    <a:pt x="118" y="107"/>
                    <a:pt x="87" y="407"/>
                  </a:cubicBezTo>
                  <a:cubicBezTo>
                    <a:pt x="1" y="1244"/>
                    <a:pt x="1293" y="2748"/>
                    <a:pt x="2015" y="3278"/>
                  </a:cubicBezTo>
                  <a:cubicBezTo>
                    <a:pt x="1968" y="3177"/>
                    <a:pt x="1911" y="3084"/>
                    <a:pt x="1868" y="2979"/>
                  </a:cubicBezTo>
                  <a:cubicBezTo>
                    <a:pt x="1500" y="2083"/>
                    <a:pt x="1083" y="1063"/>
                    <a:pt x="1247" y="83"/>
                  </a:cubicBezTo>
                  <a:cubicBezTo>
                    <a:pt x="1040" y="33"/>
                    <a:pt x="840" y="1"/>
                    <a:pt x="665" y="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8" name="Google Shape;4138;p72"/>
            <p:cNvSpPr/>
            <p:nvPr/>
          </p:nvSpPr>
          <p:spPr>
            <a:xfrm>
              <a:off x="4294125" y="3840550"/>
              <a:ext cx="38575" cy="122475"/>
            </a:xfrm>
            <a:custGeom>
              <a:avLst/>
              <a:gdLst/>
              <a:ahLst/>
              <a:cxnLst/>
              <a:rect l="l" t="t" r="r" b="b"/>
              <a:pathLst>
                <a:path w="1543" h="4899" extrusionOk="0">
                  <a:moveTo>
                    <a:pt x="0" y="0"/>
                  </a:moveTo>
                  <a:lnTo>
                    <a:pt x="0" y="0"/>
                  </a:lnTo>
                  <a:cubicBezTo>
                    <a:pt x="327" y="497"/>
                    <a:pt x="420" y="921"/>
                    <a:pt x="471" y="1429"/>
                  </a:cubicBezTo>
                  <a:cubicBezTo>
                    <a:pt x="491" y="1628"/>
                    <a:pt x="491" y="1838"/>
                    <a:pt x="483" y="2058"/>
                  </a:cubicBezTo>
                  <a:cubicBezTo>
                    <a:pt x="452" y="2944"/>
                    <a:pt x="288" y="3595"/>
                    <a:pt x="730" y="4478"/>
                  </a:cubicBezTo>
                  <a:cubicBezTo>
                    <a:pt x="796" y="4607"/>
                    <a:pt x="961" y="4898"/>
                    <a:pt x="1093" y="4898"/>
                  </a:cubicBezTo>
                  <a:cubicBezTo>
                    <a:pt x="1109" y="4898"/>
                    <a:pt x="1125" y="4894"/>
                    <a:pt x="1139" y="4885"/>
                  </a:cubicBezTo>
                  <a:cubicBezTo>
                    <a:pt x="1360" y="4745"/>
                    <a:pt x="1527" y="4083"/>
                    <a:pt x="1536" y="3270"/>
                  </a:cubicBezTo>
                  <a:cubicBezTo>
                    <a:pt x="1542" y="2706"/>
                    <a:pt x="1248" y="2054"/>
                    <a:pt x="971" y="1475"/>
                  </a:cubicBezTo>
                  <a:cubicBezTo>
                    <a:pt x="704" y="915"/>
                    <a:pt x="379" y="406"/>
                    <a:pt x="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9" name="Google Shape;4139;p72"/>
            <p:cNvSpPr/>
            <p:nvPr/>
          </p:nvSpPr>
          <p:spPr>
            <a:xfrm>
              <a:off x="4126225" y="3954300"/>
              <a:ext cx="178850" cy="160275"/>
            </a:xfrm>
            <a:custGeom>
              <a:avLst/>
              <a:gdLst/>
              <a:ahLst/>
              <a:cxnLst/>
              <a:rect l="l" t="t" r="r" b="b"/>
              <a:pathLst>
                <a:path w="7154" h="6411" extrusionOk="0">
                  <a:moveTo>
                    <a:pt x="6287" y="0"/>
                  </a:moveTo>
                  <a:cubicBezTo>
                    <a:pt x="5508" y="887"/>
                    <a:pt x="4377" y="1903"/>
                    <a:pt x="3161" y="2660"/>
                  </a:cubicBezTo>
                  <a:cubicBezTo>
                    <a:pt x="1592" y="3637"/>
                    <a:pt x="1" y="4269"/>
                    <a:pt x="79" y="4523"/>
                  </a:cubicBezTo>
                  <a:cubicBezTo>
                    <a:pt x="252" y="5092"/>
                    <a:pt x="824" y="6411"/>
                    <a:pt x="1215" y="6411"/>
                  </a:cubicBezTo>
                  <a:cubicBezTo>
                    <a:pt x="1226" y="6411"/>
                    <a:pt x="1238" y="6410"/>
                    <a:pt x="1249" y="6407"/>
                  </a:cubicBezTo>
                  <a:cubicBezTo>
                    <a:pt x="2991" y="6036"/>
                    <a:pt x="6469" y="3496"/>
                    <a:pt x="6975" y="2522"/>
                  </a:cubicBezTo>
                  <a:cubicBezTo>
                    <a:pt x="7153" y="2182"/>
                    <a:pt x="6492" y="54"/>
                    <a:pt x="6287" y="0"/>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0" name="Google Shape;4140;p72"/>
            <p:cNvSpPr/>
            <p:nvPr/>
          </p:nvSpPr>
          <p:spPr>
            <a:xfrm>
              <a:off x="4126975" y="3957100"/>
              <a:ext cx="171225" cy="155250"/>
            </a:xfrm>
            <a:custGeom>
              <a:avLst/>
              <a:gdLst/>
              <a:ahLst/>
              <a:cxnLst/>
              <a:rect l="l" t="t" r="r" b="b"/>
              <a:pathLst>
                <a:path w="6849" h="6210" extrusionOk="0">
                  <a:moveTo>
                    <a:pt x="6151" y="0"/>
                  </a:moveTo>
                  <a:cubicBezTo>
                    <a:pt x="5377" y="860"/>
                    <a:pt x="4297" y="1822"/>
                    <a:pt x="3131" y="2548"/>
                  </a:cubicBezTo>
                  <a:cubicBezTo>
                    <a:pt x="2242" y="3102"/>
                    <a:pt x="1334" y="3520"/>
                    <a:pt x="736" y="3826"/>
                  </a:cubicBezTo>
                  <a:cubicBezTo>
                    <a:pt x="278" y="4059"/>
                    <a:pt x="0" y="4206"/>
                    <a:pt x="49" y="4411"/>
                  </a:cubicBezTo>
                  <a:cubicBezTo>
                    <a:pt x="167" y="4905"/>
                    <a:pt x="633" y="5917"/>
                    <a:pt x="1001" y="6210"/>
                  </a:cubicBezTo>
                  <a:cubicBezTo>
                    <a:pt x="2752" y="5819"/>
                    <a:pt x="6199" y="3300"/>
                    <a:pt x="6701" y="2331"/>
                  </a:cubicBezTo>
                  <a:cubicBezTo>
                    <a:pt x="6849" y="2049"/>
                    <a:pt x="6418" y="537"/>
                    <a:pt x="615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1" name="Google Shape;4141;p72"/>
            <p:cNvSpPr/>
            <p:nvPr/>
          </p:nvSpPr>
          <p:spPr>
            <a:xfrm>
              <a:off x="3841650" y="3874625"/>
              <a:ext cx="224925" cy="153525"/>
            </a:xfrm>
            <a:custGeom>
              <a:avLst/>
              <a:gdLst/>
              <a:ahLst/>
              <a:cxnLst/>
              <a:rect l="l" t="t" r="r" b="b"/>
              <a:pathLst>
                <a:path w="8997" h="6141" extrusionOk="0">
                  <a:moveTo>
                    <a:pt x="0" y="0"/>
                  </a:moveTo>
                  <a:lnTo>
                    <a:pt x="0" y="0"/>
                  </a:lnTo>
                  <a:cubicBezTo>
                    <a:pt x="0" y="0"/>
                    <a:pt x="293" y="524"/>
                    <a:pt x="917" y="1248"/>
                  </a:cubicBezTo>
                  <a:cubicBezTo>
                    <a:pt x="1538" y="1975"/>
                    <a:pt x="2493" y="2884"/>
                    <a:pt x="3640" y="3687"/>
                  </a:cubicBezTo>
                  <a:cubicBezTo>
                    <a:pt x="4772" y="4494"/>
                    <a:pt x="6085" y="5171"/>
                    <a:pt x="7149" y="5581"/>
                  </a:cubicBezTo>
                  <a:cubicBezTo>
                    <a:pt x="8210" y="5996"/>
                    <a:pt x="8997" y="6140"/>
                    <a:pt x="8997" y="6140"/>
                  </a:cubicBezTo>
                  <a:cubicBezTo>
                    <a:pt x="8997" y="6140"/>
                    <a:pt x="8287" y="5873"/>
                    <a:pt x="7327" y="5384"/>
                  </a:cubicBezTo>
                  <a:cubicBezTo>
                    <a:pt x="6363" y="4901"/>
                    <a:pt x="5167" y="4179"/>
                    <a:pt x="4060" y="3397"/>
                  </a:cubicBezTo>
                  <a:cubicBezTo>
                    <a:pt x="1817" y="1846"/>
                    <a:pt x="1" y="0"/>
                    <a:pt x="0" y="0"/>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2" name="Google Shape;4142;p72"/>
            <p:cNvSpPr/>
            <p:nvPr/>
          </p:nvSpPr>
          <p:spPr>
            <a:xfrm>
              <a:off x="4078775" y="3734900"/>
              <a:ext cx="178600" cy="180875"/>
            </a:xfrm>
            <a:custGeom>
              <a:avLst/>
              <a:gdLst/>
              <a:ahLst/>
              <a:cxnLst/>
              <a:rect l="l" t="t" r="r" b="b"/>
              <a:pathLst>
                <a:path w="7144" h="7235" extrusionOk="0">
                  <a:moveTo>
                    <a:pt x="1608" y="842"/>
                  </a:moveTo>
                  <a:cubicBezTo>
                    <a:pt x="692" y="292"/>
                    <a:pt x="1" y="1"/>
                    <a:pt x="1" y="1"/>
                  </a:cubicBezTo>
                  <a:cubicBezTo>
                    <a:pt x="1" y="1"/>
                    <a:pt x="2299" y="1565"/>
                    <a:pt x="4108" y="3371"/>
                  </a:cubicBezTo>
                  <a:cubicBezTo>
                    <a:pt x="5025" y="4266"/>
                    <a:pt x="5842" y="5210"/>
                    <a:pt x="6360" y="5957"/>
                  </a:cubicBezTo>
                  <a:cubicBezTo>
                    <a:pt x="6886" y="6699"/>
                    <a:pt x="7144" y="7234"/>
                    <a:pt x="7144" y="7234"/>
                  </a:cubicBezTo>
                  <a:cubicBezTo>
                    <a:pt x="7144" y="7234"/>
                    <a:pt x="7073" y="6667"/>
                    <a:pt x="6665" y="5867"/>
                  </a:cubicBezTo>
                  <a:cubicBezTo>
                    <a:pt x="6270" y="5065"/>
                    <a:pt x="5536" y="4047"/>
                    <a:pt x="4588" y="3130"/>
                  </a:cubicBezTo>
                  <a:cubicBezTo>
                    <a:pt x="3650" y="2205"/>
                    <a:pt x="2528" y="1393"/>
                    <a:pt x="1608" y="842"/>
                  </a:cubicBezTo>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3" name="Google Shape;4143;p72"/>
            <p:cNvSpPr/>
            <p:nvPr/>
          </p:nvSpPr>
          <p:spPr>
            <a:xfrm>
              <a:off x="3416650" y="3377900"/>
              <a:ext cx="284625" cy="161525"/>
            </a:xfrm>
            <a:custGeom>
              <a:avLst/>
              <a:gdLst/>
              <a:ahLst/>
              <a:cxnLst/>
              <a:rect l="l" t="t" r="r" b="b"/>
              <a:pathLst>
                <a:path w="11385" h="6461" extrusionOk="0">
                  <a:moveTo>
                    <a:pt x="7682" y="1"/>
                  </a:moveTo>
                  <a:cubicBezTo>
                    <a:pt x="7427" y="1"/>
                    <a:pt x="7171" y="57"/>
                    <a:pt x="6977" y="170"/>
                  </a:cubicBezTo>
                  <a:lnTo>
                    <a:pt x="392" y="3972"/>
                  </a:lnTo>
                  <a:cubicBezTo>
                    <a:pt x="1" y="4197"/>
                    <a:pt x="1" y="4562"/>
                    <a:pt x="392" y="4786"/>
                  </a:cubicBezTo>
                  <a:lnTo>
                    <a:pt x="2997" y="6292"/>
                  </a:lnTo>
                  <a:cubicBezTo>
                    <a:pt x="3192" y="6404"/>
                    <a:pt x="3448" y="6461"/>
                    <a:pt x="3703" y="6461"/>
                  </a:cubicBezTo>
                  <a:cubicBezTo>
                    <a:pt x="3959" y="6461"/>
                    <a:pt x="4214" y="6404"/>
                    <a:pt x="4409" y="6292"/>
                  </a:cubicBezTo>
                  <a:lnTo>
                    <a:pt x="10994" y="2489"/>
                  </a:lnTo>
                  <a:cubicBezTo>
                    <a:pt x="11384" y="2264"/>
                    <a:pt x="11384" y="1899"/>
                    <a:pt x="10994" y="1674"/>
                  </a:cubicBezTo>
                  <a:lnTo>
                    <a:pt x="8389" y="170"/>
                  </a:lnTo>
                  <a:cubicBezTo>
                    <a:pt x="8193" y="57"/>
                    <a:pt x="7938" y="1"/>
                    <a:pt x="7682"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4" name="Google Shape;4144;p72"/>
            <p:cNvSpPr/>
            <p:nvPr/>
          </p:nvSpPr>
          <p:spPr>
            <a:xfrm>
              <a:off x="3425625" y="3387325"/>
              <a:ext cx="266725" cy="151325"/>
            </a:xfrm>
            <a:custGeom>
              <a:avLst/>
              <a:gdLst/>
              <a:ahLst/>
              <a:cxnLst/>
              <a:rect l="l" t="t" r="r" b="b"/>
              <a:pathLst>
                <a:path w="10669" h="6053" extrusionOk="0">
                  <a:moveTo>
                    <a:pt x="7318" y="1"/>
                  </a:moveTo>
                  <a:cubicBezTo>
                    <a:pt x="7076" y="1"/>
                    <a:pt x="6835" y="53"/>
                    <a:pt x="6651" y="159"/>
                  </a:cubicBezTo>
                  <a:lnTo>
                    <a:pt x="369" y="3787"/>
                  </a:lnTo>
                  <a:cubicBezTo>
                    <a:pt x="1" y="4000"/>
                    <a:pt x="1" y="4343"/>
                    <a:pt x="369" y="4556"/>
                  </a:cubicBezTo>
                  <a:lnTo>
                    <a:pt x="2687" y="5893"/>
                  </a:lnTo>
                  <a:cubicBezTo>
                    <a:pt x="2870" y="6000"/>
                    <a:pt x="3111" y="6053"/>
                    <a:pt x="3352" y="6053"/>
                  </a:cubicBezTo>
                  <a:cubicBezTo>
                    <a:pt x="3592" y="6053"/>
                    <a:pt x="3834" y="6000"/>
                    <a:pt x="4017" y="5893"/>
                  </a:cubicBezTo>
                  <a:lnTo>
                    <a:pt x="10300" y="2266"/>
                  </a:lnTo>
                  <a:cubicBezTo>
                    <a:pt x="10668" y="2054"/>
                    <a:pt x="10668" y="1709"/>
                    <a:pt x="10300" y="1498"/>
                  </a:cubicBezTo>
                  <a:lnTo>
                    <a:pt x="7984" y="159"/>
                  </a:lnTo>
                  <a:cubicBezTo>
                    <a:pt x="7800" y="53"/>
                    <a:pt x="7559" y="1"/>
                    <a:pt x="7318" y="1"/>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5" name="Google Shape;4145;p72"/>
            <p:cNvSpPr/>
            <p:nvPr/>
          </p:nvSpPr>
          <p:spPr>
            <a:xfrm>
              <a:off x="3144500" y="3465425"/>
              <a:ext cx="520700" cy="374150"/>
            </a:xfrm>
            <a:custGeom>
              <a:avLst/>
              <a:gdLst/>
              <a:ahLst/>
              <a:cxnLst/>
              <a:rect l="l" t="t" r="r" b="b"/>
              <a:pathLst>
                <a:path w="20828" h="14966" extrusionOk="0">
                  <a:moveTo>
                    <a:pt x="1927" y="0"/>
                  </a:moveTo>
                  <a:cubicBezTo>
                    <a:pt x="1679" y="2"/>
                    <a:pt x="705" y="1192"/>
                    <a:pt x="29" y="3385"/>
                  </a:cubicBezTo>
                  <a:cubicBezTo>
                    <a:pt x="0" y="3481"/>
                    <a:pt x="38" y="3585"/>
                    <a:pt x="126" y="3638"/>
                  </a:cubicBezTo>
                  <a:cubicBezTo>
                    <a:pt x="503" y="3870"/>
                    <a:pt x="1240" y="4292"/>
                    <a:pt x="2217" y="4837"/>
                  </a:cubicBezTo>
                  <a:cubicBezTo>
                    <a:pt x="2478" y="3323"/>
                    <a:pt x="2902" y="1466"/>
                    <a:pt x="3289" y="499"/>
                  </a:cubicBezTo>
                  <a:cubicBezTo>
                    <a:pt x="2715" y="259"/>
                    <a:pt x="2240" y="80"/>
                    <a:pt x="1927" y="0"/>
                  </a:cubicBezTo>
                  <a:close/>
                  <a:moveTo>
                    <a:pt x="3638" y="647"/>
                  </a:moveTo>
                  <a:cubicBezTo>
                    <a:pt x="3243" y="1679"/>
                    <a:pt x="2849" y="3560"/>
                    <a:pt x="2600" y="5050"/>
                  </a:cubicBezTo>
                  <a:cubicBezTo>
                    <a:pt x="4946" y="6355"/>
                    <a:pt x="8449" y="8264"/>
                    <a:pt x="11768" y="10064"/>
                  </a:cubicBezTo>
                  <a:cubicBezTo>
                    <a:pt x="12012" y="7424"/>
                    <a:pt x="12285" y="5625"/>
                    <a:pt x="12386" y="5001"/>
                  </a:cubicBezTo>
                  <a:cubicBezTo>
                    <a:pt x="9688" y="3540"/>
                    <a:pt x="5961" y="1650"/>
                    <a:pt x="3638" y="647"/>
                  </a:cubicBezTo>
                  <a:close/>
                  <a:moveTo>
                    <a:pt x="12737" y="5193"/>
                  </a:moveTo>
                  <a:cubicBezTo>
                    <a:pt x="12625" y="5901"/>
                    <a:pt x="12365" y="7703"/>
                    <a:pt x="12133" y="10262"/>
                  </a:cubicBezTo>
                  <a:cubicBezTo>
                    <a:pt x="14373" y="11476"/>
                    <a:pt x="16506" y="12627"/>
                    <a:pt x="18106" y="13493"/>
                  </a:cubicBezTo>
                  <a:cubicBezTo>
                    <a:pt x="19331" y="14156"/>
                    <a:pt x="20293" y="14674"/>
                    <a:pt x="20828" y="14965"/>
                  </a:cubicBezTo>
                  <a:cubicBezTo>
                    <a:pt x="19974" y="13570"/>
                    <a:pt x="17322" y="9539"/>
                    <a:pt x="16181" y="7810"/>
                  </a:cubicBezTo>
                  <a:cubicBezTo>
                    <a:pt x="15724" y="7119"/>
                    <a:pt x="15109" y="6536"/>
                    <a:pt x="14402" y="6125"/>
                  </a:cubicBezTo>
                  <a:cubicBezTo>
                    <a:pt x="13941" y="5858"/>
                    <a:pt x="13369" y="5538"/>
                    <a:pt x="12737" y="5193"/>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6" name="Google Shape;4146;p72"/>
            <p:cNvSpPr/>
            <p:nvPr/>
          </p:nvSpPr>
          <p:spPr>
            <a:xfrm>
              <a:off x="3459200" y="3764200"/>
              <a:ext cx="48450" cy="38450"/>
            </a:xfrm>
            <a:custGeom>
              <a:avLst/>
              <a:gdLst/>
              <a:ahLst/>
              <a:cxnLst/>
              <a:rect l="l" t="t" r="r" b="b"/>
              <a:pathLst>
                <a:path w="1938" h="1538" extrusionOk="0">
                  <a:moveTo>
                    <a:pt x="83" y="1"/>
                  </a:moveTo>
                  <a:cubicBezTo>
                    <a:pt x="34" y="1"/>
                    <a:pt x="1" y="35"/>
                    <a:pt x="1" y="95"/>
                  </a:cubicBezTo>
                  <a:lnTo>
                    <a:pt x="1" y="324"/>
                  </a:lnTo>
                  <a:cubicBezTo>
                    <a:pt x="1" y="414"/>
                    <a:pt x="74" y="531"/>
                    <a:pt x="165" y="584"/>
                  </a:cubicBezTo>
                  <a:lnTo>
                    <a:pt x="1773" y="1512"/>
                  </a:lnTo>
                  <a:cubicBezTo>
                    <a:pt x="1803" y="1529"/>
                    <a:pt x="1831" y="1537"/>
                    <a:pt x="1855" y="1537"/>
                  </a:cubicBezTo>
                  <a:cubicBezTo>
                    <a:pt x="1904" y="1537"/>
                    <a:pt x="1937" y="1503"/>
                    <a:pt x="1937" y="1443"/>
                  </a:cubicBezTo>
                  <a:lnTo>
                    <a:pt x="1937" y="1214"/>
                  </a:lnTo>
                  <a:cubicBezTo>
                    <a:pt x="1937" y="1124"/>
                    <a:pt x="1863" y="1007"/>
                    <a:pt x="1773" y="955"/>
                  </a:cubicBezTo>
                  <a:lnTo>
                    <a:pt x="165" y="26"/>
                  </a:lnTo>
                  <a:cubicBezTo>
                    <a:pt x="135" y="9"/>
                    <a:pt x="107" y="1"/>
                    <a:pt x="83" y="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7" name="Google Shape;4147;p72"/>
            <p:cNvSpPr/>
            <p:nvPr/>
          </p:nvSpPr>
          <p:spPr>
            <a:xfrm>
              <a:off x="3218800" y="3625425"/>
              <a:ext cx="48475" cy="38450"/>
            </a:xfrm>
            <a:custGeom>
              <a:avLst/>
              <a:gdLst/>
              <a:ahLst/>
              <a:cxnLst/>
              <a:rect l="l" t="t" r="r" b="b"/>
              <a:pathLst>
                <a:path w="1939" h="1538" extrusionOk="0">
                  <a:moveTo>
                    <a:pt x="83" y="0"/>
                  </a:moveTo>
                  <a:cubicBezTo>
                    <a:pt x="34" y="0"/>
                    <a:pt x="1" y="34"/>
                    <a:pt x="1" y="95"/>
                  </a:cubicBezTo>
                  <a:lnTo>
                    <a:pt x="1" y="323"/>
                  </a:lnTo>
                  <a:cubicBezTo>
                    <a:pt x="1" y="414"/>
                    <a:pt x="74" y="530"/>
                    <a:pt x="165" y="584"/>
                  </a:cubicBezTo>
                  <a:lnTo>
                    <a:pt x="1773" y="1511"/>
                  </a:lnTo>
                  <a:cubicBezTo>
                    <a:pt x="1803" y="1529"/>
                    <a:pt x="1832" y="1537"/>
                    <a:pt x="1856" y="1537"/>
                  </a:cubicBezTo>
                  <a:cubicBezTo>
                    <a:pt x="1906" y="1537"/>
                    <a:pt x="1939" y="1503"/>
                    <a:pt x="1939" y="1442"/>
                  </a:cubicBezTo>
                  <a:lnTo>
                    <a:pt x="1939" y="1214"/>
                  </a:lnTo>
                  <a:cubicBezTo>
                    <a:pt x="1939" y="1123"/>
                    <a:pt x="1865" y="1007"/>
                    <a:pt x="1773" y="955"/>
                  </a:cubicBezTo>
                  <a:lnTo>
                    <a:pt x="165" y="26"/>
                  </a:lnTo>
                  <a:cubicBezTo>
                    <a:pt x="135" y="8"/>
                    <a:pt x="107" y="0"/>
                    <a:pt x="83" y="0"/>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8" name="Google Shape;4148;p72"/>
            <p:cNvSpPr/>
            <p:nvPr/>
          </p:nvSpPr>
          <p:spPr>
            <a:xfrm>
              <a:off x="3553875" y="3788425"/>
              <a:ext cx="88875" cy="58900"/>
            </a:xfrm>
            <a:custGeom>
              <a:avLst/>
              <a:gdLst/>
              <a:ahLst/>
              <a:cxnLst/>
              <a:rect l="l" t="t" r="r" b="b"/>
              <a:pathLst>
                <a:path w="3555" h="2356" extrusionOk="0">
                  <a:moveTo>
                    <a:pt x="2807" y="0"/>
                  </a:moveTo>
                  <a:cubicBezTo>
                    <a:pt x="2382" y="0"/>
                    <a:pt x="403" y="650"/>
                    <a:pt x="260" y="817"/>
                  </a:cubicBezTo>
                  <a:cubicBezTo>
                    <a:pt x="1" y="1119"/>
                    <a:pt x="246" y="2051"/>
                    <a:pt x="669" y="2245"/>
                  </a:cubicBezTo>
                  <a:cubicBezTo>
                    <a:pt x="750" y="2283"/>
                    <a:pt x="841" y="2292"/>
                    <a:pt x="930" y="2303"/>
                  </a:cubicBezTo>
                  <a:cubicBezTo>
                    <a:pt x="1210" y="2333"/>
                    <a:pt x="1524" y="2355"/>
                    <a:pt x="1834" y="2355"/>
                  </a:cubicBezTo>
                  <a:cubicBezTo>
                    <a:pt x="2493" y="2355"/>
                    <a:pt x="3139" y="2256"/>
                    <a:pt x="3427" y="1926"/>
                  </a:cubicBezTo>
                  <a:cubicBezTo>
                    <a:pt x="3554" y="1780"/>
                    <a:pt x="3541" y="1686"/>
                    <a:pt x="3484" y="1510"/>
                  </a:cubicBezTo>
                  <a:cubicBezTo>
                    <a:pt x="3400" y="1246"/>
                    <a:pt x="3102" y="132"/>
                    <a:pt x="2874" y="11"/>
                  </a:cubicBezTo>
                  <a:cubicBezTo>
                    <a:pt x="2860" y="4"/>
                    <a:pt x="2838" y="0"/>
                    <a:pt x="2807" y="0"/>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9" name="Google Shape;4149;p72"/>
            <p:cNvSpPr/>
            <p:nvPr/>
          </p:nvSpPr>
          <p:spPr>
            <a:xfrm>
              <a:off x="3557950" y="3788425"/>
              <a:ext cx="76950" cy="28100"/>
            </a:xfrm>
            <a:custGeom>
              <a:avLst/>
              <a:gdLst/>
              <a:ahLst/>
              <a:cxnLst/>
              <a:rect l="l" t="t" r="r" b="b"/>
              <a:pathLst>
                <a:path w="3078" h="1124" extrusionOk="0">
                  <a:moveTo>
                    <a:pt x="2644" y="0"/>
                  </a:moveTo>
                  <a:cubicBezTo>
                    <a:pt x="2219" y="0"/>
                    <a:pt x="240" y="650"/>
                    <a:pt x="97" y="817"/>
                  </a:cubicBezTo>
                  <a:cubicBezTo>
                    <a:pt x="45" y="877"/>
                    <a:pt x="14" y="964"/>
                    <a:pt x="0" y="1062"/>
                  </a:cubicBezTo>
                  <a:cubicBezTo>
                    <a:pt x="287" y="1104"/>
                    <a:pt x="585" y="1123"/>
                    <a:pt x="879" y="1123"/>
                  </a:cubicBezTo>
                  <a:cubicBezTo>
                    <a:pt x="1771" y="1123"/>
                    <a:pt x="2632" y="951"/>
                    <a:pt x="3077" y="730"/>
                  </a:cubicBezTo>
                  <a:cubicBezTo>
                    <a:pt x="2962" y="394"/>
                    <a:pt x="2827" y="72"/>
                    <a:pt x="2711" y="11"/>
                  </a:cubicBezTo>
                  <a:cubicBezTo>
                    <a:pt x="2697" y="4"/>
                    <a:pt x="2675" y="0"/>
                    <a:pt x="2644" y="0"/>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0" name="Google Shape;4150;p72"/>
            <p:cNvSpPr/>
            <p:nvPr/>
          </p:nvSpPr>
          <p:spPr>
            <a:xfrm>
              <a:off x="3613350" y="3822200"/>
              <a:ext cx="62925" cy="28525"/>
            </a:xfrm>
            <a:custGeom>
              <a:avLst/>
              <a:gdLst/>
              <a:ahLst/>
              <a:cxnLst/>
              <a:rect l="l" t="t" r="r" b="b"/>
              <a:pathLst>
                <a:path w="2517" h="1141" extrusionOk="0">
                  <a:moveTo>
                    <a:pt x="1009" y="1"/>
                  </a:moveTo>
                  <a:cubicBezTo>
                    <a:pt x="568" y="1"/>
                    <a:pt x="0" y="744"/>
                    <a:pt x="177" y="955"/>
                  </a:cubicBezTo>
                  <a:cubicBezTo>
                    <a:pt x="226" y="1013"/>
                    <a:pt x="2149" y="1136"/>
                    <a:pt x="2210" y="1140"/>
                  </a:cubicBezTo>
                  <a:cubicBezTo>
                    <a:pt x="2214" y="1141"/>
                    <a:pt x="2218" y="1141"/>
                    <a:pt x="2222" y="1141"/>
                  </a:cubicBezTo>
                  <a:cubicBezTo>
                    <a:pt x="2516" y="1141"/>
                    <a:pt x="2430" y="260"/>
                    <a:pt x="2022" y="211"/>
                  </a:cubicBezTo>
                  <a:cubicBezTo>
                    <a:pt x="1943" y="202"/>
                    <a:pt x="1191" y="23"/>
                    <a:pt x="1059" y="4"/>
                  </a:cubicBezTo>
                  <a:cubicBezTo>
                    <a:pt x="1042" y="2"/>
                    <a:pt x="1026" y="1"/>
                    <a:pt x="1009" y="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1" name="Google Shape;4151;p72"/>
            <p:cNvSpPr/>
            <p:nvPr/>
          </p:nvSpPr>
          <p:spPr>
            <a:xfrm>
              <a:off x="3059775" y="3692300"/>
              <a:ext cx="21700" cy="18500"/>
            </a:xfrm>
            <a:custGeom>
              <a:avLst/>
              <a:gdLst/>
              <a:ahLst/>
              <a:cxnLst/>
              <a:rect l="l" t="t" r="r" b="b"/>
              <a:pathLst>
                <a:path w="868" h="740" extrusionOk="0">
                  <a:moveTo>
                    <a:pt x="76" y="0"/>
                  </a:moveTo>
                  <a:cubicBezTo>
                    <a:pt x="31" y="0"/>
                    <a:pt x="1" y="32"/>
                    <a:pt x="1" y="87"/>
                  </a:cubicBezTo>
                  <a:lnTo>
                    <a:pt x="1" y="152"/>
                  </a:lnTo>
                  <a:cubicBezTo>
                    <a:pt x="1" y="234"/>
                    <a:pt x="67" y="340"/>
                    <a:pt x="150" y="388"/>
                  </a:cubicBezTo>
                  <a:lnTo>
                    <a:pt x="717" y="716"/>
                  </a:lnTo>
                  <a:cubicBezTo>
                    <a:pt x="744" y="732"/>
                    <a:pt x="770" y="739"/>
                    <a:pt x="792" y="739"/>
                  </a:cubicBezTo>
                  <a:cubicBezTo>
                    <a:pt x="837" y="739"/>
                    <a:pt x="867" y="708"/>
                    <a:pt x="867" y="653"/>
                  </a:cubicBezTo>
                  <a:lnTo>
                    <a:pt x="867" y="587"/>
                  </a:lnTo>
                  <a:cubicBezTo>
                    <a:pt x="867" y="504"/>
                    <a:pt x="800" y="399"/>
                    <a:pt x="717" y="351"/>
                  </a:cubicBezTo>
                  <a:lnTo>
                    <a:pt x="150" y="23"/>
                  </a:lnTo>
                  <a:cubicBezTo>
                    <a:pt x="123" y="7"/>
                    <a:pt x="97" y="0"/>
                    <a:pt x="76" y="0"/>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2" name="Google Shape;4152;p72"/>
            <p:cNvSpPr/>
            <p:nvPr/>
          </p:nvSpPr>
          <p:spPr>
            <a:xfrm>
              <a:off x="3675600" y="4047850"/>
              <a:ext cx="21725" cy="18500"/>
            </a:xfrm>
            <a:custGeom>
              <a:avLst/>
              <a:gdLst/>
              <a:ahLst/>
              <a:cxnLst/>
              <a:rect l="l" t="t" r="r" b="b"/>
              <a:pathLst>
                <a:path w="869" h="740" extrusionOk="0">
                  <a:moveTo>
                    <a:pt x="76" y="1"/>
                  </a:moveTo>
                  <a:cubicBezTo>
                    <a:pt x="31" y="1"/>
                    <a:pt x="1" y="31"/>
                    <a:pt x="1" y="87"/>
                  </a:cubicBezTo>
                  <a:lnTo>
                    <a:pt x="1" y="153"/>
                  </a:lnTo>
                  <a:cubicBezTo>
                    <a:pt x="1" y="235"/>
                    <a:pt x="68" y="341"/>
                    <a:pt x="151" y="389"/>
                  </a:cubicBezTo>
                  <a:lnTo>
                    <a:pt x="718" y="717"/>
                  </a:lnTo>
                  <a:cubicBezTo>
                    <a:pt x="745" y="732"/>
                    <a:pt x="771" y="740"/>
                    <a:pt x="793" y="740"/>
                  </a:cubicBezTo>
                  <a:cubicBezTo>
                    <a:pt x="838" y="740"/>
                    <a:pt x="869" y="708"/>
                    <a:pt x="869" y="652"/>
                  </a:cubicBezTo>
                  <a:lnTo>
                    <a:pt x="869" y="588"/>
                  </a:lnTo>
                  <a:cubicBezTo>
                    <a:pt x="869" y="505"/>
                    <a:pt x="801" y="399"/>
                    <a:pt x="718" y="350"/>
                  </a:cubicBezTo>
                  <a:lnTo>
                    <a:pt x="151" y="24"/>
                  </a:lnTo>
                  <a:cubicBezTo>
                    <a:pt x="124" y="8"/>
                    <a:pt x="98" y="1"/>
                    <a:pt x="76" y="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3" name="Google Shape;4153;p72"/>
            <p:cNvSpPr/>
            <p:nvPr/>
          </p:nvSpPr>
          <p:spPr>
            <a:xfrm>
              <a:off x="3033675" y="3551900"/>
              <a:ext cx="25675" cy="80025"/>
            </a:xfrm>
            <a:custGeom>
              <a:avLst/>
              <a:gdLst/>
              <a:ahLst/>
              <a:cxnLst/>
              <a:rect l="l" t="t" r="r" b="b"/>
              <a:pathLst>
                <a:path w="1027" h="3201" extrusionOk="0">
                  <a:moveTo>
                    <a:pt x="402" y="0"/>
                  </a:moveTo>
                  <a:cubicBezTo>
                    <a:pt x="402" y="0"/>
                    <a:pt x="1" y="1366"/>
                    <a:pt x="383" y="3197"/>
                  </a:cubicBezTo>
                  <a:cubicBezTo>
                    <a:pt x="393" y="3199"/>
                    <a:pt x="404" y="3200"/>
                    <a:pt x="415" y="3200"/>
                  </a:cubicBezTo>
                  <a:cubicBezTo>
                    <a:pt x="821" y="3200"/>
                    <a:pt x="972" y="1429"/>
                    <a:pt x="1016" y="714"/>
                  </a:cubicBezTo>
                  <a:cubicBezTo>
                    <a:pt x="1026" y="534"/>
                    <a:pt x="941" y="362"/>
                    <a:pt x="790" y="261"/>
                  </a:cubicBezTo>
                  <a:lnTo>
                    <a:pt x="402" y="0"/>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4" name="Google Shape;4154;p72"/>
            <p:cNvSpPr/>
            <p:nvPr/>
          </p:nvSpPr>
          <p:spPr>
            <a:xfrm>
              <a:off x="4198975" y="4089525"/>
              <a:ext cx="83700" cy="86175"/>
            </a:xfrm>
            <a:custGeom>
              <a:avLst/>
              <a:gdLst/>
              <a:ahLst/>
              <a:cxnLst/>
              <a:rect l="l" t="t" r="r" b="b"/>
              <a:pathLst>
                <a:path w="3348" h="3447" extrusionOk="0">
                  <a:moveTo>
                    <a:pt x="3348" y="0"/>
                  </a:moveTo>
                  <a:lnTo>
                    <a:pt x="1" y="2245"/>
                  </a:lnTo>
                  <a:lnTo>
                    <a:pt x="1" y="3447"/>
                  </a:lnTo>
                  <a:lnTo>
                    <a:pt x="3348" y="1204"/>
                  </a:lnTo>
                  <a:lnTo>
                    <a:pt x="334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5" name="Google Shape;4155;p72"/>
          <p:cNvGrpSpPr/>
          <p:nvPr/>
        </p:nvGrpSpPr>
        <p:grpSpPr>
          <a:xfrm>
            <a:off x="-688782" y="2577259"/>
            <a:ext cx="1510850" cy="1047500"/>
            <a:chOff x="909550" y="3044725"/>
            <a:chExt cx="1510850" cy="1047500"/>
          </a:xfrm>
        </p:grpSpPr>
        <p:sp>
          <p:nvSpPr>
            <p:cNvPr id="4156" name="Google Shape;4156;p72"/>
            <p:cNvSpPr/>
            <p:nvPr/>
          </p:nvSpPr>
          <p:spPr>
            <a:xfrm>
              <a:off x="2073400" y="3336600"/>
              <a:ext cx="34775" cy="65000"/>
            </a:xfrm>
            <a:custGeom>
              <a:avLst/>
              <a:gdLst/>
              <a:ahLst/>
              <a:cxnLst/>
              <a:rect l="l" t="t" r="r" b="b"/>
              <a:pathLst>
                <a:path w="1391" h="2600" extrusionOk="0">
                  <a:moveTo>
                    <a:pt x="830" y="0"/>
                  </a:moveTo>
                  <a:cubicBezTo>
                    <a:pt x="664" y="0"/>
                    <a:pt x="551" y="121"/>
                    <a:pt x="491" y="287"/>
                  </a:cubicBezTo>
                  <a:cubicBezTo>
                    <a:pt x="352" y="678"/>
                    <a:pt x="0" y="2046"/>
                    <a:pt x="243" y="2383"/>
                  </a:cubicBezTo>
                  <a:cubicBezTo>
                    <a:pt x="317" y="2486"/>
                    <a:pt x="566" y="2599"/>
                    <a:pt x="777" y="2599"/>
                  </a:cubicBezTo>
                  <a:cubicBezTo>
                    <a:pt x="823" y="2599"/>
                    <a:pt x="867" y="2594"/>
                    <a:pt x="907" y="2582"/>
                  </a:cubicBezTo>
                  <a:cubicBezTo>
                    <a:pt x="1037" y="2544"/>
                    <a:pt x="1094" y="2299"/>
                    <a:pt x="1126" y="2191"/>
                  </a:cubicBezTo>
                  <a:cubicBezTo>
                    <a:pt x="1250" y="1782"/>
                    <a:pt x="1308" y="1348"/>
                    <a:pt x="1343" y="923"/>
                  </a:cubicBezTo>
                  <a:cubicBezTo>
                    <a:pt x="1359" y="738"/>
                    <a:pt x="1391" y="523"/>
                    <a:pt x="1362" y="338"/>
                  </a:cubicBezTo>
                  <a:cubicBezTo>
                    <a:pt x="1334" y="157"/>
                    <a:pt x="1075" y="45"/>
                    <a:pt x="911" y="10"/>
                  </a:cubicBezTo>
                  <a:cubicBezTo>
                    <a:pt x="883" y="3"/>
                    <a:pt x="855" y="0"/>
                    <a:pt x="830" y="0"/>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7" name="Google Shape;4157;p72"/>
            <p:cNvSpPr/>
            <p:nvPr/>
          </p:nvSpPr>
          <p:spPr>
            <a:xfrm>
              <a:off x="1653575" y="3797600"/>
              <a:ext cx="186800" cy="120550"/>
            </a:xfrm>
            <a:custGeom>
              <a:avLst/>
              <a:gdLst/>
              <a:ahLst/>
              <a:cxnLst/>
              <a:rect l="l" t="t" r="r" b="b"/>
              <a:pathLst>
                <a:path w="7472" h="4822" extrusionOk="0">
                  <a:moveTo>
                    <a:pt x="1238" y="1"/>
                  </a:moveTo>
                  <a:lnTo>
                    <a:pt x="1" y="1844"/>
                  </a:lnTo>
                  <a:lnTo>
                    <a:pt x="1638" y="4821"/>
                  </a:lnTo>
                  <a:lnTo>
                    <a:pt x="7472" y="1453"/>
                  </a:lnTo>
                  <a:lnTo>
                    <a:pt x="1238"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8" name="Google Shape;4158;p72"/>
            <p:cNvSpPr/>
            <p:nvPr/>
          </p:nvSpPr>
          <p:spPr>
            <a:xfrm>
              <a:off x="989425" y="3414175"/>
              <a:ext cx="186800" cy="120525"/>
            </a:xfrm>
            <a:custGeom>
              <a:avLst/>
              <a:gdLst/>
              <a:ahLst/>
              <a:cxnLst/>
              <a:rect l="l" t="t" r="r" b="b"/>
              <a:pathLst>
                <a:path w="7472" h="4821" extrusionOk="0">
                  <a:moveTo>
                    <a:pt x="1238" y="1"/>
                  </a:moveTo>
                  <a:lnTo>
                    <a:pt x="1" y="1843"/>
                  </a:lnTo>
                  <a:lnTo>
                    <a:pt x="1638" y="4821"/>
                  </a:lnTo>
                  <a:lnTo>
                    <a:pt x="7472" y="1452"/>
                  </a:lnTo>
                  <a:lnTo>
                    <a:pt x="1238"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9" name="Google Shape;4159;p72"/>
            <p:cNvSpPr/>
            <p:nvPr/>
          </p:nvSpPr>
          <p:spPr>
            <a:xfrm>
              <a:off x="1729975" y="3843525"/>
              <a:ext cx="197675" cy="242750"/>
            </a:xfrm>
            <a:custGeom>
              <a:avLst/>
              <a:gdLst/>
              <a:ahLst/>
              <a:cxnLst/>
              <a:rect l="l" t="t" r="r" b="b"/>
              <a:pathLst>
                <a:path w="7907" h="9710" extrusionOk="0">
                  <a:moveTo>
                    <a:pt x="3019" y="0"/>
                  </a:moveTo>
                  <a:cubicBezTo>
                    <a:pt x="2682" y="0"/>
                    <a:pt x="2377" y="82"/>
                    <a:pt x="2116" y="238"/>
                  </a:cubicBezTo>
                  <a:lnTo>
                    <a:pt x="0" y="1460"/>
                  </a:lnTo>
                  <a:lnTo>
                    <a:pt x="4824" y="9710"/>
                  </a:lnTo>
                  <a:lnTo>
                    <a:pt x="6939" y="8490"/>
                  </a:lnTo>
                  <a:cubicBezTo>
                    <a:pt x="7537" y="8131"/>
                    <a:pt x="7907" y="7380"/>
                    <a:pt x="7907" y="6314"/>
                  </a:cubicBezTo>
                  <a:cubicBezTo>
                    <a:pt x="7907" y="4160"/>
                    <a:pt x="6394" y="1540"/>
                    <a:pt x="4528" y="462"/>
                  </a:cubicBezTo>
                  <a:cubicBezTo>
                    <a:pt x="3985" y="149"/>
                    <a:pt x="3473" y="0"/>
                    <a:pt x="3019"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0" name="Google Shape;4160;p72"/>
            <p:cNvSpPr/>
            <p:nvPr/>
          </p:nvSpPr>
          <p:spPr>
            <a:xfrm>
              <a:off x="1705800" y="3874075"/>
              <a:ext cx="168975" cy="218150"/>
            </a:xfrm>
            <a:custGeom>
              <a:avLst/>
              <a:gdLst/>
              <a:ahLst/>
              <a:cxnLst/>
              <a:rect l="l" t="t" r="r" b="b"/>
              <a:pathLst>
                <a:path w="6759" h="8726" extrusionOk="0">
                  <a:moveTo>
                    <a:pt x="1869" y="0"/>
                  </a:moveTo>
                  <a:cubicBezTo>
                    <a:pt x="761" y="0"/>
                    <a:pt x="0" y="883"/>
                    <a:pt x="0" y="2412"/>
                  </a:cubicBezTo>
                  <a:cubicBezTo>
                    <a:pt x="0" y="4568"/>
                    <a:pt x="1513" y="7188"/>
                    <a:pt x="3379" y="8264"/>
                  </a:cubicBezTo>
                  <a:cubicBezTo>
                    <a:pt x="3921" y="8577"/>
                    <a:pt x="4434" y="8726"/>
                    <a:pt x="4888" y="8726"/>
                  </a:cubicBezTo>
                  <a:cubicBezTo>
                    <a:pt x="5997" y="8726"/>
                    <a:pt x="6758" y="7842"/>
                    <a:pt x="6758" y="6314"/>
                  </a:cubicBezTo>
                  <a:cubicBezTo>
                    <a:pt x="6758" y="4158"/>
                    <a:pt x="5245" y="1538"/>
                    <a:pt x="3379" y="462"/>
                  </a:cubicBezTo>
                  <a:cubicBezTo>
                    <a:pt x="2837" y="149"/>
                    <a:pt x="2324" y="0"/>
                    <a:pt x="1869"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1" name="Google Shape;4161;p72"/>
            <p:cNvSpPr/>
            <p:nvPr/>
          </p:nvSpPr>
          <p:spPr>
            <a:xfrm>
              <a:off x="1730475" y="3909475"/>
              <a:ext cx="117275" cy="150525"/>
            </a:xfrm>
            <a:custGeom>
              <a:avLst/>
              <a:gdLst/>
              <a:ahLst/>
              <a:cxnLst/>
              <a:rect l="l" t="t" r="r" b="b"/>
              <a:pathLst>
                <a:path w="4691" h="6021" extrusionOk="0">
                  <a:moveTo>
                    <a:pt x="1313" y="1"/>
                  </a:moveTo>
                  <a:cubicBezTo>
                    <a:pt x="531" y="1"/>
                    <a:pt x="1" y="637"/>
                    <a:pt x="17" y="1723"/>
                  </a:cubicBezTo>
                  <a:cubicBezTo>
                    <a:pt x="40" y="3225"/>
                    <a:pt x="1100" y="5019"/>
                    <a:pt x="2386" y="5731"/>
                  </a:cubicBezTo>
                  <a:cubicBezTo>
                    <a:pt x="2742" y="5928"/>
                    <a:pt x="3078" y="6021"/>
                    <a:pt x="3378" y="6021"/>
                  </a:cubicBezTo>
                  <a:cubicBezTo>
                    <a:pt x="4159" y="6021"/>
                    <a:pt x="4690" y="5385"/>
                    <a:pt x="4673" y="4299"/>
                  </a:cubicBezTo>
                  <a:cubicBezTo>
                    <a:pt x="4650" y="2798"/>
                    <a:pt x="3591" y="1002"/>
                    <a:pt x="2305" y="291"/>
                  </a:cubicBezTo>
                  <a:cubicBezTo>
                    <a:pt x="1948" y="94"/>
                    <a:pt x="1612" y="1"/>
                    <a:pt x="1313"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2" name="Google Shape;4162;p72"/>
            <p:cNvSpPr/>
            <p:nvPr/>
          </p:nvSpPr>
          <p:spPr>
            <a:xfrm>
              <a:off x="1738700" y="3920025"/>
              <a:ext cx="100825" cy="129450"/>
            </a:xfrm>
            <a:custGeom>
              <a:avLst/>
              <a:gdLst/>
              <a:ahLst/>
              <a:cxnLst/>
              <a:rect l="l" t="t" r="r" b="b"/>
              <a:pathLst>
                <a:path w="4033" h="5178" extrusionOk="0">
                  <a:moveTo>
                    <a:pt x="1129" y="1"/>
                  </a:moveTo>
                  <a:cubicBezTo>
                    <a:pt x="457" y="1"/>
                    <a:pt x="0" y="547"/>
                    <a:pt x="15" y="1482"/>
                  </a:cubicBezTo>
                  <a:cubicBezTo>
                    <a:pt x="35" y="2773"/>
                    <a:pt x="945" y="4317"/>
                    <a:pt x="2051" y="4928"/>
                  </a:cubicBezTo>
                  <a:cubicBezTo>
                    <a:pt x="2357" y="5098"/>
                    <a:pt x="2646" y="5178"/>
                    <a:pt x="2903" y="5178"/>
                  </a:cubicBezTo>
                  <a:cubicBezTo>
                    <a:pt x="3575" y="5178"/>
                    <a:pt x="4032" y="4631"/>
                    <a:pt x="4018" y="3697"/>
                  </a:cubicBezTo>
                  <a:cubicBezTo>
                    <a:pt x="3998" y="2405"/>
                    <a:pt x="3087" y="862"/>
                    <a:pt x="1982" y="251"/>
                  </a:cubicBezTo>
                  <a:cubicBezTo>
                    <a:pt x="1676" y="81"/>
                    <a:pt x="1386" y="1"/>
                    <a:pt x="1129"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3" name="Google Shape;4163;p72"/>
            <p:cNvSpPr/>
            <p:nvPr/>
          </p:nvSpPr>
          <p:spPr>
            <a:xfrm>
              <a:off x="1763475" y="3946500"/>
              <a:ext cx="56975" cy="73175"/>
            </a:xfrm>
            <a:custGeom>
              <a:avLst/>
              <a:gdLst/>
              <a:ahLst/>
              <a:cxnLst/>
              <a:rect l="l" t="t" r="r" b="b"/>
              <a:pathLst>
                <a:path w="2279" h="2927" extrusionOk="0">
                  <a:moveTo>
                    <a:pt x="637" y="1"/>
                  </a:moveTo>
                  <a:cubicBezTo>
                    <a:pt x="258" y="1"/>
                    <a:pt x="0" y="310"/>
                    <a:pt x="8" y="838"/>
                  </a:cubicBezTo>
                  <a:cubicBezTo>
                    <a:pt x="19" y="1568"/>
                    <a:pt x="534" y="2440"/>
                    <a:pt x="1159" y="2785"/>
                  </a:cubicBezTo>
                  <a:cubicBezTo>
                    <a:pt x="1332" y="2881"/>
                    <a:pt x="1495" y="2927"/>
                    <a:pt x="1641" y="2927"/>
                  </a:cubicBezTo>
                  <a:cubicBezTo>
                    <a:pt x="2020" y="2927"/>
                    <a:pt x="2278" y="2617"/>
                    <a:pt x="2269" y="2089"/>
                  </a:cubicBezTo>
                  <a:cubicBezTo>
                    <a:pt x="2259" y="1360"/>
                    <a:pt x="1744" y="487"/>
                    <a:pt x="1120" y="142"/>
                  </a:cubicBezTo>
                  <a:cubicBezTo>
                    <a:pt x="946" y="46"/>
                    <a:pt x="783" y="1"/>
                    <a:pt x="637" y="1"/>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4" name="Google Shape;4164;p72"/>
            <p:cNvSpPr/>
            <p:nvPr/>
          </p:nvSpPr>
          <p:spPr>
            <a:xfrm>
              <a:off x="1759200" y="3932950"/>
              <a:ext cx="73975" cy="95275"/>
            </a:xfrm>
            <a:custGeom>
              <a:avLst/>
              <a:gdLst/>
              <a:ahLst/>
              <a:cxnLst/>
              <a:rect l="l" t="t" r="r" b="b"/>
              <a:pathLst>
                <a:path w="2959" h="3811" extrusionOk="0">
                  <a:moveTo>
                    <a:pt x="808" y="543"/>
                  </a:moveTo>
                  <a:cubicBezTo>
                    <a:pt x="954" y="543"/>
                    <a:pt x="1117" y="588"/>
                    <a:pt x="1291" y="684"/>
                  </a:cubicBezTo>
                  <a:cubicBezTo>
                    <a:pt x="1622" y="867"/>
                    <a:pt x="1922" y="1198"/>
                    <a:pt x="2132" y="1578"/>
                  </a:cubicBezTo>
                  <a:cubicBezTo>
                    <a:pt x="2226" y="1745"/>
                    <a:pt x="2303" y="1923"/>
                    <a:pt x="2355" y="2102"/>
                  </a:cubicBezTo>
                  <a:cubicBezTo>
                    <a:pt x="2408" y="2280"/>
                    <a:pt x="2439" y="2460"/>
                    <a:pt x="2440" y="2631"/>
                  </a:cubicBezTo>
                  <a:cubicBezTo>
                    <a:pt x="2442" y="2662"/>
                    <a:pt x="2440" y="2691"/>
                    <a:pt x="2440" y="2719"/>
                  </a:cubicBezTo>
                  <a:cubicBezTo>
                    <a:pt x="2420" y="3193"/>
                    <a:pt x="2169" y="3468"/>
                    <a:pt x="1811" y="3468"/>
                  </a:cubicBezTo>
                  <a:cubicBezTo>
                    <a:pt x="1666" y="3468"/>
                    <a:pt x="1503" y="3423"/>
                    <a:pt x="1330" y="3327"/>
                  </a:cubicBezTo>
                  <a:cubicBezTo>
                    <a:pt x="705" y="2982"/>
                    <a:pt x="190" y="2110"/>
                    <a:pt x="179" y="1380"/>
                  </a:cubicBezTo>
                  <a:cubicBezTo>
                    <a:pt x="171" y="852"/>
                    <a:pt x="429" y="543"/>
                    <a:pt x="808" y="543"/>
                  </a:cubicBezTo>
                  <a:close/>
                  <a:moveTo>
                    <a:pt x="831" y="0"/>
                  </a:moveTo>
                  <a:cubicBezTo>
                    <a:pt x="336" y="0"/>
                    <a:pt x="0" y="402"/>
                    <a:pt x="10" y="1091"/>
                  </a:cubicBezTo>
                  <a:cubicBezTo>
                    <a:pt x="26" y="2041"/>
                    <a:pt x="697" y="3177"/>
                    <a:pt x="1510" y="3628"/>
                  </a:cubicBezTo>
                  <a:cubicBezTo>
                    <a:pt x="1735" y="3752"/>
                    <a:pt x="1947" y="3811"/>
                    <a:pt x="2136" y="3811"/>
                  </a:cubicBezTo>
                  <a:cubicBezTo>
                    <a:pt x="2604" y="3811"/>
                    <a:pt x="2930" y="3452"/>
                    <a:pt x="2957" y="2834"/>
                  </a:cubicBezTo>
                  <a:cubicBezTo>
                    <a:pt x="2959" y="2797"/>
                    <a:pt x="2959" y="2760"/>
                    <a:pt x="2959" y="2720"/>
                  </a:cubicBezTo>
                  <a:cubicBezTo>
                    <a:pt x="2951" y="2274"/>
                    <a:pt x="2799" y="1787"/>
                    <a:pt x="2555" y="1348"/>
                  </a:cubicBezTo>
                  <a:cubicBezTo>
                    <a:pt x="2281" y="854"/>
                    <a:pt x="1890" y="422"/>
                    <a:pt x="1459" y="184"/>
                  </a:cubicBezTo>
                  <a:cubicBezTo>
                    <a:pt x="1234" y="59"/>
                    <a:pt x="1021" y="0"/>
                    <a:pt x="831"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5" name="Google Shape;4165;p72"/>
            <p:cNvSpPr/>
            <p:nvPr/>
          </p:nvSpPr>
          <p:spPr>
            <a:xfrm>
              <a:off x="1066275" y="3460325"/>
              <a:ext cx="197700" cy="242800"/>
            </a:xfrm>
            <a:custGeom>
              <a:avLst/>
              <a:gdLst/>
              <a:ahLst/>
              <a:cxnLst/>
              <a:rect l="l" t="t" r="r" b="b"/>
              <a:pathLst>
                <a:path w="7908" h="9712" extrusionOk="0">
                  <a:moveTo>
                    <a:pt x="3018" y="1"/>
                  </a:moveTo>
                  <a:cubicBezTo>
                    <a:pt x="2682" y="1"/>
                    <a:pt x="2377" y="82"/>
                    <a:pt x="2116" y="238"/>
                  </a:cubicBezTo>
                  <a:lnTo>
                    <a:pt x="1" y="1460"/>
                  </a:lnTo>
                  <a:lnTo>
                    <a:pt x="4822" y="9711"/>
                  </a:lnTo>
                  <a:lnTo>
                    <a:pt x="6938" y="8489"/>
                  </a:lnTo>
                  <a:cubicBezTo>
                    <a:pt x="7538" y="8131"/>
                    <a:pt x="7907" y="7379"/>
                    <a:pt x="7907" y="6315"/>
                  </a:cubicBezTo>
                  <a:cubicBezTo>
                    <a:pt x="7907" y="4160"/>
                    <a:pt x="6394" y="1540"/>
                    <a:pt x="4528" y="462"/>
                  </a:cubicBezTo>
                  <a:cubicBezTo>
                    <a:pt x="3985" y="149"/>
                    <a:pt x="3473" y="1"/>
                    <a:pt x="3018" y="1"/>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6" name="Google Shape;4166;p72"/>
            <p:cNvSpPr/>
            <p:nvPr/>
          </p:nvSpPr>
          <p:spPr>
            <a:xfrm>
              <a:off x="1042100" y="3490875"/>
              <a:ext cx="168975" cy="218200"/>
            </a:xfrm>
            <a:custGeom>
              <a:avLst/>
              <a:gdLst/>
              <a:ahLst/>
              <a:cxnLst/>
              <a:rect l="l" t="t" r="r" b="b"/>
              <a:pathLst>
                <a:path w="6759" h="8728" extrusionOk="0">
                  <a:moveTo>
                    <a:pt x="1869" y="0"/>
                  </a:moveTo>
                  <a:cubicBezTo>
                    <a:pt x="761" y="0"/>
                    <a:pt x="0" y="884"/>
                    <a:pt x="0" y="2412"/>
                  </a:cubicBezTo>
                  <a:cubicBezTo>
                    <a:pt x="0" y="4568"/>
                    <a:pt x="1512" y="7188"/>
                    <a:pt x="3379" y="8265"/>
                  </a:cubicBezTo>
                  <a:cubicBezTo>
                    <a:pt x="3921" y="8579"/>
                    <a:pt x="4434" y="8727"/>
                    <a:pt x="4888" y="8727"/>
                  </a:cubicBezTo>
                  <a:cubicBezTo>
                    <a:pt x="5997" y="8727"/>
                    <a:pt x="6758" y="7843"/>
                    <a:pt x="6758" y="6314"/>
                  </a:cubicBezTo>
                  <a:cubicBezTo>
                    <a:pt x="6758" y="4160"/>
                    <a:pt x="5245" y="1540"/>
                    <a:pt x="3379" y="462"/>
                  </a:cubicBezTo>
                  <a:cubicBezTo>
                    <a:pt x="2836" y="149"/>
                    <a:pt x="2324" y="0"/>
                    <a:pt x="1869"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7" name="Google Shape;4167;p72"/>
            <p:cNvSpPr/>
            <p:nvPr/>
          </p:nvSpPr>
          <p:spPr>
            <a:xfrm>
              <a:off x="1066775" y="3526275"/>
              <a:ext cx="117250" cy="150575"/>
            </a:xfrm>
            <a:custGeom>
              <a:avLst/>
              <a:gdLst/>
              <a:ahLst/>
              <a:cxnLst/>
              <a:rect l="l" t="t" r="r" b="b"/>
              <a:pathLst>
                <a:path w="4690" h="6023" extrusionOk="0">
                  <a:moveTo>
                    <a:pt x="1313" y="0"/>
                  </a:moveTo>
                  <a:cubicBezTo>
                    <a:pt x="532" y="0"/>
                    <a:pt x="1" y="636"/>
                    <a:pt x="17" y="1723"/>
                  </a:cubicBezTo>
                  <a:cubicBezTo>
                    <a:pt x="39" y="3225"/>
                    <a:pt x="1100" y="5020"/>
                    <a:pt x="2386" y="5732"/>
                  </a:cubicBezTo>
                  <a:cubicBezTo>
                    <a:pt x="2742" y="5929"/>
                    <a:pt x="3078" y="6022"/>
                    <a:pt x="3377" y="6022"/>
                  </a:cubicBezTo>
                  <a:cubicBezTo>
                    <a:pt x="4158" y="6022"/>
                    <a:pt x="4689" y="5386"/>
                    <a:pt x="4674" y="4300"/>
                  </a:cubicBezTo>
                  <a:cubicBezTo>
                    <a:pt x="4651" y="2797"/>
                    <a:pt x="3590" y="1002"/>
                    <a:pt x="2305" y="291"/>
                  </a:cubicBezTo>
                  <a:cubicBezTo>
                    <a:pt x="1949" y="94"/>
                    <a:pt x="1612" y="0"/>
                    <a:pt x="1313"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8" name="Google Shape;4168;p72"/>
            <p:cNvSpPr/>
            <p:nvPr/>
          </p:nvSpPr>
          <p:spPr>
            <a:xfrm>
              <a:off x="1075000" y="3536825"/>
              <a:ext cx="100800" cy="129450"/>
            </a:xfrm>
            <a:custGeom>
              <a:avLst/>
              <a:gdLst/>
              <a:ahLst/>
              <a:cxnLst/>
              <a:rect l="l" t="t" r="r" b="b"/>
              <a:pathLst>
                <a:path w="4032" h="5178" extrusionOk="0">
                  <a:moveTo>
                    <a:pt x="1129" y="1"/>
                  </a:moveTo>
                  <a:cubicBezTo>
                    <a:pt x="457" y="1"/>
                    <a:pt x="1" y="548"/>
                    <a:pt x="15" y="1482"/>
                  </a:cubicBezTo>
                  <a:cubicBezTo>
                    <a:pt x="33" y="2774"/>
                    <a:pt x="946" y="4316"/>
                    <a:pt x="2051" y="4928"/>
                  </a:cubicBezTo>
                  <a:cubicBezTo>
                    <a:pt x="2357" y="5097"/>
                    <a:pt x="2646" y="5178"/>
                    <a:pt x="2903" y="5178"/>
                  </a:cubicBezTo>
                  <a:cubicBezTo>
                    <a:pt x="3575" y="5178"/>
                    <a:pt x="4031" y="4630"/>
                    <a:pt x="4018" y="3697"/>
                  </a:cubicBezTo>
                  <a:cubicBezTo>
                    <a:pt x="3998" y="2406"/>
                    <a:pt x="3086" y="862"/>
                    <a:pt x="1980" y="250"/>
                  </a:cubicBezTo>
                  <a:cubicBezTo>
                    <a:pt x="1674" y="81"/>
                    <a:pt x="1386" y="1"/>
                    <a:pt x="1129"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9" name="Google Shape;4169;p72"/>
            <p:cNvSpPr/>
            <p:nvPr/>
          </p:nvSpPr>
          <p:spPr>
            <a:xfrm>
              <a:off x="1099725" y="3563325"/>
              <a:ext cx="57000" cy="73175"/>
            </a:xfrm>
            <a:custGeom>
              <a:avLst/>
              <a:gdLst/>
              <a:ahLst/>
              <a:cxnLst/>
              <a:rect l="l" t="t" r="r" b="b"/>
              <a:pathLst>
                <a:path w="2280" h="2927" extrusionOk="0">
                  <a:moveTo>
                    <a:pt x="639" y="0"/>
                  </a:moveTo>
                  <a:cubicBezTo>
                    <a:pt x="259" y="0"/>
                    <a:pt x="1" y="309"/>
                    <a:pt x="9" y="837"/>
                  </a:cubicBezTo>
                  <a:cubicBezTo>
                    <a:pt x="21" y="1567"/>
                    <a:pt x="536" y="2439"/>
                    <a:pt x="1160" y="2786"/>
                  </a:cubicBezTo>
                  <a:cubicBezTo>
                    <a:pt x="1333" y="2881"/>
                    <a:pt x="1496" y="2926"/>
                    <a:pt x="1642" y="2926"/>
                  </a:cubicBezTo>
                  <a:cubicBezTo>
                    <a:pt x="2022" y="2926"/>
                    <a:pt x="2279" y="2617"/>
                    <a:pt x="2272" y="2090"/>
                  </a:cubicBezTo>
                  <a:cubicBezTo>
                    <a:pt x="2261" y="1360"/>
                    <a:pt x="1746" y="487"/>
                    <a:pt x="1120" y="141"/>
                  </a:cubicBezTo>
                  <a:cubicBezTo>
                    <a:pt x="948" y="46"/>
                    <a:pt x="785" y="0"/>
                    <a:pt x="639"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0" name="Google Shape;4170;p72"/>
            <p:cNvSpPr/>
            <p:nvPr/>
          </p:nvSpPr>
          <p:spPr>
            <a:xfrm>
              <a:off x="1095500" y="3549750"/>
              <a:ext cx="73975" cy="95300"/>
            </a:xfrm>
            <a:custGeom>
              <a:avLst/>
              <a:gdLst/>
              <a:ahLst/>
              <a:cxnLst/>
              <a:rect l="l" t="t" r="r" b="b"/>
              <a:pathLst>
                <a:path w="2959" h="3812" extrusionOk="0">
                  <a:moveTo>
                    <a:pt x="808" y="543"/>
                  </a:moveTo>
                  <a:cubicBezTo>
                    <a:pt x="954" y="543"/>
                    <a:pt x="1117" y="589"/>
                    <a:pt x="1289" y="684"/>
                  </a:cubicBezTo>
                  <a:cubicBezTo>
                    <a:pt x="1620" y="868"/>
                    <a:pt x="1921" y="1199"/>
                    <a:pt x="2132" y="1578"/>
                  </a:cubicBezTo>
                  <a:cubicBezTo>
                    <a:pt x="2226" y="1746"/>
                    <a:pt x="2301" y="1924"/>
                    <a:pt x="2355" y="2102"/>
                  </a:cubicBezTo>
                  <a:cubicBezTo>
                    <a:pt x="2408" y="2282"/>
                    <a:pt x="2439" y="2461"/>
                    <a:pt x="2441" y="2633"/>
                  </a:cubicBezTo>
                  <a:cubicBezTo>
                    <a:pt x="2441" y="2662"/>
                    <a:pt x="2441" y="2691"/>
                    <a:pt x="2439" y="2718"/>
                  </a:cubicBezTo>
                  <a:cubicBezTo>
                    <a:pt x="2419" y="3194"/>
                    <a:pt x="2170" y="3469"/>
                    <a:pt x="1812" y="3469"/>
                  </a:cubicBezTo>
                  <a:cubicBezTo>
                    <a:pt x="1666" y="3469"/>
                    <a:pt x="1502" y="3423"/>
                    <a:pt x="1329" y="3327"/>
                  </a:cubicBezTo>
                  <a:cubicBezTo>
                    <a:pt x="705" y="2982"/>
                    <a:pt x="190" y="2110"/>
                    <a:pt x="178" y="1380"/>
                  </a:cubicBezTo>
                  <a:cubicBezTo>
                    <a:pt x="170" y="852"/>
                    <a:pt x="428" y="543"/>
                    <a:pt x="808" y="543"/>
                  </a:cubicBezTo>
                  <a:close/>
                  <a:moveTo>
                    <a:pt x="831" y="0"/>
                  </a:moveTo>
                  <a:cubicBezTo>
                    <a:pt x="337" y="0"/>
                    <a:pt x="1" y="403"/>
                    <a:pt x="11" y="1090"/>
                  </a:cubicBezTo>
                  <a:cubicBezTo>
                    <a:pt x="24" y="2041"/>
                    <a:pt x="696" y="3177"/>
                    <a:pt x="1510" y="3628"/>
                  </a:cubicBezTo>
                  <a:cubicBezTo>
                    <a:pt x="1735" y="3752"/>
                    <a:pt x="1948" y="3812"/>
                    <a:pt x="2138" y="3812"/>
                  </a:cubicBezTo>
                  <a:cubicBezTo>
                    <a:pt x="2604" y="3812"/>
                    <a:pt x="2930" y="3453"/>
                    <a:pt x="2956" y="2835"/>
                  </a:cubicBezTo>
                  <a:cubicBezTo>
                    <a:pt x="2957" y="2798"/>
                    <a:pt x="2959" y="2760"/>
                    <a:pt x="2957" y="2722"/>
                  </a:cubicBezTo>
                  <a:cubicBezTo>
                    <a:pt x="2951" y="2274"/>
                    <a:pt x="2799" y="1786"/>
                    <a:pt x="2556" y="1348"/>
                  </a:cubicBezTo>
                  <a:cubicBezTo>
                    <a:pt x="2281" y="854"/>
                    <a:pt x="1890" y="423"/>
                    <a:pt x="1458" y="184"/>
                  </a:cubicBezTo>
                  <a:cubicBezTo>
                    <a:pt x="1233" y="59"/>
                    <a:pt x="1020" y="0"/>
                    <a:pt x="831"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1" name="Google Shape;4171;p72"/>
            <p:cNvSpPr/>
            <p:nvPr/>
          </p:nvSpPr>
          <p:spPr>
            <a:xfrm>
              <a:off x="928825" y="3044725"/>
              <a:ext cx="1486250" cy="1022850"/>
            </a:xfrm>
            <a:custGeom>
              <a:avLst/>
              <a:gdLst/>
              <a:ahLst/>
              <a:cxnLst/>
              <a:rect l="l" t="t" r="r" b="b"/>
              <a:pathLst>
                <a:path w="59450" h="40914" extrusionOk="0">
                  <a:moveTo>
                    <a:pt x="16203" y="1"/>
                  </a:moveTo>
                  <a:lnTo>
                    <a:pt x="387" y="9132"/>
                  </a:lnTo>
                  <a:lnTo>
                    <a:pt x="387" y="14139"/>
                  </a:lnTo>
                  <a:cubicBezTo>
                    <a:pt x="243" y="14286"/>
                    <a:pt x="45" y="14415"/>
                    <a:pt x="19" y="14625"/>
                  </a:cubicBezTo>
                  <a:cubicBezTo>
                    <a:pt x="1" y="14766"/>
                    <a:pt x="19" y="14923"/>
                    <a:pt x="19" y="15065"/>
                  </a:cubicBezTo>
                  <a:lnTo>
                    <a:pt x="19" y="15797"/>
                  </a:lnTo>
                  <a:cubicBezTo>
                    <a:pt x="19" y="16318"/>
                    <a:pt x="258" y="16811"/>
                    <a:pt x="671" y="17133"/>
                  </a:cubicBezTo>
                  <a:lnTo>
                    <a:pt x="3142" y="19067"/>
                  </a:lnTo>
                  <a:lnTo>
                    <a:pt x="4062" y="19599"/>
                  </a:lnTo>
                  <a:lnTo>
                    <a:pt x="4062" y="19332"/>
                  </a:lnTo>
                  <a:cubicBezTo>
                    <a:pt x="4062" y="17875"/>
                    <a:pt x="4855" y="17059"/>
                    <a:pt x="6033" y="17059"/>
                  </a:cubicBezTo>
                  <a:cubicBezTo>
                    <a:pt x="6610" y="17059"/>
                    <a:pt x="7281" y="17256"/>
                    <a:pt x="7996" y="17668"/>
                  </a:cubicBezTo>
                  <a:cubicBezTo>
                    <a:pt x="10169" y="18924"/>
                    <a:pt x="11930" y="21702"/>
                    <a:pt x="11930" y="23875"/>
                  </a:cubicBezTo>
                  <a:cubicBezTo>
                    <a:pt x="11930" y="23891"/>
                    <a:pt x="11930" y="23993"/>
                    <a:pt x="11930" y="24141"/>
                  </a:cubicBezTo>
                  <a:lnTo>
                    <a:pt x="30628" y="34936"/>
                  </a:lnTo>
                  <a:lnTo>
                    <a:pt x="30628" y="34669"/>
                  </a:lnTo>
                  <a:cubicBezTo>
                    <a:pt x="30628" y="33212"/>
                    <a:pt x="31421" y="32397"/>
                    <a:pt x="32598" y="32397"/>
                  </a:cubicBezTo>
                  <a:cubicBezTo>
                    <a:pt x="33176" y="32397"/>
                    <a:pt x="33847" y="32594"/>
                    <a:pt x="34562" y="33007"/>
                  </a:cubicBezTo>
                  <a:cubicBezTo>
                    <a:pt x="36735" y="34262"/>
                    <a:pt x="38496" y="37040"/>
                    <a:pt x="38496" y="39212"/>
                  </a:cubicBezTo>
                  <a:cubicBezTo>
                    <a:pt x="38496" y="39229"/>
                    <a:pt x="38496" y="39330"/>
                    <a:pt x="38496" y="39479"/>
                  </a:cubicBezTo>
                  <a:lnTo>
                    <a:pt x="39784" y="40222"/>
                  </a:lnTo>
                  <a:cubicBezTo>
                    <a:pt x="40347" y="40547"/>
                    <a:pt x="41668" y="40914"/>
                    <a:pt x="43313" y="40914"/>
                  </a:cubicBezTo>
                  <a:cubicBezTo>
                    <a:pt x="44635" y="40914"/>
                    <a:pt x="46166" y="40677"/>
                    <a:pt x="47681" y="39991"/>
                  </a:cubicBezTo>
                  <a:cubicBezTo>
                    <a:pt x="51085" y="38450"/>
                    <a:pt x="54177" y="36646"/>
                    <a:pt x="56957" y="34577"/>
                  </a:cubicBezTo>
                  <a:cubicBezTo>
                    <a:pt x="58510" y="33423"/>
                    <a:pt x="59450" y="31622"/>
                    <a:pt x="59450" y="29685"/>
                  </a:cubicBezTo>
                  <a:cubicBezTo>
                    <a:pt x="59444" y="29619"/>
                    <a:pt x="59436" y="29553"/>
                    <a:pt x="59430" y="29486"/>
                  </a:cubicBezTo>
                  <a:cubicBezTo>
                    <a:pt x="59398" y="29168"/>
                    <a:pt x="59335" y="28983"/>
                    <a:pt x="59333" y="28663"/>
                  </a:cubicBezTo>
                  <a:cubicBezTo>
                    <a:pt x="59326" y="27247"/>
                    <a:pt x="59381" y="26355"/>
                    <a:pt x="59418" y="25918"/>
                  </a:cubicBezTo>
                  <a:cubicBezTo>
                    <a:pt x="59438" y="25676"/>
                    <a:pt x="59450" y="25434"/>
                    <a:pt x="59450" y="25192"/>
                  </a:cubicBezTo>
                  <a:lnTo>
                    <a:pt x="59450" y="24354"/>
                  </a:lnTo>
                  <a:cubicBezTo>
                    <a:pt x="59450" y="21690"/>
                    <a:pt x="48336" y="15511"/>
                    <a:pt x="48336" y="15511"/>
                  </a:cubicBezTo>
                  <a:lnTo>
                    <a:pt x="42906" y="9738"/>
                  </a:lnTo>
                  <a:cubicBezTo>
                    <a:pt x="42412" y="9175"/>
                    <a:pt x="41829" y="8697"/>
                    <a:pt x="41181" y="8321"/>
                  </a:cubicBezTo>
                  <a:lnTo>
                    <a:pt x="30530" y="2172"/>
                  </a:lnTo>
                  <a:cubicBezTo>
                    <a:pt x="30381" y="2086"/>
                    <a:pt x="30216" y="2043"/>
                    <a:pt x="30050" y="2043"/>
                  </a:cubicBezTo>
                  <a:cubicBezTo>
                    <a:pt x="29884" y="2043"/>
                    <a:pt x="29718" y="2086"/>
                    <a:pt x="29569" y="2172"/>
                  </a:cubicBezTo>
                  <a:lnTo>
                    <a:pt x="24766" y="4945"/>
                  </a:lnTo>
                  <a:lnTo>
                    <a:pt x="16203" y="1"/>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72" name="Google Shape;4172;p72"/>
            <p:cNvSpPr/>
            <p:nvPr/>
          </p:nvSpPr>
          <p:spPr>
            <a:xfrm>
              <a:off x="928825" y="3396200"/>
              <a:ext cx="1155375" cy="681550"/>
            </a:xfrm>
            <a:custGeom>
              <a:avLst/>
              <a:gdLst/>
              <a:ahLst/>
              <a:cxnLst/>
              <a:rect l="l" t="t" r="r" b="b"/>
              <a:pathLst>
                <a:path w="46215" h="27262" extrusionOk="0">
                  <a:moveTo>
                    <a:pt x="36911" y="21089"/>
                  </a:moveTo>
                  <a:cubicBezTo>
                    <a:pt x="37872" y="22360"/>
                    <a:pt x="38496" y="23862"/>
                    <a:pt x="38496" y="25153"/>
                  </a:cubicBezTo>
                  <a:cubicBezTo>
                    <a:pt x="38496" y="25170"/>
                    <a:pt x="38496" y="25271"/>
                    <a:pt x="38496" y="25420"/>
                  </a:cubicBezTo>
                  <a:lnTo>
                    <a:pt x="39784" y="26163"/>
                  </a:lnTo>
                  <a:cubicBezTo>
                    <a:pt x="40654" y="26665"/>
                    <a:pt x="43329" y="27261"/>
                    <a:pt x="46214" y="26459"/>
                  </a:cubicBezTo>
                  <a:close/>
                  <a:moveTo>
                    <a:pt x="10346" y="5751"/>
                  </a:moveTo>
                  <a:cubicBezTo>
                    <a:pt x="11306" y="7022"/>
                    <a:pt x="11930" y="8525"/>
                    <a:pt x="11930" y="9816"/>
                  </a:cubicBezTo>
                  <a:cubicBezTo>
                    <a:pt x="11930" y="9831"/>
                    <a:pt x="11930" y="9934"/>
                    <a:pt x="11930" y="10082"/>
                  </a:cubicBezTo>
                  <a:lnTo>
                    <a:pt x="30628" y="20877"/>
                  </a:lnTo>
                  <a:lnTo>
                    <a:pt x="30628" y="20610"/>
                  </a:lnTo>
                  <a:cubicBezTo>
                    <a:pt x="30628" y="19319"/>
                    <a:pt x="31252" y="18539"/>
                    <a:pt x="32212" y="18375"/>
                  </a:cubicBezTo>
                  <a:close/>
                  <a:moveTo>
                    <a:pt x="5647" y="3038"/>
                  </a:moveTo>
                  <a:cubicBezTo>
                    <a:pt x="4688" y="3200"/>
                    <a:pt x="4062" y="3982"/>
                    <a:pt x="4062" y="5273"/>
                  </a:cubicBezTo>
                  <a:lnTo>
                    <a:pt x="4062" y="5540"/>
                  </a:lnTo>
                  <a:lnTo>
                    <a:pt x="3142" y="5008"/>
                  </a:lnTo>
                  <a:lnTo>
                    <a:pt x="671" y="3074"/>
                  </a:lnTo>
                  <a:cubicBezTo>
                    <a:pt x="258" y="2752"/>
                    <a:pt x="18" y="2260"/>
                    <a:pt x="18" y="1738"/>
                  </a:cubicBezTo>
                  <a:lnTo>
                    <a:pt x="18" y="1006"/>
                  </a:lnTo>
                  <a:cubicBezTo>
                    <a:pt x="18" y="864"/>
                    <a:pt x="1" y="707"/>
                    <a:pt x="18" y="566"/>
                  </a:cubicBezTo>
                  <a:cubicBezTo>
                    <a:pt x="45" y="356"/>
                    <a:pt x="243" y="227"/>
                    <a:pt x="387" y="80"/>
                  </a:cubicBezTo>
                  <a:lnTo>
                    <a:pt x="387" y="0"/>
                  </a:ln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3" name="Google Shape;4173;p72"/>
            <p:cNvSpPr/>
            <p:nvPr/>
          </p:nvSpPr>
          <p:spPr>
            <a:xfrm>
              <a:off x="1346125" y="3095775"/>
              <a:ext cx="639800" cy="353825"/>
            </a:xfrm>
            <a:custGeom>
              <a:avLst/>
              <a:gdLst/>
              <a:ahLst/>
              <a:cxnLst/>
              <a:rect l="l" t="t" r="r" b="b"/>
              <a:pathLst>
                <a:path w="25592" h="14153" extrusionOk="0">
                  <a:moveTo>
                    <a:pt x="13358" y="1"/>
                  </a:moveTo>
                  <a:cubicBezTo>
                    <a:pt x="13192" y="1"/>
                    <a:pt x="13026" y="44"/>
                    <a:pt x="12877" y="130"/>
                  </a:cubicBezTo>
                  <a:lnTo>
                    <a:pt x="8083" y="2898"/>
                  </a:lnTo>
                  <a:lnTo>
                    <a:pt x="7834" y="2763"/>
                  </a:lnTo>
                  <a:cubicBezTo>
                    <a:pt x="5029" y="4177"/>
                    <a:pt x="2410" y="5771"/>
                    <a:pt x="0" y="7565"/>
                  </a:cubicBezTo>
                  <a:cubicBezTo>
                    <a:pt x="1935" y="7884"/>
                    <a:pt x="3899" y="9315"/>
                    <a:pt x="5521" y="10193"/>
                  </a:cubicBezTo>
                  <a:cubicBezTo>
                    <a:pt x="6934" y="10958"/>
                    <a:pt x="10970" y="13380"/>
                    <a:pt x="12210" y="14057"/>
                  </a:cubicBezTo>
                  <a:cubicBezTo>
                    <a:pt x="12324" y="14119"/>
                    <a:pt x="12451" y="14153"/>
                    <a:pt x="12579" y="14153"/>
                  </a:cubicBezTo>
                  <a:cubicBezTo>
                    <a:pt x="12648" y="14153"/>
                    <a:pt x="12717" y="14143"/>
                    <a:pt x="12785" y="14122"/>
                  </a:cubicBezTo>
                  <a:cubicBezTo>
                    <a:pt x="15195" y="13387"/>
                    <a:pt x="25591" y="7055"/>
                    <a:pt x="25266" y="6802"/>
                  </a:cubicBezTo>
                  <a:cubicBezTo>
                    <a:pt x="25019" y="6610"/>
                    <a:pt x="24760" y="6435"/>
                    <a:pt x="24489" y="6279"/>
                  </a:cubicBezTo>
                  <a:lnTo>
                    <a:pt x="13838" y="130"/>
                  </a:lnTo>
                  <a:cubicBezTo>
                    <a:pt x="13689" y="44"/>
                    <a:pt x="13524" y="1"/>
                    <a:pt x="13358" y="1"/>
                  </a:cubicBez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4" name="Google Shape;4174;p72"/>
            <p:cNvSpPr/>
            <p:nvPr/>
          </p:nvSpPr>
          <p:spPr>
            <a:xfrm>
              <a:off x="961475" y="3327900"/>
              <a:ext cx="805675" cy="481400"/>
            </a:xfrm>
            <a:custGeom>
              <a:avLst/>
              <a:gdLst/>
              <a:ahLst/>
              <a:cxnLst/>
              <a:rect l="l" t="t" r="r" b="b"/>
              <a:pathLst>
                <a:path w="32227" h="19256" extrusionOk="0">
                  <a:moveTo>
                    <a:pt x="32226" y="19255"/>
                  </a:moveTo>
                  <a:lnTo>
                    <a:pt x="36" y="0"/>
                  </a:lnTo>
                  <a:lnTo>
                    <a:pt x="1" y="1458"/>
                  </a:ln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5" name="Google Shape;4175;p72"/>
            <p:cNvSpPr/>
            <p:nvPr/>
          </p:nvSpPr>
          <p:spPr>
            <a:xfrm>
              <a:off x="1241675" y="3303725"/>
              <a:ext cx="483925" cy="591200"/>
            </a:xfrm>
            <a:custGeom>
              <a:avLst/>
              <a:gdLst/>
              <a:ahLst/>
              <a:cxnLst/>
              <a:rect l="l" t="t" r="r" b="b"/>
              <a:pathLst>
                <a:path w="19357" h="23648" extrusionOk="0">
                  <a:moveTo>
                    <a:pt x="4794" y="134"/>
                  </a:moveTo>
                  <a:cubicBezTo>
                    <a:pt x="5386" y="134"/>
                    <a:pt x="6739" y="752"/>
                    <a:pt x="7948" y="1447"/>
                  </a:cubicBezTo>
                  <a:cubicBezTo>
                    <a:pt x="8932" y="2011"/>
                    <a:pt x="10251" y="2769"/>
                    <a:pt x="10947" y="3172"/>
                  </a:cubicBezTo>
                  <a:cubicBezTo>
                    <a:pt x="10798" y="3594"/>
                    <a:pt x="9294" y="7868"/>
                    <a:pt x="8621" y="11413"/>
                  </a:cubicBezTo>
                  <a:cubicBezTo>
                    <a:pt x="7993" y="14724"/>
                    <a:pt x="7988" y="17657"/>
                    <a:pt x="7996" y="18277"/>
                  </a:cubicBezTo>
                  <a:lnTo>
                    <a:pt x="614" y="14014"/>
                  </a:lnTo>
                  <a:cubicBezTo>
                    <a:pt x="330" y="13852"/>
                    <a:pt x="152" y="13545"/>
                    <a:pt x="149" y="13219"/>
                  </a:cubicBezTo>
                  <a:cubicBezTo>
                    <a:pt x="143" y="12441"/>
                    <a:pt x="170" y="10853"/>
                    <a:pt x="422" y="8957"/>
                  </a:cubicBezTo>
                  <a:cubicBezTo>
                    <a:pt x="604" y="7583"/>
                    <a:pt x="1024" y="6272"/>
                    <a:pt x="1671" y="5058"/>
                  </a:cubicBezTo>
                  <a:cubicBezTo>
                    <a:pt x="2300" y="3880"/>
                    <a:pt x="3080" y="2603"/>
                    <a:pt x="3709" y="1578"/>
                  </a:cubicBezTo>
                  <a:cubicBezTo>
                    <a:pt x="4032" y="1050"/>
                    <a:pt x="4310" y="596"/>
                    <a:pt x="4514" y="244"/>
                  </a:cubicBezTo>
                  <a:cubicBezTo>
                    <a:pt x="4557" y="169"/>
                    <a:pt x="4655" y="134"/>
                    <a:pt x="4794" y="134"/>
                  </a:cubicBezTo>
                  <a:close/>
                  <a:moveTo>
                    <a:pt x="11068" y="3256"/>
                  </a:moveTo>
                  <a:cubicBezTo>
                    <a:pt x="11330" y="3404"/>
                    <a:pt x="12256" y="3923"/>
                    <a:pt x="13204" y="4477"/>
                  </a:cubicBezTo>
                  <a:lnTo>
                    <a:pt x="13283" y="4524"/>
                  </a:lnTo>
                  <a:cubicBezTo>
                    <a:pt x="14163" y="5039"/>
                    <a:pt x="15076" y="5573"/>
                    <a:pt x="15393" y="6014"/>
                  </a:cubicBezTo>
                  <a:cubicBezTo>
                    <a:pt x="16095" y="6991"/>
                    <a:pt x="18856" y="12894"/>
                    <a:pt x="19169" y="13564"/>
                  </a:cubicBezTo>
                  <a:cubicBezTo>
                    <a:pt x="19201" y="13631"/>
                    <a:pt x="19212" y="13703"/>
                    <a:pt x="19204" y="13781"/>
                  </a:cubicBezTo>
                  <a:lnTo>
                    <a:pt x="19089" y="14924"/>
                  </a:lnTo>
                  <a:cubicBezTo>
                    <a:pt x="19079" y="15032"/>
                    <a:pt x="19040" y="15137"/>
                    <a:pt x="18977" y="15227"/>
                  </a:cubicBezTo>
                  <a:lnTo>
                    <a:pt x="18048" y="16578"/>
                  </a:lnTo>
                  <a:cubicBezTo>
                    <a:pt x="17956" y="16713"/>
                    <a:pt x="17889" y="16861"/>
                    <a:pt x="17848" y="17021"/>
                  </a:cubicBezTo>
                  <a:cubicBezTo>
                    <a:pt x="17461" y="18516"/>
                    <a:pt x="17043" y="22723"/>
                    <a:pt x="16971" y="23460"/>
                  </a:cubicBezTo>
                  <a:lnTo>
                    <a:pt x="8331" y="18471"/>
                  </a:lnTo>
                  <a:lnTo>
                    <a:pt x="8138" y="18359"/>
                  </a:lnTo>
                  <a:cubicBezTo>
                    <a:pt x="8132" y="17979"/>
                    <a:pt x="8100" y="14914"/>
                    <a:pt x="8761" y="11439"/>
                  </a:cubicBezTo>
                  <a:cubicBezTo>
                    <a:pt x="9412" y="8008"/>
                    <a:pt x="10849" y="3877"/>
                    <a:pt x="11068" y="3256"/>
                  </a:cubicBezTo>
                  <a:close/>
                  <a:moveTo>
                    <a:pt x="4798" y="1"/>
                  </a:moveTo>
                  <a:cubicBezTo>
                    <a:pt x="4605" y="1"/>
                    <a:pt x="4461" y="52"/>
                    <a:pt x="4391" y="173"/>
                  </a:cubicBezTo>
                  <a:cubicBezTo>
                    <a:pt x="4189" y="523"/>
                    <a:pt x="3910" y="978"/>
                    <a:pt x="3588" y="1504"/>
                  </a:cubicBezTo>
                  <a:cubicBezTo>
                    <a:pt x="2959" y="2531"/>
                    <a:pt x="2176" y="3808"/>
                    <a:pt x="1546" y="4992"/>
                  </a:cubicBezTo>
                  <a:cubicBezTo>
                    <a:pt x="891" y="6220"/>
                    <a:pt x="466" y="7548"/>
                    <a:pt x="281" y="8938"/>
                  </a:cubicBezTo>
                  <a:cubicBezTo>
                    <a:pt x="28" y="10844"/>
                    <a:pt x="0" y="12438"/>
                    <a:pt x="6" y="13220"/>
                  </a:cubicBezTo>
                  <a:cubicBezTo>
                    <a:pt x="9" y="13597"/>
                    <a:pt x="215" y="13948"/>
                    <a:pt x="541" y="14139"/>
                  </a:cubicBezTo>
                  <a:lnTo>
                    <a:pt x="8261" y="18595"/>
                  </a:lnTo>
                  <a:lnTo>
                    <a:pt x="16995" y="23638"/>
                  </a:lnTo>
                  <a:cubicBezTo>
                    <a:pt x="17006" y="23644"/>
                    <a:pt x="17018" y="23647"/>
                    <a:pt x="17030" y="23647"/>
                  </a:cubicBezTo>
                  <a:cubicBezTo>
                    <a:pt x="17041" y="23647"/>
                    <a:pt x="17053" y="23644"/>
                    <a:pt x="17063" y="23639"/>
                  </a:cubicBezTo>
                  <a:cubicBezTo>
                    <a:pt x="17084" y="23629"/>
                    <a:pt x="17099" y="23606"/>
                    <a:pt x="17101" y="23583"/>
                  </a:cubicBezTo>
                  <a:cubicBezTo>
                    <a:pt x="17106" y="23534"/>
                    <a:pt x="17565" y="18678"/>
                    <a:pt x="17986" y="17056"/>
                  </a:cubicBezTo>
                  <a:cubicBezTo>
                    <a:pt x="18022" y="16914"/>
                    <a:pt x="18082" y="16780"/>
                    <a:pt x="18166" y="16659"/>
                  </a:cubicBezTo>
                  <a:lnTo>
                    <a:pt x="19096" y="15307"/>
                  </a:lnTo>
                  <a:cubicBezTo>
                    <a:pt x="19171" y="15198"/>
                    <a:pt x="19217" y="15069"/>
                    <a:pt x="19230" y="14937"/>
                  </a:cubicBezTo>
                  <a:lnTo>
                    <a:pt x="19347" y="13795"/>
                  </a:lnTo>
                  <a:cubicBezTo>
                    <a:pt x="19356" y="13692"/>
                    <a:pt x="19341" y="13594"/>
                    <a:pt x="19298" y="13502"/>
                  </a:cubicBezTo>
                  <a:cubicBezTo>
                    <a:pt x="18985" y="12832"/>
                    <a:pt x="16219" y="6918"/>
                    <a:pt x="15508" y="5932"/>
                  </a:cubicBezTo>
                  <a:cubicBezTo>
                    <a:pt x="15174" y="5466"/>
                    <a:pt x="14249" y="4924"/>
                    <a:pt x="13354" y="4402"/>
                  </a:cubicBezTo>
                  <a:lnTo>
                    <a:pt x="13274" y="4356"/>
                  </a:lnTo>
                  <a:cubicBezTo>
                    <a:pt x="12452" y="3873"/>
                    <a:pt x="11649" y="3420"/>
                    <a:pt x="11278" y="3212"/>
                  </a:cubicBezTo>
                  <a:cubicBezTo>
                    <a:pt x="10686" y="2855"/>
                    <a:pt x="9135" y="1964"/>
                    <a:pt x="8019" y="1323"/>
                  </a:cubicBezTo>
                  <a:cubicBezTo>
                    <a:pt x="7404" y="970"/>
                    <a:pt x="5637" y="1"/>
                    <a:pt x="4798" y="1"/>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6" name="Google Shape;4176;p72"/>
            <p:cNvSpPr/>
            <p:nvPr/>
          </p:nvSpPr>
          <p:spPr>
            <a:xfrm>
              <a:off x="938500" y="3044725"/>
              <a:ext cx="608600" cy="408350"/>
            </a:xfrm>
            <a:custGeom>
              <a:avLst/>
              <a:gdLst/>
              <a:ahLst/>
              <a:cxnLst/>
              <a:rect l="l" t="t" r="r" b="b"/>
              <a:pathLst>
                <a:path w="24344" h="16334" extrusionOk="0">
                  <a:moveTo>
                    <a:pt x="15816" y="1"/>
                  </a:moveTo>
                  <a:lnTo>
                    <a:pt x="0" y="9132"/>
                  </a:lnTo>
                  <a:lnTo>
                    <a:pt x="12475" y="16333"/>
                  </a:lnTo>
                  <a:lnTo>
                    <a:pt x="15503" y="10719"/>
                  </a:lnTo>
                  <a:cubicBezTo>
                    <a:pt x="15857" y="10063"/>
                    <a:pt x="16386" y="9518"/>
                    <a:pt x="17032" y="9146"/>
                  </a:cubicBezTo>
                  <a:lnTo>
                    <a:pt x="24343" y="4924"/>
                  </a:lnTo>
                  <a:lnTo>
                    <a:pt x="15816" y="1"/>
                  </a:ln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7" name="Google Shape;4177;p72"/>
            <p:cNvSpPr/>
            <p:nvPr/>
          </p:nvSpPr>
          <p:spPr>
            <a:xfrm>
              <a:off x="1666875" y="3275725"/>
              <a:ext cx="458525" cy="377900"/>
            </a:xfrm>
            <a:custGeom>
              <a:avLst/>
              <a:gdLst/>
              <a:ahLst/>
              <a:cxnLst/>
              <a:rect l="l" t="t" r="r" b="b"/>
              <a:pathLst>
                <a:path w="18341" h="15116" extrusionOk="0">
                  <a:moveTo>
                    <a:pt x="12582" y="1"/>
                  </a:moveTo>
                  <a:cubicBezTo>
                    <a:pt x="8674" y="2793"/>
                    <a:pt x="4403" y="5328"/>
                    <a:pt x="1" y="7263"/>
                  </a:cubicBezTo>
                  <a:cubicBezTo>
                    <a:pt x="1" y="7263"/>
                    <a:pt x="2380" y="12737"/>
                    <a:pt x="3079" y="13934"/>
                  </a:cubicBezTo>
                  <a:cubicBezTo>
                    <a:pt x="3294" y="14302"/>
                    <a:pt x="3555" y="14573"/>
                    <a:pt x="3803" y="14771"/>
                  </a:cubicBezTo>
                  <a:cubicBezTo>
                    <a:pt x="4089" y="14998"/>
                    <a:pt x="4440" y="15116"/>
                    <a:pt x="4795" y="15116"/>
                  </a:cubicBezTo>
                  <a:cubicBezTo>
                    <a:pt x="4989" y="15116"/>
                    <a:pt x="5185" y="15080"/>
                    <a:pt x="5372" y="15007"/>
                  </a:cubicBezTo>
                  <a:cubicBezTo>
                    <a:pt x="11923" y="12461"/>
                    <a:pt x="16498" y="8543"/>
                    <a:pt x="18012" y="7133"/>
                  </a:cubicBezTo>
                  <a:cubicBezTo>
                    <a:pt x="18322" y="6845"/>
                    <a:pt x="18340" y="6362"/>
                    <a:pt x="18057" y="6048"/>
                  </a:cubicBezTo>
                  <a:lnTo>
                    <a:pt x="12582"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8" name="Google Shape;4178;p72"/>
            <p:cNvSpPr/>
            <p:nvPr/>
          </p:nvSpPr>
          <p:spPr>
            <a:xfrm>
              <a:off x="1676725" y="3287425"/>
              <a:ext cx="432875" cy="346675"/>
            </a:xfrm>
            <a:custGeom>
              <a:avLst/>
              <a:gdLst/>
              <a:ahLst/>
              <a:cxnLst/>
              <a:rect l="l" t="t" r="r" b="b"/>
              <a:pathLst>
                <a:path w="17315" h="13867" extrusionOk="0">
                  <a:moveTo>
                    <a:pt x="12238" y="1"/>
                  </a:moveTo>
                  <a:cubicBezTo>
                    <a:pt x="12193" y="1"/>
                    <a:pt x="12148" y="14"/>
                    <a:pt x="12110" y="42"/>
                  </a:cubicBezTo>
                  <a:cubicBezTo>
                    <a:pt x="8232" y="2775"/>
                    <a:pt x="4079" y="5179"/>
                    <a:pt x="208" y="6933"/>
                  </a:cubicBezTo>
                  <a:cubicBezTo>
                    <a:pt x="64" y="6999"/>
                    <a:pt x="1" y="7163"/>
                    <a:pt x="65" y="7307"/>
                  </a:cubicBezTo>
                  <a:cubicBezTo>
                    <a:pt x="677" y="8695"/>
                    <a:pt x="2135" y="11925"/>
                    <a:pt x="2682" y="12860"/>
                  </a:cubicBezTo>
                  <a:cubicBezTo>
                    <a:pt x="2850" y="13147"/>
                    <a:pt x="3064" y="13395"/>
                    <a:pt x="3320" y="13598"/>
                  </a:cubicBezTo>
                  <a:cubicBezTo>
                    <a:pt x="3538" y="13771"/>
                    <a:pt x="3811" y="13866"/>
                    <a:pt x="4090" y="13866"/>
                  </a:cubicBezTo>
                  <a:cubicBezTo>
                    <a:pt x="4245" y="13866"/>
                    <a:pt x="4396" y="13837"/>
                    <a:pt x="4539" y="13782"/>
                  </a:cubicBezTo>
                  <a:cubicBezTo>
                    <a:pt x="10964" y="11284"/>
                    <a:pt x="15516" y="7448"/>
                    <a:pt x="17141" y="5935"/>
                  </a:cubicBezTo>
                  <a:cubicBezTo>
                    <a:pt x="17309" y="5780"/>
                    <a:pt x="17315" y="5518"/>
                    <a:pt x="17163" y="5350"/>
                  </a:cubicBezTo>
                  <a:lnTo>
                    <a:pt x="12406" y="76"/>
                  </a:lnTo>
                  <a:cubicBezTo>
                    <a:pt x="12361" y="27"/>
                    <a:pt x="12299" y="1"/>
                    <a:pt x="12238"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9" name="Google Shape;4179;p72"/>
            <p:cNvSpPr/>
            <p:nvPr/>
          </p:nvSpPr>
          <p:spPr>
            <a:xfrm>
              <a:off x="1492250" y="3401050"/>
              <a:ext cx="216750" cy="274350"/>
            </a:xfrm>
            <a:custGeom>
              <a:avLst/>
              <a:gdLst/>
              <a:ahLst/>
              <a:cxnLst/>
              <a:rect l="l" t="t" r="r" b="b"/>
              <a:pathLst>
                <a:path w="8670" h="10974" extrusionOk="0">
                  <a:moveTo>
                    <a:pt x="1756" y="0"/>
                  </a:moveTo>
                  <a:cubicBezTo>
                    <a:pt x="1655" y="0"/>
                    <a:pt x="1559" y="59"/>
                    <a:pt x="1522" y="162"/>
                  </a:cubicBezTo>
                  <a:cubicBezTo>
                    <a:pt x="1290" y="808"/>
                    <a:pt x="702" y="2595"/>
                    <a:pt x="48" y="5700"/>
                  </a:cubicBezTo>
                  <a:cubicBezTo>
                    <a:pt x="1" y="5928"/>
                    <a:pt x="127" y="6218"/>
                    <a:pt x="329" y="6335"/>
                  </a:cubicBezTo>
                  <a:lnTo>
                    <a:pt x="8307" y="10942"/>
                  </a:lnTo>
                  <a:cubicBezTo>
                    <a:pt x="8346" y="10963"/>
                    <a:pt x="8386" y="10973"/>
                    <a:pt x="8425" y="10973"/>
                  </a:cubicBezTo>
                  <a:cubicBezTo>
                    <a:pt x="8550" y="10973"/>
                    <a:pt x="8665" y="10874"/>
                    <a:pt x="8666" y="10735"/>
                  </a:cubicBezTo>
                  <a:lnTo>
                    <a:pt x="8669" y="9757"/>
                  </a:lnTo>
                  <a:cubicBezTo>
                    <a:pt x="8669" y="9652"/>
                    <a:pt x="8652" y="9554"/>
                    <a:pt x="8614" y="9459"/>
                  </a:cubicBezTo>
                  <a:cubicBezTo>
                    <a:pt x="8260" y="8582"/>
                    <a:pt x="6344" y="3869"/>
                    <a:pt x="5312" y="2298"/>
                  </a:cubicBezTo>
                  <a:cubicBezTo>
                    <a:pt x="5112" y="1993"/>
                    <a:pt x="4846" y="1744"/>
                    <a:pt x="4530" y="1562"/>
                  </a:cubicBezTo>
                  <a:lnTo>
                    <a:pt x="1885" y="35"/>
                  </a:lnTo>
                  <a:cubicBezTo>
                    <a:pt x="1844" y="11"/>
                    <a:pt x="1799" y="0"/>
                    <a:pt x="1756"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0" name="Google Shape;4180;p72"/>
            <p:cNvSpPr/>
            <p:nvPr/>
          </p:nvSpPr>
          <p:spPr>
            <a:xfrm>
              <a:off x="1498175" y="3407175"/>
              <a:ext cx="205825" cy="252125"/>
            </a:xfrm>
            <a:custGeom>
              <a:avLst/>
              <a:gdLst/>
              <a:ahLst/>
              <a:cxnLst/>
              <a:rect l="l" t="t" r="r" b="b"/>
              <a:pathLst>
                <a:path w="8233" h="10085" extrusionOk="0">
                  <a:moveTo>
                    <a:pt x="1709" y="1"/>
                  </a:moveTo>
                  <a:cubicBezTo>
                    <a:pt x="1562" y="1"/>
                    <a:pt x="1423" y="91"/>
                    <a:pt x="1372" y="244"/>
                  </a:cubicBezTo>
                  <a:cubicBezTo>
                    <a:pt x="1084" y="1104"/>
                    <a:pt x="561" y="2839"/>
                    <a:pt x="0" y="5536"/>
                  </a:cubicBezTo>
                  <a:cubicBezTo>
                    <a:pt x="6" y="5590"/>
                    <a:pt x="121" y="5734"/>
                    <a:pt x="213" y="5788"/>
                  </a:cubicBezTo>
                  <a:lnTo>
                    <a:pt x="7658" y="10085"/>
                  </a:lnTo>
                  <a:cubicBezTo>
                    <a:pt x="7772" y="9889"/>
                    <a:pt x="7963" y="9740"/>
                    <a:pt x="8231" y="9699"/>
                  </a:cubicBezTo>
                  <a:lnTo>
                    <a:pt x="8233" y="9387"/>
                  </a:lnTo>
                  <a:cubicBezTo>
                    <a:pt x="8219" y="9315"/>
                    <a:pt x="8207" y="9248"/>
                    <a:pt x="8193" y="9176"/>
                  </a:cubicBezTo>
                  <a:cubicBezTo>
                    <a:pt x="7824" y="8259"/>
                    <a:pt x="5924" y="3594"/>
                    <a:pt x="4911" y="2051"/>
                  </a:cubicBezTo>
                  <a:cubicBezTo>
                    <a:pt x="4730" y="1775"/>
                    <a:pt x="4491" y="1551"/>
                    <a:pt x="4201" y="1383"/>
                  </a:cubicBezTo>
                  <a:lnTo>
                    <a:pt x="1892" y="51"/>
                  </a:lnTo>
                  <a:cubicBezTo>
                    <a:pt x="1834" y="17"/>
                    <a:pt x="1771" y="1"/>
                    <a:pt x="1709"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1" name="Google Shape;4181;p72"/>
            <p:cNvSpPr/>
            <p:nvPr/>
          </p:nvSpPr>
          <p:spPr>
            <a:xfrm>
              <a:off x="1296750" y="3314825"/>
              <a:ext cx="201625" cy="217725"/>
            </a:xfrm>
            <a:custGeom>
              <a:avLst/>
              <a:gdLst/>
              <a:ahLst/>
              <a:cxnLst/>
              <a:rect l="l" t="t" r="r" b="b"/>
              <a:pathLst>
                <a:path w="8065" h="8709" extrusionOk="0">
                  <a:moveTo>
                    <a:pt x="2984" y="0"/>
                  </a:moveTo>
                  <a:cubicBezTo>
                    <a:pt x="2756" y="0"/>
                    <a:pt x="2545" y="124"/>
                    <a:pt x="2426" y="326"/>
                  </a:cubicBezTo>
                  <a:cubicBezTo>
                    <a:pt x="1811" y="1357"/>
                    <a:pt x="473" y="4123"/>
                    <a:pt x="68" y="4963"/>
                  </a:cubicBezTo>
                  <a:cubicBezTo>
                    <a:pt x="0" y="5104"/>
                    <a:pt x="56" y="5268"/>
                    <a:pt x="190" y="5347"/>
                  </a:cubicBezTo>
                  <a:lnTo>
                    <a:pt x="5967" y="8683"/>
                  </a:lnTo>
                  <a:cubicBezTo>
                    <a:pt x="5998" y="8701"/>
                    <a:pt x="6030" y="8709"/>
                    <a:pt x="6062" y="8709"/>
                  </a:cubicBezTo>
                  <a:cubicBezTo>
                    <a:pt x="6148" y="8709"/>
                    <a:pt x="6229" y="8648"/>
                    <a:pt x="6248" y="8556"/>
                  </a:cubicBezTo>
                  <a:cubicBezTo>
                    <a:pt x="6778" y="5917"/>
                    <a:pt x="7786" y="3306"/>
                    <a:pt x="8033" y="2687"/>
                  </a:cubicBezTo>
                  <a:cubicBezTo>
                    <a:pt x="8065" y="2605"/>
                    <a:pt x="8036" y="2518"/>
                    <a:pt x="7959" y="2472"/>
                  </a:cubicBezTo>
                  <a:cubicBezTo>
                    <a:pt x="7289" y="2070"/>
                    <a:pt x="4351" y="215"/>
                    <a:pt x="3085" y="8"/>
                  </a:cubicBezTo>
                  <a:cubicBezTo>
                    <a:pt x="3051" y="3"/>
                    <a:pt x="3017" y="0"/>
                    <a:pt x="2984"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2" name="Google Shape;4182;p72"/>
            <p:cNvSpPr/>
            <p:nvPr/>
          </p:nvSpPr>
          <p:spPr>
            <a:xfrm>
              <a:off x="1304300" y="3319400"/>
              <a:ext cx="188225" cy="204950"/>
            </a:xfrm>
            <a:custGeom>
              <a:avLst/>
              <a:gdLst/>
              <a:ahLst/>
              <a:cxnLst/>
              <a:rect l="l" t="t" r="r" b="b"/>
              <a:pathLst>
                <a:path w="7529" h="8198" extrusionOk="0">
                  <a:moveTo>
                    <a:pt x="2830" y="1"/>
                  </a:moveTo>
                  <a:cubicBezTo>
                    <a:pt x="2588" y="1"/>
                    <a:pt x="2358" y="132"/>
                    <a:pt x="2234" y="353"/>
                  </a:cubicBezTo>
                  <a:cubicBezTo>
                    <a:pt x="1592" y="1486"/>
                    <a:pt x="393" y="3962"/>
                    <a:pt x="0" y="4779"/>
                  </a:cubicBezTo>
                  <a:cubicBezTo>
                    <a:pt x="14" y="4817"/>
                    <a:pt x="20" y="4837"/>
                    <a:pt x="34" y="4875"/>
                  </a:cubicBezTo>
                  <a:lnTo>
                    <a:pt x="5788" y="8198"/>
                  </a:lnTo>
                  <a:cubicBezTo>
                    <a:pt x="6265" y="5843"/>
                    <a:pt x="7125" y="3491"/>
                    <a:pt x="7478" y="2580"/>
                  </a:cubicBezTo>
                  <a:cubicBezTo>
                    <a:pt x="7528" y="2447"/>
                    <a:pt x="7478" y="2303"/>
                    <a:pt x="7355" y="2231"/>
                  </a:cubicBezTo>
                  <a:cubicBezTo>
                    <a:pt x="6226" y="1561"/>
                    <a:pt x="4161" y="402"/>
                    <a:pt x="3038" y="34"/>
                  </a:cubicBezTo>
                  <a:cubicBezTo>
                    <a:pt x="2969" y="11"/>
                    <a:pt x="2899" y="1"/>
                    <a:pt x="2830"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83" name="Google Shape;4183;p72"/>
            <p:cNvSpPr/>
            <p:nvPr/>
          </p:nvSpPr>
          <p:spPr>
            <a:xfrm>
              <a:off x="1739050" y="3437100"/>
              <a:ext cx="676025" cy="431150"/>
            </a:xfrm>
            <a:custGeom>
              <a:avLst/>
              <a:gdLst/>
              <a:ahLst/>
              <a:cxnLst/>
              <a:rect l="l" t="t" r="r" b="b"/>
              <a:pathLst>
                <a:path w="27041" h="17246" extrusionOk="0">
                  <a:moveTo>
                    <a:pt x="16254" y="0"/>
                  </a:moveTo>
                  <a:cubicBezTo>
                    <a:pt x="15203" y="1348"/>
                    <a:pt x="9091" y="7119"/>
                    <a:pt x="1" y="9950"/>
                  </a:cubicBezTo>
                  <a:cubicBezTo>
                    <a:pt x="1" y="9950"/>
                    <a:pt x="8683" y="16831"/>
                    <a:pt x="11771" y="17205"/>
                  </a:cubicBezTo>
                  <a:cubicBezTo>
                    <a:pt x="11993" y="17232"/>
                    <a:pt x="12213" y="17245"/>
                    <a:pt x="12433" y="17245"/>
                  </a:cubicBezTo>
                  <a:cubicBezTo>
                    <a:pt x="14544" y="17245"/>
                    <a:pt x="16624" y="16041"/>
                    <a:pt x="19792" y="14298"/>
                  </a:cubicBezTo>
                  <a:cubicBezTo>
                    <a:pt x="26400" y="10662"/>
                    <a:pt x="27041" y="9371"/>
                    <a:pt x="27041" y="8659"/>
                  </a:cubicBezTo>
                  <a:cubicBezTo>
                    <a:pt x="27041" y="6315"/>
                    <a:pt x="18366" y="1156"/>
                    <a:pt x="16254" y="0"/>
                  </a:cubicBez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4" name="Google Shape;4184;p72"/>
            <p:cNvSpPr/>
            <p:nvPr/>
          </p:nvSpPr>
          <p:spPr>
            <a:xfrm>
              <a:off x="1903750" y="3719525"/>
              <a:ext cx="516650" cy="351625"/>
            </a:xfrm>
            <a:custGeom>
              <a:avLst/>
              <a:gdLst/>
              <a:ahLst/>
              <a:cxnLst/>
              <a:rect l="l" t="t" r="r" b="b"/>
              <a:pathLst>
                <a:path w="20666" h="14065" extrusionOk="0">
                  <a:moveTo>
                    <a:pt x="19085" y="1"/>
                  </a:moveTo>
                  <a:cubicBezTo>
                    <a:pt x="19070" y="1"/>
                    <a:pt x="19055" y="5"/>
                    <a:pt x="19041" y="15"/>
                  </a:cubicBezTo>
                  <a:cubicBezTo>
                    <a:pt x="15827" y="2190"/>
                    <a:pt x="12528" y="4047"/>
                    <a:pt x="10348" y="5192"/>
                  </a:cubicBezTo>
                  <a:cubicBezTo>
                    <a:pt x="9725" y="5520"/>
                    <a:pt x="9158" y="6187"/>
                    <a:pt x="8937" y="6856"/>
                  </a:cubicBezTo>
                  <a:lnTo>
                    <a:pt x="8359" y="8562"/>
                  </a:lnTo>
                  <a:cubicBezTo>
                    <a:pt x="7978" y="10048"/>
                    <a:pt x="6425" y="10572"/>
                    <a:pt x="4684" y="10572"/>
                  </a:cubicBezTo>
                  <a:cubicBezTo>
                    <a:pt x="3470" y="10572"/>
                    <a:pt x="2164" y="10317"/>
                    <a:pt x="1100" y="9956"/>
                  </a:cubicBezTo>
                  <a:cubicBezTo>
                    <a:pt x="1009" y="9924"/>
                    <a:pt x="916" y="9910"/>
                    <a:pt x="827" y="9910"/>
                  </a:cubicBezTo>
                  <a:cubicBezTo>
                    <a:pt x="387" y="9910"/>
                    <a:pt x="1" y="10261"/>
                    <a:pt x="1" y="10734"/>
                  </a:cubicBezTo>
                  <a:lnTo>
                    <a:pt x="1" y="12505"/>
                  </a:lnTo>
                  <a:cubicBezTo>
                    <a:pt x="1" y="12761"/>
                    <a:pt x="137" y="12997"/>
                    <a:pt x="358" y="13125"/>
                  </a:cubicBezTo>
                  <a:lnTo>
                    <a:pt x="787" y="13373"/>
                  </a:lnTo>
                  <a:cubicBezTo>
                    <a:pt x="1350" y="13698"/>
                    <a:pt x="2671" y="14064"/>
                    <a:pt x="4316" y="14064"/>
                  </a:cubicBezTo>
                  <a:cubicBezTo>
                    <a:pt x="5638" y="14064"/>
                    <a:pt x="7169" y="13827"/>
                    <a:pt x="8684" y="13141"/>
                  </a:cubicBezTo>
                  <a:cubicBezTo>
                    <a:pt x="12088" y="11599"/>
                    <a:pt x="15180" y="9795"/>
                    <a:pt x="17960" y="7728"/>
                  </a:cubicBezTo>
                  <a:cubicBezTo>
                    <a:pt x="19305" y="6728"/>
                    <a:pt x="20364" y="5231"/>
                    <a:pt x="20557" y="3602"/>
                  </a:cubicBezTo>
                  <a:cubicBezTo>
                    <a:pt x="20588" y="3349"/>
                    <a:pt x="20666" y="1304"/>
                    <a:pt x="20336" y="1047"/>
                  </a:cubicBezTo>
                  <a:lnTo>
                    <a:pt x="20336" y="1671"/>
                  </a:lnTo>
                  <a:cubicBezTo>
                    <a:pt x="20336" y="1671"/>
                    <a:pt x="20263" y="1890"/>
                    <a:pt x="20131" y="1893"/>
                  </a:cubicBezTo>
                  <a:cubicBezTo>
                    <a:pt x="20131" y="1893"/>
                    <a:pt x="20131" y="1893"/>
                    <a:pt x="20131" y="1893"/>
                  </a:cubicBezTo>
                  <a:cubicBezTo>
                    <a:pt x="20019" y="1893"/>
                    <a:pt x="19404" y="1"/>
                    <a:pt x="19085"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5" name="Google Shape;4185;p72"/>
            <p:cNvSpPr/>
            <p:nvPr/>
          </p:nvSpPr>
          <p:spPr>
            <a:xfrm>
              <a:off x="2117325" y="3727625"/>
              <a:ext cx="282425" cy="228350"/>
            </a:xfrm>
            <a:custGeom>
              <a:avLst/>
              <a:gdLst/>
              <a:ahLst/>
              <a:cxnLst/>
              <a:rect l="l" t="t" r="r" b="b"/>
              <a:pathLst>
                <a:path w="11297" h="9134" extrusionOk="0">
                  <a:moveTo>
                    <a:pt x="10438" y="0"/>
                  </a:moveTo>
                  <a:cubicBezTo>
                    <a:pt x="10426" y="0"/>
                    <a:pt x="10415" y="4"/>
                    <a:pt x="10404" y="11"/>
                  </a:cubicBezTo>
                  <a:cubicBezTo>
                    <a:pt x="7246" y="2207"/>
                    <a:pt x="3738" y="4187"/>
                    <a:pt x="1889" y="5159"/>
                  </a:cubicBezTo>
                  <a:cubicBezTo>
                    <a:pt x="1317" y="5460"/>
                    <a:pt x="926" y="6095"/>
                    <a:pt x="723" y="6708"/>
                  </a:cubicBezTo>
                  <a:cubicBezTo>
                    <a:pt x="723" y="6708"/>
                    <a:pt x="197" y="8874"/>
                    <a:pt x="0" y="9133"/>
                  </a:cubicBezTo>
                  <a:cubicBezTo>
                    <a:pt x="3226" y="8220"/>
                    <a:pt x="10518" y="3882"/>
                    <a:pt x="11297" y="1990"/>
                  </a:cubicBezTo>
                  <a:cubicBezTo>
                    <a:pt x="11133" y="1486"/>
                    <a:pt x="10678" y="0"/>
                    <a:pt x="1043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6" name="Google Shape;4186;p72"/>
            <p:cNvSpPr/>
            <p:nvPr/>
          </p:nvSpPr>
          <p:spPr>
            <a:xfrm>
              <a:off x="1935100" y="3874025"/>
              <a:ext cx="181675" cy="73825"/>
            </a:xfrm>
            <a:custGeom>
              <a:avLst/>
              <a:gdLst/>
              <a:ahLst/>
              <a:cxnLst/>
              <a:rect l="l" t="t" r="r" b="b"/>
              <a:pathLst>
                <a:path w="7267" h="2953" extrusionOk="0">
                  <a:moveTo>
                    <a:pt x="7049" y="0"/>
                  </a:moveTo>
                  <a:cubicBezTo>
                    <a:pt x="7045" y="0"/>
                    <a:pt x="7041" y="1"/>
                    <a:pt x="7036" y="3"/>
                  </a:cubicBezTo>
                  <a:cubicBezTo>
                    <a:pt x="5854" y="397"/>
                    <a:pt x="4583" y="513"/>
                    <a:pt x="3514" y="513"/>
                  </a:cubicBezTo>
                  <a:cubicBezTo>
                    <a:pt x="2596" y="513"/>
                    <a:pt x="1827" y="427"/>
                    <a:pt x="1391" y="358"/>
                  </a:cubicBezTo>
                  <a:cubicBezTo>
                    <a:pt x="1357" y="353"/>
                    <a:pt x="1323" y="350"/>
                    <a:pt x="1289" y="350"/>
                  </a:cubicBezTo>
                  <a:cubicBezTo>
                    <a:pt x="590" y="350"/>
                    <a:pt x="1" y="1465"/>
                    <a:pt x="974" y="2408"/>
                  </a:cubicBezTo>
                  <a:cubicBezTo>
                    <a:pt x="1371" y="2792"/>
                    <a:pt x="2279" y="2953"/>
                    <a:pt x="3261" y="2953"/>
                  </a:cubicBezTo>
                  <a:cubicBezTo>
                    <a:pt x="4444" y="2953"/>
                    <a:pt x="5736" y="2719"/>
                    <a:pt x="6371" y="2357"/>
                  </a:cubicBezTo>
                  <a:cubicBezTo>
                    <a:pt x="6606" y="2224"/>
                    <a:pt x="7266" y="0"/>
                    <a:pt x="704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7" name="Google Shape;4187;p72"/>
            <p:cNvSpPr/>
            <p:nvPr/>
          </p:nvSpPr>
          <p:spPr>
            <a:xfrm>
              <a:off x="1935125" y="3882825"/>
              <a:ext cx="40750" cy="60000"/>
            </a:xfrm>
            <a:custGeom>
              <a:avLst/>
              <a:gdLst/>
              <a:ahLst/>
              <a:cxnLst/>
              <a:rect l="l" t="t" r="r" b="b"/>
              <a:pathLst>
                <a:path w="1630" h="2400" extrusionOk="0">
                  <a:moveTo>
                    <a:pt x="1303" y="1"/>
                  </a:moveTo>
                  <a:cubicBezTo>
                    <a:pt x="588" y="1"/>
                    <a:pt x="1" y="1114"/>
                    <a:pt x="973" y="2056"/>
                  </a:cubicBezTo>
                  <a:cubicBezTo>
                    <a:pt x="1125" y="2202"/>
                    <a:pt x="1354" y="2314"/>
                    <a:pt x="1630" y="2399"/>
                  </a:cubicBezTo>
                  <a:cubicBezTo>
                    <a:pt x="1335" y="1587"/>
                    <a:pt x="1199" y="738"/>
                    <a:pt x="1410" y="9"/>
                  </a:cubicBezTo>
                  <a:cubicBezTo>
                    <a:pt x="1374" y="4"/>
                    <a:pt x="1338" y="1"/>
                    <a:pt x="1303" y="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8" name="Google Shape;4188;p72"/>
            <p:cNvSpPr/>
            <p:nvPr/>
          </p:nvSpPr>
          <p:spPr>
            <a:xfrm>
              <a:off x="2390725" y="3673800"/>
              <a:ext cx="27725" cy="65850"/>
            </a:xfrm>
            <a:custGeom>
              <a:avLst/>
              <a:gdLst/>
              <a:ahLst/>
              <a:cxnLst/>
              <a:rect l="l" t="t" r="r" b="b"/>
              <a:pathLst>
                <a:path w="1109" h="2634" extrusionOk="0">
                  <a:moveTo>
                    <a:pt x="974" y="1"/>
                  </a:moveTo>
                  <a:lnTo>
                    <a:pt x="974" y="1"/>
                  </a:lnTo>
                  <a:cubicBezTo>
                    <a:pt x="801" y="679"/>
                    <a:pt x="144" y="1125"/>
                    <a:pt x="57" y="1338"/>
                  </a:cubicBezTo>
                  <a:cubicBezTo>
                    <a:pt x="0" y="1479"/>
                    <a:pt x="509" y="2634"/>
                    <a:pt x="699" y="2634"/>
                  </a:cubicBezTo>
                  <a:cubicBezTo>
                    <a:pt x="703" y="2634"/>
                    <a:pt x="707" y="2633"/>
                    <a:pt x="712" y="2632"/>
                  </a:cubicBezTo>
                  <a:cubicBezTo>
                    <a:pt x="756" y="2618"/>
                    <a:pt x="850" y="2500"/>
                    <a:pt x="867" y="2454"/>
                  </a:cubicBezTo>
                  <a:cubicBezTo>
                    <a:pt x="1109" y="1813"/>
                    <a:pt x="1035" y="420"/>
                    <a:pt x="97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9" name="Google Shape;4189;p72"/>
            <p:cNvSpPr/>
            <p:nvPr/>
          </p:nvSpPr>
          <p:spPr>
            <a:xfrm>
              <a:off x="1921050" y="3766900"/>
              <a:ext cx="497325" cy="232150"/>
            </a:xfrm>
            <a:custGeom>
              <a:avLst/>
              <a:gdLst/>
              <a:ahLst/>
              <a:cxnLst/>
              <a:rect l="l" t="t" r="r" b="b"/>
              <a:pathLst>
                <a:path w="19893" h="9286" extrusionOk="0">
                  <a:moveTo>
                    <a:pt x="19867" y="1"/>
                  </a:moveTo>
                  <a:cubicBezTo>
                    <a:pt x="19805" y="108"/>
                    <a:pt x="19732" y="231"/>
                    <a:pt x="19647" y="370"/>
                  </a:cubicBezTo>
                  <a:cubicBezTo>
                    <a:pt x="19471" y="625"/>
                    <a:pt x="19241" y="924"/>
                    <a:pt x="18948" y="1246"/>
                  </a:cubicBezTo>
                  <a:cubicBezTo>
                    <a:pt x="18648" y="1560"/>
                    <a:pt x="18292" y="1899"/>
                    <a:pt x="17880" y="2245"/>
                  </a:cubicBezTo>
                  <a:cubicBezTo>
                    <a:pt x="16228" y="3633"/>
                    <a:pt x="13711" y="5102"/>
                    <a:pt x="11131" y="6417"/>
                  </a:cubicBezTo>
                  <a:cubicBezTo>
                    <a:pt x="10488" y="6741"/>
                    <a:pt x="9832" y="7087"/>
                    <a:pt x="9194" y="7378"/>
                  </a:cubicBezTo>
                  <a:cubicBezTo>
                    <a:pt x="8557" y="7685"/>
                    <a:pt x="7908" y="7938"/>
                    <a:pt x="7273" y="8159"/>
                  </a:cubicBezTo>
                  <a:cubicBezTo>
                    <a:pt x="6634" y="8366"/>
                    <a:pt x="6009" y="8533"/>
                    <a:pt x="5406" y="8654"/>
                  </a:cubicBezTo>
                  <a:cubicBezTo>
                    <a:pt x="4804" y="8766"/>
                    <a:pt x="4226" y="8841"/>
                    <a:pt x="3692" y="8855"/>
                  </a:cubicBezTo>
                  <a:cubicBezTo>
                    <a:pt x="3550" y="8862"/>
                    <a:pt x="3410" y="8865"/>
                    <a:pt x="3275" y="8865"/>
                  </a:cubicBezTo>
                  <a:cubicBezTo>
                    <a:pt x="2901" y="8865"/>
                    <a:pt x="2553" y="8841"/>
                    <a:pt x="2237" y="8807"/>
                  </a:cubicBezTo>
                  <a:cubicBezTo>
                    <a:pt x="1805" y="8761"/>
                    <a:pt x="1435" y="8682"/>
                    <a:pt x="1135" y="8603"/>
                  </a:cubicBezTo>
                  <a:cubicBezTo>
                    <a:pt x="529" y="8435"/>
                    <a:pt x="232" y="8266"/>
                    <a:pt x="232" y="8266"/>
                  </a:cubicBezTo>
                  <a:cubicBezTo>
                    <a:pt x="210" y="8254"/>
                    <a:pt x="185" y="8248"/>
                    <a:pt x="161" y="8248"/>
                  </a:cubicBezTo>
                  <a:cubicBezTo>
                    <a:pt x="114" y="8248"/>
                    <a:pt x="68" y="8271"/>
                    <a:pt x="42" y="8314"/>
                  </a:cubicBezTo>
                  <a:cubicBezTo>
                    <a:pt x="0" y="8381"/>
                    <a:pt x="20" y="8468"/>
                    <a:pt x="86" y="8508"/>
                  </a:cubicBezTo>
                  <a:cubicBezTo>
                    <a:pt x="91" y="8511"/>
                    <a:pt x="423" y="8718"/>
                    <a:pt x="1041" y="8916"/>
                  </a:cubicBezTo>
                  <a:cubicBezTo>
                    <a:pt x="1352" y="9013"/>
                    <a:pt x="1737" y="9114"/>
                    <a:pt x="2185" y="9181"/>
                  </a:cubicBezTo>
                  <a:cubicBezTo>
                    <a:pt x="2574" y="9243"/>
                    <a:pt x="3013" y="9285"/>
                    <a:pt x="3487" y="9285"/>
                  </a:cubicBezTo>
                  <a:cubicBezTo>
                    <a:pt x="3558" y="9285"/>
                    <a:pt x="3630" y="9285"/>
                    <a:pt x="3703" y="9283"/>
                  </a:cubicBezTo>
                  <a:cubicBezTo>
                    <a:pt x="4259" y="9281"/>
                    <a:pt x="4860" y="9218"/>
                    <a:pt x="5490" y="9118"/>
                  </a:cubicBezTo>
                  <a:cubicBezTo>
                    <a:pt x="6119" y="9013"/>
                    <a:pt x="6771" y="8847"/>
                    <a:pt x="7431" y="8636"/>
                  </a:cubicBezTo>
                  <a:cubicBezTo>
                    <a:pt x="8088" y="8415"/>
                    <a:pt x="8756" y="8159"/>
                    <a:pt x="9414" y="7849"/>
                  </a:cubicBezTo>
                  <a:cubicBezTo>
                    <a:pt x="10079" y="7549"/>
                    <a:pt x="10718" y="7228"/>
                    <a:pt x="11371" y="6888"/>
                  </a:cubicBezTo>
                  <a:cubicBezTo>
                    <a:pt x="12669" y="6215"/>
                    <a:pt x="13947" y="5506"/>
                    <a:pt x="15114" y="4780"/>
                  </a:cubicBezTo>
                  <a:cubicBezTo>
                    <a:pt x="16279" y="4051"/>
                    <a:pt x="17322" y="3294"/>
                    <a:pt x="18154" y="2563"/>
                  </a:cubicBezTo>
                  <a:cubicBezTo>
                    <a:pt x="18573" y="2199"/>
                    <a:pt x="18924" y="1828"/>
                    <a:pt x="19224" y="1491"/>
                  </a:cubicBezTo>
                  <a:cubicBezTo>
                    <a:pt x="19503" y="1158"/>
                    <a:pt x="19721" y="852"/>
                    <a:pt x="19893" y="584"/>
                  </a:cubicBezTo>
                  <a:cubicBezTo>
                    <a:pt x="19890" y="387"/>
                    <a:pt x="19882" y="188"/>
                    <a:pt x="19867"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0" name="Google Shape;4190;p72"/>
            <p:cNvSpPr/>
            <p:nvPr/>
          </p:nvSpPr>
          <p:spPr>
            <a:xfrm>
              <a:off x="909550" y="3370400"/>
              <a:ext cx="105650" cy="160500"/>
            </a:xfrm>
            <a:custGeom>
              <a:avLst/>
              <a:gdLst/>
              <a:ahLst/>
              <a:cxnLst/>
              <a:rect l="l" t="t" r="r" b="b"/>
              <a:pathLst>
                <a:path w="4226" h="6420" extrusionOk="0">
                  <a:moveTo>
                    <a:pt x="1158" y="1"/>
                  </a:moveTo>
                  <a:lnTo>
                    <a:pt x="436" y="714"/>
                  </a:lnTo>
                  <a:cubicBezTo>
                    <a:pt x="157" y="988"/>
                    <a:pt x="1" y="1362"/>
                    <a:pt x="1" y="1753"/>
                  </a:cubicBezTo>
                  <a:lnTo>
                    <a:pt x="1" y="2763"/>
                  </a:lnTo>
                  <a:cubicBezTo>
                    <a:pt x="1" y="3291"/>
                    <a:pt x="240" y="3791"/>
                    <a:pt x="649" y="4125"/>
                  </a:cubicBezTo>
                  <a:lnTo>
                    <a:pt x="2345" y="5503"/>
                  </a:lnTo>
                  <a:cubicBezTo>
                    <a:pt x="2518" y="5644"/>
                    <a:pt x="2702" y="5770"/>
                    <a:pt x="2895" y="5882"/>
                  </a:cubicBezTo>
                  <a:lnTo>
                    <a:pt x="3826" y="6420"/>
                  </a:lnTo>
                  <a:lnTo>
                    <a:pt x="4226" y="6190"/>
                  </a:lnTo>
                  <a:lnTo>
                    <a:pt x="4226" y="3210"/>
                  </a:lnTo>
                  <a:lnTo>
                    <a:pt x="1160" y="1439"/>
                  </a:lnTo>
                  <a:lnTo>
                    <a:pt x="1158"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1" name="Google Shape;4191;p72"/>
            <p:cNvSpPr/>
            <p:nvPr/>
          </p:nvSpPr>
          <p:spPr>
            <a:xfrm>
              <a:off x="956275" y="3054950"/>
              <a:ext cx="581925" cy="390300"/>
            </a:xfrm>
            <a:custGeom>
              <a:avLst/>
              <a:gdLst/>
              <a:ahLst/>
              <a:cxnLst/>
              <a:rect l="l" t="t" r="r" b="b"/>
              <a:pathLst>
                <a:path w="23277" h="15612" extrusionOk="0">
                  <a:moveTo>
                    <a:pt x="15105" y="1"/>
                  </a:moveTo>
                  <a:lnTo>
                    <a:pt x="0" y="8723"/>
                  </a:lnTo>
                  <a:lnTo>
                    <a:pt x="11933" y="15611"/>
                  </a:lnTo>
                  <a:lnTo>
                    <a:pt x="14792" y="10310"/>
                  </a:lnTo>
                  <a:cubicBezTo>
                    <a:pt x="15146" y="9654"/>
                    <a:pt x="15675" y="9109"/>
                    <a:pt x="16321" y="8737"/>
                  </a:cubicBezTo>
                  <a:lnTo>
                    <a:pt x="23277" y="4720"/>
                  </a:lnTo>
                  <a:lnTo>
                    <a:pt x="15105" y="1"/>
                  </a:ln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2" name="Google Shape;4192;p72"/>
            <p:cNvSpPr/>
            <p:nvPr/>
          </p:nvSpPr>
          <p:spPr>
            <a:xfrm>
              <a:off x="956275" y="3054950"/>
              <a:ext cx="377625" cy="267425"/>
            </a:xfrm>
            <a:custGeom>
              <a:avLst/>
              <a:gdLst/>
              <a:ahLst/>
              <a:cxnLst/>
              <a:rect l="l" t="t" r="r" b="b"/>
              <a:pathLst>
                <a:path w="15105" h="10697" extrusionOk="0">
                  <a:moveTo>
                    <a:pt x="15105" y="1"/>
                  </a:moveTo>
                  <a:lnTo>
                    <a:pt x="0" y="8723"/>
                  </a:lnTo>
                  <a:lnTo>
                    <a:pt x="3418" y="10696"/>
                  </a:lnTo>
                  <a:lnTo>
                    <a:pt x="15105" y="3949"/>
                  </a:lnTo>
                  <a:lnTo>
                    <a:pt x="15105"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3" name="Google Shape;4193;p72"/>
            <p:cNvSpPr/>
            <p:nvPr/>
          </p:nvSpPr>
          <p:spPr>
            <a:xfrm>
              <a:off x="1333875" y="3054950"/>
              <a:ext cx="204325" cy="167350"/>
            </a:xfrm>
            <a:custGeom>
              <a:avLst/>
              <a:gdLst/>
              <a:ahLst/>
              <a:cxnLst/>
              <a:rect l="l" t="t" r="r" b="b"/>
              <a:pathLst>
                <a:path w="8173" h="6694" extrusionOk="0">
                  <a:moveTo>
                    <a:pt x="1" y="1"/>
                  </a:moveTo>
                  <a:lnTo>
                    <a:pt x="1" y="3949"/>
                  </a:lnTo>
                  <a:lnTo>
                    <a:pt x="4755" y="6693"/>
                  </a:lnTo>
                  <a:lnTo>
                    <a:pt x="8173" y="4720"/>
                  </a:lnTo>
                  <a:lnTo>
                    <a:pt x="1"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4" name="Google Shape;4194;p72"/>
            <p:cNvSpPr/>
            <p:nvPr/>
          </p:nvSpPr>
          <p:spPr>
            <a:xfrm>
              <a:off x="2185175" y="3531625"/>
              <a:ext cx="124200" cy="121625"/>
            </a:xfrm>
            <a:custGeom>
              <a:avLst/>
              <a:gdLst/>
              <a:ahLst/>
              <a:cxnLst/>
              <a:rect l="l" t="t" r="r" b="b"/>
              <a:pathLst>
                <a:path w="4968" h="4865" extrusionOk="0">
                  <a:moveTo>
                    <a:pt x="15" y="0"/>
                  </a:moveTo>
                  <a:cubicBezTo>
                    <a:pt x="0" y="17"/>
                    <a:pt x="1234" y="1233"/>
                    <a:pt x="2468" y="2448"/>
                  </a:cubicBezTo>
                  <a:cubicBezTo>
                    <a:pt x="3710" y="3657"/>
                    <a:pt x="4952" y="4865"/>
                    <a:pt x="4952" y="4865"/>
                  </a:cubicBezTo>
                  <a:cubicBezTo>
                    <a:pt x="4967" y="4849"/>
                    <a:pt x="4898" y="4765"/>
                    <a:pt x="4777" y="4618"/>
                  </a:cubicBezTo>
                  <a:cubicBezTo>
                    <a:pt x="4653" y="4474"/>
                    <a:pt x="4489" y="4254"/>
                    <a:pt x="4268" y="4015"/>
                  </a:cubicBezTo>
                  <a:cubicBezTo>
                    <a:pt x="4048" y="3776"/>
                    <a:pt x="3802" y="3485"/>
                    <a:pt x="3517" y="3197"/>
                  </a:cubicBezTo>
                  <a:cubicBezTo>
                    <a:pt x="3232" y="2907"/>
                    <a:pt x="2928" y="2597"/>
                    <a:pt x="2625" y="2287"/>
                  </a:cubicBezTo>
                  <a:cubicBezTo>
                    <a:pt x="2311" y="1992"/>
                    <a:pt x="1995" y="1694"/>
                    <a:pt x="1699" y="1415"/>
                  </a:cubicBezTo>
                  <a:cubicBezTo>
                    <a:pt x="1404" y="1136"/>
                    <a:pt x="1109" y="897"/>
                    <a:pt x="865" y="681"/>
                  </a:cubicBezTo>
                  <a:cubicBezTo>
                    <a:pt x="621" y="466"/>
                    <a:pt x="397" y="307"/>
                    <a:pt x="251" y="186"/>
                  </a:cubicBezTo>
                  <a:cubicBezTo>
                    <a:pt x="101" y="68"/>
                    <a:pt x="15" y="0"/>
                    <a:pt x="15" y="0"/>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5" name="Google Shape;4195;p72"/>
            <p:cNvSpPr/>
            <p:nvPr/>
          </p:nvSpPr>
          <p:spPr>
            <a:xfrm>
              <a:off x="1897900" y="3691600"/>
              <a:ext cx="174525" cy="99625"/>
            </a:xfrm>
            <a:custGeom>
              <a:avLst/>
              <a:gdLst/>
              <a:ahLst/>
              <a:cxnLst/>
              <a:rect l="l" t="t" r="r" b="b"/>
              <a:pathLst>
                <a:path w="6981" h="3985" extrusionOk="0">
                  <a:moveTo>
                    <a:pt x="12" y="0"/>
                  </a:moveTo>
                  <a:lnTo>
                    <a:pt x="12" y="0"/>
                  </a:lnTo>
                  <a:cubicBezTo>
                    <a:pt x="0" y="20"/>
                    <a:pt x="104" y="92"/>
                    <a:pt x="284" y="218"/>
                  </a:cubicBezTo>
                  <a:cubicBezTo>
                    <a:pt x="466" y="341"/>
                    <a:pt x="718" y="532"/>
                    <a:pt x="1037" y="733"/>
                  </a:cubicBezTo>
                  <a:cubicBezTo>
                    <a:pt x="1355" y="932"/>
                    <a:pt x="1719" y="1181"/>
                    <a:pt x="2124" y="1418"/>
                  </a:cubicBezTo>
                  <a:cubicBezTo>
                    <a:pt x="2528" y="1659"/>
                    <a:pt x="2959" y="1914"/>
                    <a:pt x="3390" y="2170"/>
                  </a:cubicBezTo>
                  <a:cubicBezTo>
                    <a:pt x="3830" y="2409"/>
                    <a:pt x="4270" y="2650"/>
                    <a:pt x="4682" y="2875"/>
                  </a:cubicBezTo>
                  <a:cubicBezTo>
                    <a:pt x="5093" y="3102"/>
                    <a:pt x="5493" y="3287"/>
                    <a:pt x="5828" y="3459"/>
                  </a:cubicBezTo>
                  <a:cubicBezTo>
                    <a:pt x="6162" y="3631"/>
                    <a:pt x="6456" y="3749"/>
                    <a:pt x="6654" y="3842"/>
                  </a:cubicBezTo>
                  <a:cubicBezTo>
                    <a:pt x="6855" y="3933"/>
                    <a:pt x="6970" y="3985"/>
                    <a:pt x="6970" y="3985"/>
                  </a:cubicBezTo>
                  <a:cubicBezTo>
                    <a:pt x="6981" y="3965"/>
                    <a:pt x="5242" y="2970"/>
                    <a:pt x="3502" y="1973"/>
                  </a:cubicBezTo>
                  <a:cubicBezTo>
                    <a:pt x="1757" y="988"/>
                    <a:pt x="13" y="0"/>
                    <a:pt x="12" y="0"/>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6" name="Google Shape;4196;p72"/>
            <p:cNvSpPr/>
            <p:nvPr/>
          </p:nvSpPr>
          <p:spPr>
            <a:xfrm>
              <a:off x="1650250" y="3636400"/>
              <a:ext cx="54575" cy="32950"/>
            </a:xfrm>
            <a:custGeom>
              <a:avLst/>
              <a:gdLst/>
              <a:ahLst/>
              <a:cxnLst/>
              <a:rect l="l" t="t" r="r" b="b"/>
              <a:pathLst>
                <a:path w="2183" h="1318" extrusionOk="0">
                  <a:moveTo>
                    <a:pt x="1818" y="1"/>
                  </a:moveTo>
                  <a:cubicBezTo>
                    <a:pt x="1524" y="1"/>
                    <a:pt x="489" y="169"/>
                    <a:pt x="292" y="194"/>
                  </a:cubicBezTo>
                  <a:lnTo>
                    <a:pt x="1" y="1318"/>
                  </a:lnTo>
                  <a:lnTo>
                    <a:pt x="1799" y="1206"/>
                  </a:lnTo>
                  <a:cubicBezTo>
                    <a:pt x="1799" y="1206"/>
                    <a:pt x="2182" y="1092"/>
                    <a:pt x="2182" y="620"/>
                  </a:cubicBezTo>
                  <a:cubicBezTo>
                    <a:pt x="2182" y="428"/>
                    <a:pt x="2130" y="198"/>
                    <a:pt x="1981" y="63"/>
                  </a:cubicBezTo>
                  <a:cubicBezTo>
                    <a:pt x="1951" y="36"/>
                    <a:pt x="1919" y="19"/>
                    <a:pt x="1885" y="7"/>
                  </a:cubicBezTo>
                  <a:cubicBezTo>
                    <a:pt x="1872" y="3"/>
                    <a:pt x="1849" y="1"/>
                    <a:pt x="1818"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7" name="Google Shape;4197;p72"/>
            <p:cNvSpPr/>
            <p:nvPr/>
          </p:nvSpPr>
          <p:spPr>
            <a:xfrm>
              <a:off x="1580175" y="3619000"/>
              <a:ext cx="85000" cy="58650"/>
            </a:xfrm>
            <a:custGeom>
              <a:avLst/>
              <a:gdLst/>
              <a:ahLst/>
              <a:cxnLst/>
              <a:rect l="l" t="t" r="r" b="b"/>
              <a:pathLst>
                <a:path w="3400" h="2346" extrusionOk="0">
                  <a:moveTo>
                    <a:pt x="2764" y="1"/>
                  </a:moveTo>
                  <a:cubicBezTo>
                    <a:pt x="2495" y="1"/>
                    <a:pt x="2222" y="105"/>
                    <a:pt x="1965" y="174"/>
                  </a:cubicBezTo>
                  <a:cubicBezTo>
                    <a:pt x="67" y="681"/>
                    <a:pt x="1" y="997"/>
                    <a:pt x="6" y="1788"/>
                  </a:cubicBezTo>
                  <a:cubicBezTo>
                    <a:pt x="8" y="2240"/>
                    <a:pt x="886" y="2345"/>
                    <a:pt x="1594" y="2345"/>
                  </a:cubicBezTo>
                  <a:cubicBezTo>
                    <a:pt x="1848" y="2345"/>
                    <a:pt x="2080" y="2332"/>
                    <a:pt x="2242" y="2316"/>
                  </a:cubicBezTo>
                  <a:cubicBezTo>
                    <a:pt x="2784" y="2262"/>
                    <a:pt x="3354" y="2283"/>
                    <a:pt x="3394" y="565"/>
                  </a:cubicBezTo>
                  <a:cubicBezTo>
                    <a:pt x="3400" y="323"/>
                    <a:pt x="3328" y="143"/>
                    <a:pt x="3047" y="47"/>
                  </a:cubicBezTo>
                  <a:cubicBezTo>
                    <a:pt x="2954" y="14"/>
                    <a:pt x="2859" y="1"/>
                    <a:pt x="2764" y="1"/>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8" name="Google Shape;4198;p72"/>
            <p:cNvSpPr/>
            <p:nvPr/>
          </p:nvSpPr>
          <p:spPr>
            <a:xfrm>
              <a:off x="1605750" y="3626025"/>
              <a:ext cx="50975" cy="16100"/>
            </a:xfrm>
            <a:custGeom>
              <a:avLst/>
              <a:gdLst/>
              <a:ahLst/>
              <a:cxnLst/>
              <a:rect l="l" t="t" r="r" b="b"/>
              <a:pathLst>
                <a:path w="2039" h="644" extrusionOk="0">
                  <a:moveTo>
                    <a:pt x="1811" y="0"/>
                  </a:moveTo>
                  <a:cubicBezTo>
                    <a:pt x="1620" y="0"/>
                    <a:pt x="1311" y="50"/>
                    <a:pt x="971" y="141"/>
                  </a:cubicBezTo>
                  <a:cubicBezTo>
                    <a:pt x="422" y="287"/>
                    <a:pt x="1" y="488"/>
                    <a:pt x="27" y="587"/>
                  </a:cubicBezTo>
                  <a:cubicBezTo>
                    <a:pt x="37" y="626"/>
                    <a:pt x="110" y="644"/>
                    <a:pt x="227" y="644"/>
                  </a:cubicBezTo>
                  <a:cubicBezTo>
                    <a:pt x="419" y="644"/>
                    <a:pt x="727" y="594"/>
                    <a:pt x="1068" y="503"/>
                  </a:cubicBezTo>
                  <a:cubicBezTo>
                    <a:pt x="1615" y="357"/>
                    <a:pt x="2038" y="157"/>
                    <a:pt x="2011" y="57"/>
                  </a:cubicBezTo>
                  <a:cubicBezTo>
                    <a:pt x="2001" y="19"/>
                    <a:pt x="1928" y="0"/>
                    <a:pt x="1811" y="0"/>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9" name="Google Shape;4199;p72"/>
            <p:cNvSpPr/>
            <p:nvPr/>
          </p:nvSpPr>
          <p:spPr>
            <a:xfrm>
              <a:off x="1483050" y="3581725"/>
              <a:ext cx="41500" cy="37900"/>
            </a:xfrm>
            <a:custGeom>
              <a:avLst/>
              <a:gdLst/>
              <a:ahLst/>
              <a:cxnLst/>
              <a:rect l="l" t="t" r="r" b="b"/>
              <a:pathLst>
                <a:path w="1660" h="1516" extrusionOk="0">
                  <a:moveTo>
                    <a:pt x="111" y="0"/>
                  </a:moveTo>
                  <a:cubicBezTo>
                    <a:pt x="45" y="0"/>
                    <a:pt x="1" y="46"/>
                    <a:pt x="1" y="127"/>
                  </a:cubicBezTo>
                  <a:lnTo>
                    <a:pt x="1" y="431"/>
                  </a:lnTo>
                  <a:cubicBezTo>
                    <a:pt x="1" y="552"/>
                    <a:pt x="99" y="707"/>
                    <a:pt x="220" y="777"/>
                  </a:cubicBezTo>
                  <a:lnTo>
                    <a:pt x="1441" y="1481"/>
                  </a:lnTo>
                  <a:cubicBezTo>
                    <a:pt x="1481" y="1504"/>
                    <a:pt x="1518" y="1515"/>
                    <a:pt x="1550" y="1515"/>
                  </a:cubicBezTo>
                  <a:cubicBezTo>
                    <a:pt x="1616" y="1515"/>
                    <a:pt x="1660" y="1469"/>
                    <a:pt x="1660" y="1387"/>
                  </a:cubicBezTo>
                  <a:lnTo>
                    <a:pt x="1660" y="1084"/>
                  </a:lnTo>
                  <a:cubicBezTo>
                    <a:pt x="1660" y="963"/>
                    <a:pt x="1562" y="808"/>
                    <a:pt x="1441" y="739"/>
                  </a:cubicBezTo>
                  <a:lnTo>
                    <a:pt x="220" y="34"/>
                  </a:lnTo>
                  <a:cubicBezTo>
                    <a:pt x="181" y="11"/>
                    <a:pt x="143" y="0"/>
                    <a:pt x="111"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0" name="Google Shape;4200;p72"/>
            <p:cNvSpPr/>
            <p:nvPr/>
          </p:nvSpPr>
          <p:spPr>
            <a:xfrm>
              <a:off x="1288250" y="3469225"/>
              <a:ext cx="41475" cy="37900"/>
            </a:xfrm>
            <a:custGeom>
              <a:avLst/>
              <a:gdLst/>
              <a:ahLst/>
              <a:cxnLst/>
              <a:rect l="l" t="t" r="r" b="b"/>
              <a:pathLst>
                <a:path w="1659" h="1516" extrusionOk="0">
                  <a:moveTo>
                    <a:pt x="109" y="1"/>
                  </a:moveTo>
                  <a:cubicBezTo>
                    <a:pt x="44" y="1"/>
                    <a:pt x="0" y="46"/>
                    <a:pt x="0" y="127"/>
                  </a:cubicBezTo>
                  <a:lnTo>
                    <a:pt x="0" y="431"/>
                  </a:lnTo>
                  <a:cubicBezTo>
                    <a:pt x="0" y="552"/>
                    <a:pt x="98" y="707"/>
                    <a:pt x="219" y="777"/>
                  </a:cubicBezTo>
                  <a:lnTo>
                    <a:pt x="1440" y="1483"/>
                  </a:lnTo>
                  <a:cubicBezTo>
                    <a:pt x="1479" y="1505"/>
                    <a:pt x="1516" y="1516"/>
                    <a:pt x="1549" y="1516"/>
                  </a:cubicBezTo>
                  <a:cubicBezTo>
                    <a:pt x="1614" y="1516"/>
                    <a:pt x="1659" y="1471"/>
                    <a:pt x="1659" y="1389"/>
                  </a:cubicBezTo>
                  <a:lnTo>
                    <a:pt x="1659" y="1086"/>
                  </a:lnTo>
                  <a:cubicBezTo>
                    <a:pt x="1659" y="964"/>
                    <a:pt x="1561" y="810"/>
                    <a:pt x="1440" y="739"/>
                  </a:cubicBezTo>
                  <a:lnTo>
                    <a:pt x="219" y="35"/>
                  </a:lnTo>
                  <a:cubicBezTo>
                    <a:pt x="179" y="12"/>
                    <a:pt x="142" y="1"/>
                    <a:pt x="109"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1" name="Google Shape;4201;p72"/>
            <p:cNvSpPr/>
            <p:nvPr/>
          </p:nvSpPr>
          <p:spPr>
            <a:xfrm>
              <a:off x="1704575" y="3811425"/>
              <a:ext cx="28875" cy="24650"/>
            </a:xfrm>
            <a:custGeom>
              <a:avLst/>
              <a:gdLst/>
              <a:ahLst/>
              <a:cxnLst/>
              <a:rect l="l" t="t" r="r" b="b"/>
              <a:pathLst>
                <a:path w="1155" h="986" extrusionOk="0">
                  <a:moveTo>
                    <a:pt x="100" y="1"/>
                  </a:moveTo>
                  <a:cubicBezTo>
                    <a:pt x="40" y="1"/>
                    <a:pt x="0" y="42"/>
                    <a:pt x="0" y="116"/>
                  </a:cubicBezTo>
                  <a:lnTo>
                    <a:pt x="0" y="202"/>
                  </a:lnTo>
                  <a:cubicBezTo>
                    <a:pt x="0" y="313"/>
                    <a:pt x="89" y="455"/>
                    <a:pt x="199" y="518"/>
                  </a:cubicBezTo>
                  <a:lnTo>
                    <a:pt x="955" y="955"/>
                  </a:lnTo>
                  <a:cubicBezTo>
                    <a:pt x="991" y="976"/>
                    <a:pt x="1025" y="985"/>
                    <a:pt x="1054" y="985"/>
                  </a:cubicBezTo>
                  <a:cubicBezTo>
                    <a:pt x="1114" y="985"/>
                    <a:pt x="1154" y="944"/>
                    <a:pt x="1154" y="869"/>
                  </a:cubicBezTo>
                  <a:lnTo>
                    <a:pt x="1154" y="783"/>
                  </a:lnTo>
                  <a:cubicBezTo>
                    <a:pt x="1154" y="673"/>
                    <a:pt x="1066" y="532"/>
                    <a:pt x="955" y="468"/>
                  </a:cubicBezTo>
                  <a:lnTo>
                    <a:pt x="199" y="32"/>
                  </a:lnTo>
                  <a:cubicBezTo>
                    <a:pt x="163" y="11"/>
                    <a:pt x="129" y="1"/>
                    <a:pt x="100" y="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2" name="Google Shape;4202;p72"/>
            <p:cNvSpPr/>
            <p:nvPr/>
          </p:nvSpPr>
          <p:spPr>
            <a:xfrm>
              <a:off x="962150" y="3382800"/>
              <a:ext cx="28875" cy="24625"/>
            </a:xfrm>
            <a:custGeom>
              <a:avLst/>
              <a:gdLst/>
              <a:ahLst/>
              <a:cxnLst/>
              <a:rect l="l" t="t" r="r" b="b"/>
              <a:pathLst>
                <a:path w="1155" h="985" extrusionOk="0">
                  <a:moveTo>
                    <a:pt x="101" y="0"/>
                  </a:moveTo>
                  <a:cubicBezTo>
                    <a:pt x="40" y="0"/>
                    <a:pt x="0" y="42"/>
                    <a:pt x="0" y="116"/>
                  </a:cubicBezTo>
                  <a:lnTo>
                    <a:pt x="0" y="202"/>
                  </a:lnTo>
                  <a:cubicBezTo>
                    <a:pt x="0" y="313"/>
                    <a:pt x="89" y="454"/>
                    <a:pt x="199" y="518"/>
                  </a:cubicBezTo>
                  <a:lnTo>
                    <a:pt x="955" y="953"/>
                  </a:lnTo>
                  <a:cubicBezTo>
                    <a:pt x="992" y="975"/>
                    <a:pt x="1026" y="985"/>
                    <a:pt x="1055" y="985"/>
                  </a:cubicBezTo>
                  <a:cubicBezTo>
                    <a:pt x="1115" y="985"/>
                    <a:pt x="1155" y="943"/>
                    <a:pt x="1155" y="869"/>
                  </a:cubicBezTo>
                  <a:lnTo>
                    <a:pt x="1155" y="783"/>
                  </a:lnTo>
                  <a:cubicBezTo>
                    <a:pt x="1155" y="673"/>
                    <a:pt x="1066" y="530"/>
                    <a:pt x="955" y="467"/>
                  </a:cubicBezTo>
                  <a:lnTo>
                    <a:pt x="199" y="31"/>
                  </a:lnTo>
                  <a:cubicBezTo>
                    <a:pt x="163" y="10"/>
                    <a:pt x="130" y="0"/>
                    <a:pt x="101" y="0"/>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3" name="Google Shape;4203;p72"/>
            <p:cNvSpPr/>
            <p:nvPr/>
          </p:nvSpPr>
          <p:spPr>
            <a:xfrm>
              <a:off x="1410500" y="3121650"/>
              <a:ext cx="524675" cy="302000"/>
            </a:xfrm>
            <a:custGeom>
              <a:avLst/>
              <a:gdLst/>
              <a:ahLst/>
              <a:cxnLst/>
              <a:rect l="l" t="t" r="r" b="b"/>
              <a:pathLst>
                <a:path w="20987" h="12080" extrusionOk="0">
                  <a:moveTo>
                    <a:pt x="10729" y="1"/>
                  </a:moveTo>
                  <a:cubicBezTo>
                    <a:pt x="10645" y="1"/>
                    <a:pt x="10560" y="19"/>
                    <a:pt x="10495" y="56"/>
                  </a:cubicBezTo>
                  <a:cubicBezTo>
                    <a:pt x="10366" y="131"/>
                    <a:pt x="10366" y="252"/>
                    <a:pt x="10495" y="326"/>
                  </a:cubicBezTo>
                  <a:lnTo>
                    <a:pt x="20388" y="6038"/>
                  </a:lnTo>
                  <a:cubicBezTo>
                    <a:pt x="20454" y="6076"/>
                    <a:pt x="20538" y="6094"/>
                    <a:pt x="20623" y="6094"/>
                  </a:cubicBezTo>
                  <a:cubicBezTo>
                    <a:pt x="20708" y="6094"/>
                    <a:pt x="20792" y="6076"/>
                    <a:pt x="20858" y="6038"/>
                  </a:cubicBezTo>
                  <a:cubicBezTo>
                    <a:pt x="20986" y="5965"/>
                    <a:pt x="20986" y="5843"/>
                    <a:pt x="20858" y="5768"/>
                  </a:cubicBezTo>
                  <a:lnTo>
                    <a:pt x="10963" y="56"/>
                  </a:lnTo>
                  <a:cubicBezTo>
                    <a:pt x="10898" y="19"/>
                    <a:pt x="10814" y="1"/>
                    <a:pt x="10729" y="1"/>
                  </a:cubicBezTo>
                  <a:close/>
                  <a:moveTo>
                    <a:pt x="9433" y="749"/>
                  </a:moveTo>
                  <a:cubicBezTo>
                    <a:pt x="9349" y="749"/>
                    <a:pt x="9264" y="767"/>
                    <a:pt x="9200" y="804"/>
                  </a:cubicBezTo>
                  <a:cubicBezTo>
                    <a:pt x="9071" y="879"/>
                    <a:pt x="9071" y="1000"/>
                    <a:pt x="9200" y="1074"/>
                  </a:cubicBezTo>
                  <a:lnTo>
                    <a:pt x="19093" y="6786"/>
                  </a:lnTo>
                  <a:cubicBezTo>
                    <a:pt x="19158" y="6824"/>
                    <a:pt x="19243" y="6843"/>
                    <a:pt x="19327" y="6843"/>
                  </a:cubicBezTo>
                  <a:cubicBezTo>
                    <a:pt x="19412" y="6843"/>
                    <a:pt x="19496" y="6824"/>
                    <a:pt x="19561" y="6786"/>
                  </a:cubicBezTo>
                  <a:cubicBezTo>
                    <a:pt x="19691" y="6713"/>
                    <a:pt x="19691" y="6592"/>
                    <a:pt x="19561" y="6516"/>
                  </a:cubicBezTo>
                  <a:lnTo>
                    <a:pt x="9667" y="804"/>
                  </a:lnTo>
                  <a:cubicBezTo>
                    <a:pt x="9603" y="767"/>
                    <a:pt x="9518" y="749"/>
                    <a:pt x="9433" y="749"/>
                  </a:cubicBezTo>
                  <a:close/>
                  <a:moveTo>
                    <a:pt x="8138" y="1497"/>
                  </a:moveTo>
                  <a:cubicBezTo>
                    <a:pt x="8053" y="1497"/>
                    <a:pt x="7968" y="1515"/>
                    <a:pt x="7904" y="1552"/>
                  </a:cubicBezTo>
                  <a:cubicBezTo>
                    <a:pt x="7775" y="1627"/>
                    <a:pt x="7775" y="1748"/>
                    <a:pt x="7904" y="1822"/>
                  </a:cubicBezTo>
                  <a:lnTo>
                    <a:pt x="17797" y="7534"/>
                  </a:lnTo>
                  <a:cubicBezTo>
                    <a:pt x="17862" y="7572"/>
                    <a:pt x="17947" y="7591"/>
                    <a:pt x="18031" y="7591"/>
                  </a:cubicBezTo>
                  <a:cubicBezTo>
                    <a:pt x="18116" y="7591"/>
                    <a:pt x="18201" y="7572"/>
                    <a:pt x="18265" y="7534"/>
                  </a:cubicBezTo>
                  <a:cubicBezTo>
                    <a:pt x="18394" y="7461"/>
                    <a:pt x="18394" y="7340"/>
                    <a:pt x="18265" y="7265"/>
                  </a:cubicBezTo>
                  <a:lnTo>
                    <a:pt x="8372" y="1552"/>
                  </a:lnTo>
                  <a:cubicBezTo>
                    <a:pt x="8307" y="1515"/>
                    <a:pt x="8223" y="1497"/>
                    <a:pt x="8138" y="1497"/>
                  </a:cubicBezTo>
                  <a:close/>
                  <a:moveTo>
                    <a:pt x="6842" y="2245"/>
                  </a:moveTo>
                  <a:cubicBezTo>
                    <a:pt x="6758" y="2245"/>
                    <a:pt x="6673" y="2264"/>
                    <a:pt x="6609" y="2300"/>
                  </a:cubicBezTo>
                  <a:cubicBezTo>
                    <a:pt x="6480" y="2375"/>
                    <a:pt x="6480" y="2497"/>
                    <a:pt x="6609" y="2570"/>
                  </a:cubicBezTo>
                  <a:lnTo>
                    <a:pt x="16502" y="8283"/>
                  </a:lnTo>
                  <a:cubicBezTo>
                    <a:pt x="16566" y="8320"/>
                    <a:pt x="16651" y="8339"/>
                    <a:pt x="16736" y="8339"/>
                  </a:cubicBezTo>
                  <a:cubicBezTo>
                    <a:pt x="16820" y="8339"/>
                    <a:pt x="16905" y="8320"/>
                    <a:pt x="16970" y="8283"/>
                  </a:cubicBezTo>
                  <a:cubicBezTo>
                    <a:pt x="17098" y="8207"/>
                    <a:pt x="17098" y="8088"/>
                    <a:pt x="16970" y="8013"/>
                  </a:cubicBezTo>
                  <a:lnTo>
                    <a:pt x="7076" y="2300"/>
                  </a:lnTo>
                  <a:cubicBezTo>
                    <a:pt x="7012" y="2264"/>
                    <a:pt x="6927" y="2245"/>
                    <a:pt x="6842" y="2245"/>
                  </a:cubicBezTo>
                  <a:close/>
                  <a:moveTo>
                    <a:pt x="5547" y="2992"/>
                  </a:moveTo>
                  <a:cubicBezTo>
                    <a:pt x="5462" y="2992"/>
                    <a:pt x="5377" y="3011"/>
                    <a:pt x="5313" y="3048"/>
                  </a:cubicBezTo>
                  <a:cubicBezTo>
                    <a:pt x="5183" y="3124"/>
                    <a:pt x="5183" y="3245"/>
                    <a:pt x="5313" y="3318"/>
                  </a:cubicBezTo>
                  <a:lnTo>
                    <a:pt x="15206" y="9031"/>
                  </a:lnTo>
                  <a:cubicBezTo>
                    <a:pt x="15271" y="9068"/>
                    <a:pt x="15356" y="9087"/>
                    <a:pt x="15440" y="9087"/>
                  </a:cubicBezTo>
                  <a:cubicBezTo>
                    <a:pt x="15525" y="9087"/>
                    <a:pt x="15610" y="9068"/>
                    <a:pt x="15674" y="9031"/>
                  </a:cubicBezTo>
                  <a:cubicBezTo>
                    <a:pt x="15803" y="8956"/>
                    <a:pt x="15803" y="8836"/>
                    <a:pt x="15674" y="8761"/>
                  </a:cubicBezTo>
                  <a:lnTo>
                    <a:pt x="5781" y="3048"/>
                  </a:lnTo>
                  <a:cubicBezTo>
                    <a:pt x="5716" y="3011"/>
                    <a:pt x="5632" y="2992"/>
                    <a:pt x="5547" y="2992"/>
                  </a:cubicBezTo>
                  <a:close/>
                  <a:moveTo>
                    <a:pt x="4251" y="3740"/>
                  </a:moveTo>
                  <a:cubicBezTo>
                    <a:pt x="4166" y="3740"/>
                    <a:pt x="4082" y="3759"/>
                    <a:pt x="4018" y="3797"/>
                  </a:cubicBezTo>
                  <a:cubicBezTo>
                    <a:pt x="3887" y="3872"/>
                    <a:pt x="3887" y="3993"/>
                    <a:pt x="4018" y="4066"/>
                  </a:cubicBezTo>
                  <a:lnTo>
                    <a:pt x="13911" y="9779"/>
                  </a:lnTo>
                  <a:cubicBezTo>
                    <a:pt x="13975" y="9817"/>
                    <a:pt x="14060" y="9835"/>
                    <a:pt x="14144" y="9835"/>
                  </a:cubicBezTo>
                  <a:cubicBezTo>
                    <a:pt x="14229" y="9835"/>
                    <a:pt x="14313" y="9817"/>
                    <a:pt x="14379" y="9779"/>
                  </a:cubicBezTo>
                  <a:cubicBezTo>
                    <a:pt x="14507" y="9704"/>
                    <a:pt x="14507" y="9584"/>
                    <a:pt x="14379" y="9509"/>
                  </a:cubicBezTo>
                  <a:lnTo>
                    <a:pt x="4485" y="3797"/>
                  </a:lnTo>
                  <a:cubicBezTo>
                    <a:pt x="4420" y="3759"/>
                    <a:pt x="4335" y="3740"/>
                    <a:pt x="4251" y="3740"/>
                  </a:cubicBezTo>
                  <a:close/>
                  <a:moveTo>
                    <a:pt x="2955" y="4488"/>
                  </a:moveTo>
                  <a:cubicBezTo>
                    <a:pt x="2870" y="4488"/>
                    <a:pt x="2786" y="4507"/>
                    <a:pt x="2721" y="4545"/>
                  </a:cubicBezTo>
                  <a:cubicBezTo>
                    <a:pt x="2592" y="4620"/>
                    <a:pt x="2592" y="4741"/>
                    <a:pt x="2721" y="4815"/>
                  </a:cubicBezTo>
                  <a:lnTo>
                    <a:pt x="12614" y="10527"/>
                  </a:lnTo>
                  <a:cubicBezTo>
                    <a:pt x="12679" y="10565"/>
                    <a:pt x="12764" y="10583"/>
                    <a:pt x="12848" y="10583"/>
                  </a:cubicBezTo>
                  <a:cubicBezTo>
                    <a:pt x="12933" y="10583"/>
                    <a:pt x="13018" y="10565"/>
                    <a:pt x="13083" y="10527"/>
                  </a:cubicBezTo>
                  <a:cubicBezTo>
                    <a:pt x="13212" y="10452"/>
                    <a:pt x="13212" y="10331"/>
                    <a:pt x="13083" y="10257"/>
                  </a:cubicBezTo>
                  <a:lnTo>
                    <a:pt x="3188" y="4545"/>
                  </a:lnTo>
                  <a:cubicBezTo>
                    <a:pt x="3124" y="4507"/>
                    <a:pt x="3039" y="4488"/>
                    <a:pt x="2955" y="4488"/>
                  </a:cubicBezTo>
                  <a:close/>
                  <a:moveTo>
                    <a:pt x="1659" y="5237"/>
                  </a:moveTo>
                  <a:cubicBezTo>
                    <a:pt x="1574" y="5237"/>
                    <a:pt x="1489" y="5255"/>
                    <a:pt x="1425" y="5293"/>
                  </a:cubicBezTo>
                  <a:cubicBezTo>
                    <a:pt x="1296" y="5368"/>
                    <a:pt x="1296" y="5489"/>
                    <a:pt x="1425" y="5563"/>
                  </a:cubicBezTo>
                  <a:lnTo>
                    <a:pt x="11318" y="11275"/>
                  </a:lnTo>
                  <a:cubicBezTo>
                    <a:pt x="11384" y="11313"/>
                    <a:pt x="11468" y="11332"/>
                    <a:pt x="11553" y="11332"/>
                  </a:cubicBezTo>
                  <a:cubicBezTo>
                    <a:pt x="11637" y="11332"/>
                    <a:pt x="11722" y="11313"/>
                    <a:pt x="11786" y="11275"/>
                  </a:cubicBezTo>
                  <a:cubicBezTo>
                    <a:pt x="11916" y="11200"/>
                    <a:pt x="11916" y="11079"/>
                    <a:pt x="11786" y="11005"/>
                  </a:cubicBezTo>
                  <a:lnTo>
                    <a:pt x="1893" y="5293"/>
                  </a:lnTo>
                  <a:cubicBezTo>
                    <a:pt x="1828" y="5255"/>
                    <a:pt x="1744" y="5237"/>
                    <a:pt x="1659" y="5237"/>
                  </a:cubicBezTo>
                  <a:close/>
                  <a:moveTo>
                    <a:pt x="363" y="5985"/>
                  </a:moveTo>
                  <a:cubicBezTo>
                    <a:pt x="279" y="5985"/>
                    <a:pt x="194" y="6004"/>
                    <a:pt x="130" y="6041"/>
                  </a:cubicBezTo>
                  <a:cubicBezTo>
                    <a:pt x="1" y="6116"/>
                    <a:pt x="1" y="6236"/>
                    <a:pt x="130" y="6311"/>
                  </a:cubicBezTo>
                  <a:lnTo>
                    <a:pt x="10023" y="12023"/>
                  </a:lnTo>
                  <a:cubicBezTo>
                    <a:pt x="10087" y="12061"/>
                    <a:pt x="10172" y="12080"/>
                    <a:pt x="10257" y="12080"/>
                  </a:cubicBezTo>
                  <a:cubicBezTo>
                    <a:pt x="10341" y="12080"/>
                    <a:pt x="10426" y="12061"/>
                    <a:pt x="10490" y="12023"/>
                  </a:cubicBezTo>
                  <a:cubicBezTo>
                    <a:pt x="10619" y="11948"/>
                    <a:pt x="10619" y="11827"/>
                    <a:pt x="10490" y="11754"/>
                  </a:cubicBezTo>
                  <a:lnTo>
                    <a:pt x="597" y="6041"/>
                  </a:lnTo>
                  <a:cubicBezTo>
                    <a:pt x="533" y="6004"/>
                    <a:pt x="448" y="5985"/>
                    <a:pt x="363" y="5985"/>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04" name="Google Shape;4204;p72"/>
            <p:cNvSpPr/>
            <p:nvPr/>
          </p:nvSpPr>
          <p:spPr>
            <a:xfrm>
              <a:off x="1412300" y="3121650"/>
              <a:ext cx="522875" cy="301400"/>
            </a:xfrm>
            <a:custGeom>
              <a:avLst/>
              <a:gdLst/>
              <a:ahLst/>
              <a:cxnLst/>
              <a:rect l="l" t="t" r="r" b="b"/>
              <a:pathLst>
                <a:path w="20915" h="12056" extrusionOk="0">
                  <a:moveTo>
                    <a:pt x="10657" y="1"/>
                  </a:moveTo>
                  <a:cubicBezTo>
                    <a:pt x="10573" y="1"/>
                    <a:pt x="10488" y="19"/>
                    <a:pt x="10423" y="56"/>
                  </a:cubicBezTo>
                  <a:cubicBezTo>
                    <a:pt x="10399" y="71"/>
                    <a:pt x="10383" y="88"/>
                    <a:pt x="10368" y="105"/>
                  </a:cubicBezTo>
                  <a:cubicBezTo>
                    <a:pt x="10417" y="90"/>
                    <a:pt x="10470" y="83"/>
                    <a:pt x="10523" y="83"/>
                  </a:cubicBezTo>
                  <a:cubicBezTo>
                    <a:pt x="10606" y="83"/>
                    <a:pt x="10688" y="101"/>
                    <a:pt x="10751" y="137"/>
                  </a:cubicBezTo>
                  <a:lnTo>
                    <a:pt x="20645" y="5850"/>
                  </a:lnTo>
                  <a:cubicBezTo>
                    <a:pt x="20749" y="5909"/>
                    <a:pt x="20764" y="5998"/>
                    <a:pt x="20700" y="6070"/>
                  </a:cubicBezTo>
                  <a:cubicBezTo>
                    <a:pt x="20730" y="6063"/>
                    <a:pt x="20760" y="6053"/>
                    <a:pt x="20786" y="6038"/>
                  </a:cubicBezTo>
                  <a:cubicBezTo>
                    <a:pt x="20914" y="5965"/>
                    <a:pt x="20914" y="5843"/>
                    <a:pt x="20786" y="5768"/>
                  </a:cubicBezTo>
                  <a:lnTo>
                    <a:pt x="10891" y="56"/>
                  </a:lnTo>
                  <a:cubicBezTo>
                    <a:pt x="10826" y="19"/>
                    <a:pt x="10742" y="1"/>
                    <a:pt x="10657" y="1"/>
                  </a:cubicBezTo>
                  <a:close/>
                  <a:moveTo>
                    <a:pt x="9361" y="749"/>
                  </a:moveTo>
                  <a:cubicBezTo>
                    <a:pt x="9277" y="749"/>
                    <a:pt x="9192" y="767"/>
                    <a:pt x="9128" y="804"/>
                  </a:cubicBezTo>
                  <a:cubicBezTo>
                    <a:pt x="9103" y="819"/>
                    <a:pt x="9088" y="836"/>
                    <a:pt x="9072" y="853"/>
                  </a:cubicBezTo>
                  <a:cubicBezTo>
                    <a:pt x="9121" y="839"/>
                    <a:pt x="9175" y="831"/>
                    <a:pt x="9228" y="831"/>
                  </a:cubicBezTo>
                  <a:cubicBezTo>
                    <a:pt x="9310" y="831"/>
                    <a:pt x="9392" y="849"/>
                    <a:pt x="9456" y="885"/>
                  </a:cubicBezTo>
                  <a:lnTo>
                    <a:pt x="19349" y="6598"/>
                  </a:lnTo>
                  <a:cubicBezTo>
                    <a:pt x="19453" y="6657"/>
                    <a:pt x="19469" y="6746"/>
                    <a:pt x="19404" y="6818"/>
                  </a:cubicBezTo>
                  <a:cubicBezTo>
                    <a:pt x="19435" y="6811"/>
                    <a:pt x="19464" y="6802"/>
                    <a:pt x="19489" y="6786"/>
                  </a:cubicBezTo>
                  <a:cubicBezTo>
                    <a:pt x="19619" y="6713"/>
                    <a:pt x="19619" y="6592"/>
                    <a:pt x="19489" y="6516"/>
                  </a:cubicBezTo>
                  <a:lnTo>
                    <a:pt x="9595" y="804"/>
                  </a:lnTo>
                  <a:cubicBezTo>
                    <a:pt x="9531" y="767"/>
                    <a:pt x="9446" y="749"/>
                    <a:pt x="9361" y="749"/>
                  </a:cubicBezTo>
                  <a:close/>
                  <a:moveTo>
                    <a:pt x="8066" y="1497"/>
                  </a:moveTo>
                  <a:cubicBezTo>
                    <a:pt x="7981" y="1497"/>
                    <a:pt x="7896" y="1515"/>
                    <a:pt x="7832" y="1552"/>
                  </a:cubicBezTo>
                  <a:cubicBezTo>
                    <a:pt x="7808" y="1567"/>
                    <a:pt x="7791" y="1584"/>
                    <a:pt x="7775" y="1601"/>
                  </a:cubicBezTo>
                  <a:cubicBezTo>
                    <a:pt x="7825" y="1587"/>
                    <a:pt x="7878" y="1579"/>
                    <a:pt x="7931" y="1579"/>
                  </a:cubicBezTo>
                  <a:cubicBezTo>
                    <a:pt x="8014" y="1579"/>
                    <a:pt x="8095" y="1597"/>
                    <a:pt x="8159" y="1633"/>
                  </a:cubicBezTo>
                  <a:lnTo>
                    <a:pt x="18054" y="7346"/>
                  </a:lnTo>
                  <a:cubicBezTo>
                    <a:pt x="18156" y="7406"/>
                    <a:pt x="18173" y="7495"/>
                    <a:pt x="18109" y="7567"/>
                  </a:cubicBezTo>
                  <a:cubicBezTo>
                    <a:pt x="18138" y="7557"/>
                    <a:pt x="18169" y="7550"/>
                    <a:pt x="18193" y="7534"/>
                  </a:cubicBezTo>
                  <a:cubicBezTo>
                    <a:pt x="18322" y="7459"/>
                    <a:pt x="18322" y="7340"/>
                    <a:pt x="18193" y="7265"/>
                  </a:cubicBezTo>
                  <a:lnTo>
                    <a:pt x="8300" y="1552"/>
                  </a:lnTo>
                  <a:cubicBezTo>
                    <a:pt x="8235" y="1515"/>
                    <a:pt x="8151" y="1497"/>
                    <a:pt x="8066" y="1497"/>
                  </a:cubicBezTo>
                  <a:close/>
                  <a:moveTo>
                    <a:pt x="6770" y="2245"/>
                  </a:moveTo>
                  <a:cubicBezTo>
                    <a:pt x="6686" y="2245"/>
                    <a:pt x="6601" y="2264"/>
                    <a:pt x="6537" y="2300"/>
                  </a:cubicBezTo>
                  <a:cubicBezTo>
                    <a:pt x="6512" y="2316"/>
                    <a:pt x="6495" y="2333"/>
                    <a:pt x="6480" y="2349"/>
                  </a:cubicBezTo>
                  <a:cubicBezTo>
                    <a:pt x="6529" y="2335"/>
                    <a:pt x="6582" y="2328"/>
                    <a:pt x="6635" y="2328"/>
                  </a:cubicBezTo>
                  <a:cubicBezTo>
                    <a:pt x="6718" y="2328"/>
                    <a:pt x="6800" y="2345"/>
                    <a:pt x="6863" y="2382"/>
                  </a:cubicBezTo>
                  <a:lnTo>
                    <a:pt x="16757" y="8094"/>
                  </a:lnTo>
                  <a:cubicBezTo>
                    <a:pt x="16861" y="8154"/>
                    <a:pt x="16878" y="8243"/>
                    <a:pt x="16813" y="8315"/>
                  </a:cubicBezTo>
                  <a:cubicBezTo>
                    <a:pt x="16842" y="8306"/>
                    <a:pt x="16873" y="8296"/>
                    <a:pt x="16898" y="8283"/>
                  </a:cubicBezTo>
                  <a:cubicBezTo>
                    <a:pt x="17026" y="8207"/>
                    <a:pt x="17026" y="8088"/>
                    <a:pt x="16898" y="8013"/>
                  </a:cubicBezTo>
                  <a:lnTo>
                    <a:pt x="7004" y="2300"/>
                  </a:lnTo>
                  <a:cubicBezTo>
                    <a:pt x="6940" y="2264"/>
                    <a:pt x="6855" y="2245"/>
                    <a:pt x="6770" y="2245"/>
                  </a:cubicBezTo>
                  <a:close/>
                  <a:moveTo>
                    <a:pt x="5475" y="2992"/>
                  </a:moveTo>
                  <a:cubicBezTo>
                    <a:pt x="5390" y="2992"/>
                    <a:pt x="5305" y="3011"/>
                    <a:pt x="5241" y="3048"/>
                  </a:cubicBezTo>
                  <a:cubicBezTo>
                    <a:pt x="5215" y="3064"/>
                    <a:pt x="5200" y="3081"/>
                    <a:pt x="5184" y="3098"/>
                  </a:cubicBezTo>
                  <a:cubicBezTo>
                    <a:pt x="5233" y="3083"/>
                    <a:pt x="5287" y="3076"/>
                    <a:pt x="5340" y="3076"/>
                  </a:cubicBezTo>
                  <a:cubicBezTo>
                    <a:pt x="5422" y="3076"/>
                    <a:pt x="5504" y="3093"/>
                    <a:pt x="5568" y="3130"/>
                  </a:cubicBezTo>
                  <a:lnTo>
                    <a:pt x="15461" y="8842"/>
                  </a:lnTo>
                  <a:cubicBezTo>
                    <a:pt x="15565" y="8902"/>
                    <a:pt x="15581" y="8991"/>
                    <a:pt x="15518" y="9063"/>
                  </a:cubicBezTo>
                  <a:cubicBezTo>
                    <a:pt x="15547" y="9054"/>
                    <a:pt x="15578" y="9045"/>
                    <a:pt x="15602" y="9031"/>
                  </a:cubicBezTo>
                  <a:cubicBezTo>
                    <a:pt x="15731" y="8956"/>
                    <a:pt x="15731" y="8836"/>
                    <a:pt x="15602" y="8761"/>
                  </a:cubicBezTo>
                  <a:lnTo>
                    <a:pt x="5709" y="3048"/>
                  </a:lnTo>
                  <a:cubicBezTo>
                    <a:pt x="5644" y="3011"/>
                    <a:pt x="5560" y="2992"/>
                    <a:pt x="5475" y="2992"/>
                  </a:cubicBezTo>
                  <a:close/>
                  <a:moveTo>
                    <a:pt x="4179" y="3740"/>
                  </a:moveTo>
                  <a:cubicBezTo>
                    <a:pt x="4094" y="3740"/>
                    <a:pt x="4010" y="3759"/>
                    <a:pt x="3946" y="3797"/>
                  </a:cubicBezTo>
                  <a:cubicBezTo>
                    <a:pt x="3920" y="3810"/>
                    <a:pt x="3904" y="3829"/>
                    <a:pt x="3889" y="3846"/>
                  </a:cubicBezTo>
                  <a:cubicBezTo>
                    <a:pt x="3938" y="3831"/>
                    <a:pt x="3991" y="3824"/>
                    <a:pt x="4044" y="3824"/>
                  </a:cubicBezTo>
                  <a:cubicBezTo>
                    <a:pt x="4127" y="3824"/>
                    <a:pt x="4209" y="3842"/>
                    <a:pt x="4272" y="3878"/>
                  </a:cubicBezTo>
                  <a:lnTo>
                    <a:pt x="14165" y="9590"/>
                  </a:lnTo>
                  <a:cubicBezTo>
                    <a:pt x="14270" y="9650"/>
                    <a:pt x="14285" y="9739"/>
                    <a:pt x="14222" y="9811"/>
                  </a:cubicBezTo>
                  <a:cubicBezTo>
                    <a:pt x="14251" y="9802"/>
                    <a:pt x="14280" y="9793"/>
                    <a:pt x="14307" y="9779"/>
                  </a:cubicBezTo>
                  <a:cubicBezTo>
                    <a:pt x="14435" y="9704"/>
                    <a:pt x="14435" y="9584"/>
                    <a:pt x="14307" y="9509"/>
                  </a:cubicBezTo>
                  <a:lnTo>
                    <a:pt x="4413" y="3797"/>
                  </a:lnTo>
                  <a:cubicBezTo>
                    <a:pt x="4348" y="3759"/>
                    <a:pt x="4263" y="3740"/>
                    <a:pt x="4179" y="3740"/>
                  </a:cubicBezTo>
                  <a:close/>
                  <a:moveTo>
                    <a:pt x="2883" y="4488"/>
                  </a:moveTo>
                  <a:cubicBezTo>
                    <a:pt x="2798" y="4488"/>
                    <a:pt x="2714" y="4507"/>
                    <a:pt x="2649" y="4545"/>
                  </a:cubicBezTo>
                  <a:cubicBezTo>
                    <a:pt x="2624" y="4559"/>
                    <a:pt x="2609" y="4577"/>
                    <a:pt x="2593" y="4594"/>
                  </a:cubicBezTo>
                  <a:cubicBezTo>
                    <a:pt x="2642" y="4579"/>
                    <a:pt x="2695" y="4572"/>
                    <a:pt x="2749" y="4572"/>
                  </a:cubicBezTo>
                  <a:cubicBezTo>
                    <a:pt x="2831" y="4572"/>
                    <a:pt x="2913" y="4590"/>
                    <a:pt x="2977" y="4626"/>
                  </a:cubicBezTo>
                  <a:lnTo>
                    <a:pt x="12870" y="10339"/>
                  </a:lnTo>
                  <a:cubicBezTo>
                    <a:pt x="12974" y="10398"/>
                    <a:pt x="12990" y="10487"/>
                    <a:pt x="12925" y="10559"/>
                  </a:cubicBezTo>
                  <a:cubicBezTo>
                    <a:pt x="12956" y="10550"/>
                    <a:pt x="12985" y="10541"/>
                    <a:pt x="13011" y="10527"/>
                  </a:cubicBezTo>
                  <a:cubicBezTo>
                    <a:pt x="13140" y="10452"/>
                    <a:pt x="13140" y="10331"/>
                    <a:pt x="13011" y="10257"/>
                  </a:cubicBezTo>
                  <a:lnTo>
                    <a:pt x="3116" y="4545"/>
                  </a:lnTo>
                  <a:cubicBezTo>
                    <a:pt x="3052" y="4507"/>
                    <a:pt x="2967" y="4488"/>
                    <a:pt x="2883" y="4488"/>
                  </a:cubicBezTo>
                  <a:close/>
                  <a:moveTo>
                    <a:pt x="1587" y="5237"/>
                  </a:moveTo>
                  <a:cubicBezTo>
                    <a:pt x="1502" y="5237"/>
                    <a:pt x="1417" y="5255"/>
                    <a:pt x="1353" y="5293"/>
                  </a:cubicBezTo>
                  <a:cubicBezTo>
                    <a:pt x="1328" y="5307"/>
                    <a:pt x="1313" y="5325"/>
                    <a:pt x="1298" y="5342"/>
                  </a:cubicBezTo>
                  <a:cubicBezTo>
                    <a:pt x="1347" y="5328"/>
                    <a:pt x="1400" y="5320"/>
                    <a:pt x="1453" y="5320"/>
                  </a:cubicBezTo>
                  <a:cubicBezTo>
                    <a:pt x="1536" y="5320"/>
                    <a:pt x="1618" y="5338"/>
                    <a:pt x="1681" y="5374"/>
                  </a:cubicBezTo>
                  <a:lnTo>
                    <a:pt x="11574" y="11087"/>
                  </a:lnTo>
                  <a:cubicBezTo>
                    <a:pt x="11679" y="11147"/>
                    <a:pt x="11694" y="11235"/>
                    <a:pt x="11630" y="11307"/>
                  </a:cubicBezTo>
                  <a:cubicBezTo>
                    <a:pt x="11660" y="11298"/>
                    <a:pt x="11689" y="11289"/>
                    <a:pt x="11714" y="11275"/>
                  </a:cubicBezTo>
                  <a:cubicBezTo>
                    <a:pt x="11844" y="11200"/>
                    <a:pt x="11844" y="11079"/>
                    <a:pt x="11714" y="11005"/>
                  </a:cubicBezTo>
                  <a:lnTo>
                    <a:pt x="1821" y="5293"/>
                  </a:lnTo>
                  <a:cubicBezTo>
                    <a:pt x="1756" y="5255"/>
                    <a:pt x="1672" y="5237"/>
                    <a:pt x="1587" y="5237"/>
                  </a:cubicBezTo>
                  <a:close/>
                  <a:moveTo>
                    <a:pt x="291" y="5985"/>
                  </a:moveTo>
                  <a:cubicBezTo>
                    <a:pt x="207" y="5985"/>
                    <a:pt x="122" y="6004"/>
                    <a:pt x="58" y="6041"/>
                  </a:cubicBezTo>
                  <a:cubicBezTo>
                    <a:pt x="33" y="6055"/>
                    <a:pt x="16" y="6073"/>
                    <a:pt x="1" y="6090"/>
                  </a:cubicBezTo>
                  <a:cubicBezTo>
                    <a:pt x="50" y="6076"/>
                    <a:pt x="104" y="6068"/>
                    <a:pt x="157" y="6068"/>
                  </a:cubicBezTo>
                  <a:cubicBezTo>
                    <a:pt x="239" y="6068"/>
                    <a:pt x="321" y="6086"/>
                    <a:pt x="384" y="6122"/>
                  </a:cubicBezTo>
                  <a:lnTo>
                    <a:pt x="10277" y="11835"/>
                  </a:lnTo>
                  <a:cubicBezTo>
                    <a:pt x="10382" y="11895"/>
                    <a:pt x="10399" y="11984"/>
                    <a:pt x="10334" y="12056"/>
                  </a:cubicBezTo>
                  <a:cubicBezTo>
                    <a:pt x="10363" y="12046"/>
                    <a:pt x="10394" y="12037"/>
                    <a:pt x="10418" y="12023"/>
                  </a:cubicBezTo>
                  <a:cubicBezTo>
                    <a:pt x="10547" y="11948"/>
                    <a:pt x="10547" y="11827"/>
                    <a:pt x="10418" y="11754"/>
                  </a:cubicBezTo>
                  <a:lnTo>
                    <a:pt x="525" y="6041"/>
                  </a:lnTo>
                  <a:cubicBezTo>
                    <a:pt x="461" y="6004"/>
                    <a:pt x="376" y="5985"/>
                    <a:pt x="291" y="5985"/>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5" name="Google Shape;4205;p72"/>
            <p:cNvSpPr/>
            <p:nvPr/>
          </p:nvSpPr>
          <p:spPr>
            <a:xfrm>
              <a:off x="2244800" y="3879875"/>
              <a:ext cx="91125" cy="85375"/>
            </a:xfrm>
            <a:custGeom>
              <a:avLst/>
              <a:gdLst/>
              <a:ahLst/>
              <a:cxnLst/>
              <a:rect l="l" t="t" r="r" b="b"/>
              <a:pathLst>
                <a:path w="3645" h="3415" extrusionOk="0">
                  <a:moveTo>
                    <a:pt x="3645" y="0"/>
                  </a:moveTo>
                  <a:lnTo>
                    <a:pt x="1" y="2269"/>
                  </a:lnTo>
                  <a:lnTo>
                    <a:pt x="1" y="3414"/>
                  </a:lnTo>
                  <a:lnTo>
                    <a:pt x="3645" y="1145"/>
                  </a:lnTo>
                  <a:lnTo>
                    <a:pt x="3645"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6" name="Google Shape;4206;p72"/>
            <p:cNvSpPr/>
            <p:nvPr/>
          </p:nvSpPr>
          <p:spPr>
            <a:xfrm>
              <a:off x="2164475" y="3769800"/>
              <a:ext cx="255625" cy="245925"/>
            </a:xfrm>
            <a:custGeom>
              <a:avLst/>
              <a:gdLst/>
              <a:ahLst/>
              <a:cxnLst/>
              <a:rect l="l" t="t" r="r" b="b"/>
              <a:pathLst>
                <a:path w="10225" h="9837" extrusionOk="0">
                  <a:moveTo>
                    <a:pt x="9258" y="1"/>
                  </a:moveTo>
                  <a:cubicBezTo>
                    <a:pt x="9003" y="1"/>
                    <a:pt x="8719" y="86"/>
                    <a:pt x="8423" y="257"/>
                  </a:cubicBezTo>
                  <a:lnTo>
                    <a:pt x="7919" y="627"/>
                  </a:lnTo>
                  <a:cubicBezTo>
                    <a:pt x="6079" y="1970"/>
                    <a:pt x="5066" y="2711"/>
                    <a:pt x="2867" y="3988"/>
                  </a:cubicBezTo>
                  <a:cubicBezTo>
                    <a:pt x="2076" y="4446"/>
                    <a:pt x="1455" y="5436"/>
                    <a:pt x="1455" y="6243"/>
                  </a:cubicBezTo>
                  <a:lnTo>
                    <a:pt x="1455" y="8861"/>
                  </a:lnTo>
                  <a:lnTo>
                    <a:pt x="586" y="8360"/>
                  </a:lnTo>
                  <a:cubicBezTo>
                    <a:pt x="530" y="8327"/>
                    <a:pt x="468" y="8311"/>
                    <a:pt x="407" y="8311"/>
                  </a:cubicBezTo>
                  <a:cubicBezTo>
                    <a:pt x="284" y="8311"/>
                    <a:pt x="164" y="8376"/>
                    <a:pt x="98" y="8490"/>
                  </a:cubicBezTo>
                  <a:cubicBezTo>
                    <a:pt x="0" y="8661"/>
                    <a:pt x="58" y="8878"/>
                    <a:pt x="229" y="8978"/>
                  </a:cubicBezTo>
                  <a:lnTo>
                    <a:pt x="1633" y="9789"/>
                  </a:lnTo>
                  <a:cubicBezTo>
                    <a:pt x="1688" y="9821"/>
                    <a:pt x="1751" y="9837"/>
                    <a:pt x="1812" y="9837"/>
                  </a:cubicBezTo>
                  <a:cubicBezTo>
                    <a:pt x="1874" y="9837"/>
                    <a:pt x="1935" y="9821"/>
                    <a:pt x="1990" y="9789"/>
                  </a:cubicBezTo>
                  <a:cubicBezTo>
                    <a:pt x="2101" y="9725"/>
                    <a:pt x="2170" y="9607"/>
                    <a:pt x="2170" y="9479"/>
                  </a:cubicBezTo>
                  <a:lnTo>
                    <a:pt x="2170" y="6243"/>
                  </a:lnTo>
                  <a:cubicBezTo>
                    <a:pt x="2170" y="5686"/>
                    <a:pt x="2653" y="4937"/>
                    <a:pt x="3224" y="4605"/>
                  </a:cubicBezTo>
                  <a:cubicBezTo>
                    <a:pt x="5455" y="3310"/>
                    <a:pt x="6479" y="2560"/>
                    <a:pt x="8340" y="1202"/>
                  </a:cubicBezTo>
                  <a:lnTo>
                    <a:pt x="8813" y="855"/>
                  </a:lnTo>
                  <a:cubicBezTo>
                    <a:pt x="8994" y="750"/>
                    <a:pt x="9141" y="712"/>
                    <a:pt x="9248" y="712"/>
                  </a:cubicBezTo>
                  <a:cubicBezTo>
                    <a:pt x="9307" y="712"/>
                    <a:pt x="9354" y="724"/>
                    <a:pt x="9388" y="743"/>
                  </a:cubicBezTo>
                  <a:cubicBezTo>
                    <a:pt x="9495" y="805"/>
                    <a:pt x="9510" y="973"/>
                    <a:pt x="9510" y="1069"/>
                  </a:cubicBezTo>
                  <a:lnTo>
                    <a:pt x="9510" y="3862"/>
                  </a:lnTo>
                  <a:lnTo>
                    <a:pt x="8739" y="3417"/>
                  </a:lnTo>
                  <a:cubicBezTo>
                    <a:pt x="8683" y="3384"/>
                    <a:pt x="8621" y="3369"/>
                    <a:pt x="8561" y="3369"/>
                  </a:cubicBezTo>
                  <a:cubicBezTo>
                    <a:pt x="8438" y="3369"/>
                    <a:pt x="8319" y="3433"/>
                    <a:pt x="8253" y="3548"/>
                  </a:cubicBezTo>
                  <a:cubicBezTo>
                    <a:pt x="8153" y="3718"/>
                    <a:pt x="8212" y="3935"/>
                    <a:pt x="8383" y="4035"/>
                  </a:cubicBezTo>
                  <a:lnTo>
                    <a:pt x="9690" y="4788"/>
                  </a:lnTo>
                  <a:cubicBezTo>
                    <a:pt x="9745" y="4820"/>
                    <a:pt x="9806" y="4836"/>
                    <a:pt x="9867" y="4836"/>
                  </a:cubicBezTo>
                  <a:cubicBezTo>
                    <a:pt x="9929" y="4836"/>
                    <a:pt x="9990" y="4820"/>
                    <a:pt x="10045" y="4788"/>
                  </a:cubicBezTo>
                  <a:cubicBezTo>
                    <a:pt x="10156" y="4725"/>
                    <a:pt x="10225" y="4607"/>
                    <a:pt x="10225" y="4480"/>
                  </a:cubicBezTo>
                  <a:lnTo>
                    <a:pt x="10225" y="1069"/>
                  </a:lnTo>
                  <a:cubicBezTo>
                    <a:pt x="10225" y="638"/>
                    <a:pt x="10055" y="303"/>
                    <a:pt x="9745" y="126"/>
                  </a:cubicBezTo>
                  <a:cubicBezTo>
                    <a:pt x="9601" y="43"/>
                    <a:pt x="9437" y="1"/>
                    <a:pt x="9258"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7" name="Google Shape;4207;p72"/>
            <p:cNvSpPr/>
            <p:nvPr/>
          </p:nvSpPr>
          <p:spPr>
            <a:xfrm>
              <a:off x="2244225" y="3779725"/>
              <a:ext cx="136475" cy="92200"/>
            </a:xfrm>
            <a:custGeom>
              <a:avLst/>
              <a:gdLst/>
              <a:ahLst/>
              <a:cxnLst/>
              <a:rect l="l" t="t" r="r" b="b"/>
              <a:pathLst>
                <a:path w="5459" h="3688" extrusionOk="0">
                  <a:moveTo>
                    <a:pt x="5432" y="0"/>
                  </a:moveTo>
                  <a:cubicBezTo>
                    <a:pt x="5359" y="0"/>
                    <a:pt x="4234" y="830"/>
                    <a:pt x="2768" y="1812"/>
                  </a:cubicBezTo>
                  <a:cubicBezTo>
                    <a:pt x="1267" y="2818"/>
                    <a:pt x="1" y="3644"/>
                    <a:pt x="24" y="3686"/>
                  </a:cubicBezTo>
                  <a:cubicBezTo>
                    <a:pt x="24" y="3687"/>
                    <a:pt x="26" y="3687"/>
                    <a:pt x="28" y="3687"/>
                  </a:cubicBezTo>
                  <a:cubicBezTo>
                    <a:pt x="118" y="3687"/>
                    <a:pt x="1448" y="2958"/>
                    <a:pt x="2909" y="1978"/>
                  </a:cubicBezTo>
                  <a:cubicBezTo>
                    <a:pt x="4410" y="970"/>
                    <a:pt x="5459" y="41"/>
                    <a:pt x="5436" y="2"/>
                  </a:cubicBezTo>
                  <a:cubicBezTo>
                    <a:pt x="5435" y="1"/>
                    <a:pt x="5434" y="0"/>
                    <a:pt x="543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08" name="Google Shape;4208;p72"/>
          <p:cNvGrpSpPr/>
          <p:nvPr/>
        </p:nvGrpSpPr>
        <p:grpSpPr>
          <a:xfrm>
            <a:off x="1820822" y="4373810"/>
            <a:ext cx="1510800" cy="1187675"/>
            <a:chOff x="865600" y="1322700"/>
            <a:chExt cx="1510800" cy="1187675"/>
          </a:xfrm>
        </p:grpSpPr>
        <p:sp>
          <p:nvSpPr>
            <p:cNvPr id="4209" name="Google Shape;4209;p72"/>
            <p:cNvSpPr/>
            <p:nvPr/>
          </p:nvSpPr>
          <p:spPr>
            <a:xfrm>
              <a:off x="2029400" y="1754750"/>
              <a:ext cx="34775" cy="65000"/>
            </a:xfrm>
            <a:custGeom>
              <a:avLst/>
              <a:gdLst/>
              <a:ahLst/>
              <a:cxnLst/>
              <a:rect l="l" t="t" r="r" b="b"/>
              <a:pathLst>
                <a:path w="1391" h="2600" extrusionOk="0">
                  <a:moveTo>
                    <a:pt x="829" y="0"/>
                  </a:moveTo>
                  <a:cubicBezTo>
                    <a:pt x="664" y="0"/>
                    <a:pt x="550" y="122"/>
                    <a:pt x="491" y="287"/>
                  </a:cubicBezTo>
                  <a:cubicBezTo>
                    <a:pt x="351" y="677"/>
                    <a:pt x="0" y="2046"/>
                    <a:pt x="243" y="2381"/>
                  </a:cubicBezTo>
                  <a:cubicBezTo>
                    <a:pt x="318" y="2486"/>
                    <a:pt x="567" y="2599"/>
                    <a:pt x="778" y="2599"/>
                  </a:cubicBezTo>
                  <a:cubicBezTo>
                    <a:pt x="823" y="2599"/>
                    <a:pt x="867" y="2594"/>
                    <a:pt x="906" y="2582"/>
                  </a:cubicBezTo>
                  <a:cubicBezTo>
                    <a:pt x="1037" y="2544"/>
                    <a:pt x="1094" y="2299"/>
                    <a:pt x="1126" y="2191"/>
                  </a:cubicBezTo>
                  <a:cubicBezTo>
                    <a:pt x="1250" y="1782"/>
                    <a:pt x="1308" y="1348"/>
                    <a:pt x="1343" y="922"/>
                  </a:cubicBezTo>
                  <a:cubicBezTo>
                    <a:pt x="1359" y="736"/>
                    <a:pt x="1391" y="523"/>
                    <a:pt x="1362" y="338"/>
                  </a:cubicBezTo>
                  <a:cubicBezTo>
                    <a:pt x="1334" y="155"/>
                    <a:pt x="1075" y="45"/>
                    <a:pt x="913" y="10"/>
                  </a:cubicBezTo>
                  <a:cubicBezTo>
                    <a:pt x="883" y="3"/>
                    <a:pt x="856" y="0"/>
                    <a:pt x="829"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0" name="Google Shape;4210;p72"/>
            <p:cNvSpPr/>
            <p:nvPr/>
          </p:nvSpPr>
          <p:spPr>
            <a:xfrm>
              <a:off x="1609575" y="2215775"/>
              <a:ext cx="186800" cy="120525"/>
            </a:xfrm>
            <a:custGeom>
              <a:avLst/>
              <a:gdLst/>
              <a:ahLst/>
              <a:cxnLst/>
              <a:rect l="l" t="t" r="r" b="b"/>
              <a:pathLst>
                <a:path w="7472" h="4821" extrusionOk="0">
                  <a:moveTo>
                    <a:pt x="1238" y="0"/>
                  </a:moveTo>
                  <a:lnTo>
                    <a:pt x="1" y="1843"/>
                  </a:lnTo>
                  <a:lnTo>
                    <a:pt x="1638" y="4820"/>
                  </a:lnTo>
                  <a:lnTo>
                    <a:pt x="7472" y="1452"/>
                  </a:lnTo>
                  <a:lnTo>
                    <a:pt x="1238"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1" name="Google Shape;4211;p72"/>
            <p:cNvSpPr/>
            <p:nvPr/>
          </p:nvSpPr>
          <p:spPr>
            <a:xfrm>
              <a:off x="945425" y="1832300"/>
              <a:ext cx="186800" cy="120525"/>
            </a:xfrm>
            <a:custGeom>
              <a:avLst/>
              <a:gdLst/>
              <a:ahLst/>
              <a:cxnLst/>
              <a:rect l="l" t="t" r="r" b="b"/>
              <a:pathLst>
                <a:path w="7472" h="4821" extrusionOk="0">
                  <a:moveTo>
                    <a:pt x="1238" y="0"/>
                  </a:moveTo>
                  <a:lnTo>
                    <a:pt x="1" y="1843"/>
                  </a:lnTo>
                  <a:lnTo>
                    <a:pt x="1638" y="4820"/>
                  </a:lnTo>
                  <a:lnTo>
                    <a:pt x="7472" y="1452"/>
                  </a:lnTo>
                  <a:lnTo>
                    <a:pt x="1238"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2" name="Google Shape;4212;p72"/>
            <p:cNvSpPr/>
            <p:nvPr/>
          </p:nvSpPr>
          <p:spPr>
            <a:xfrm>
              <a:off x="1685975" y="2261675"/>
              <a:ext cx="197675" cy="242775"/>
            </a:xfrm>
            <a:custGeom>
              <a:avLst/>
              <a:gdLst/>
              <a:ahLst/>
              <a:cxnLst/>
              <a:rect l="l" t="t" r="r" b="b"/>
              <a:pathLst>
                <a:path w="7907" h="9711" extrusionOk="0">
                  <a:moveTo>
                    <a:pt x="3019" y="0"/>
                  </a:moveTo>
                  <a:cubicBezTo>
                    <a:pt x="2682" y="0"/>
                    <a:pt x="2377" y="82"/>
                    <a:pt x="2116" y="238"/>
                  </a:cubicBezTo>
                  <a:lnTo>
                    <a:pt x="0" y="1459"/>
                  </a:lnTo>
                  <a:lnTo>
                    <a:pt x="4824" y="9710"/>
                  </a:lnTo>
                  <a:lnTo>
                    <a:pt x="6939" y="8488"/>
                  </a:lnTo>
                  <a:cubicBezTo>
                    <a:pt x="7537" y="8131"/>
                    <a:pt x="7907" y="7378"/>
                    <a:pt x="7907" y="6314"/>
                  </a:cubicBezTo>
                  <a:cubicBezTo>
                    <a:pt x="7907" y="4159"/>
                    <a:pt x="6394" y="1538"/>
                    <a:pt x="4528" y="462"/>
                  </a:cubicBezTo>
                  <a:cubicBezTo>
                    <a:pt x="3985" y="149"/>
                    <a:pt x="3473" y="0"/>
                    <a:pt x="3019"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3" name="Google Shape;4213;p72"/>
            <p:cNvSpPr/>
            <p:nvPr/>
          </p:nvSpPr>
          <p:spPr>
            <a:xfrm>
              <a:off x="1661800" y="2292175"/>
              <a:ext cx="168975" cy="218200"/>
            </a:xfrm>
            <a:custGeom>
              <a:avLst/>
              <a:gdLst/>
              <a:ahLst/>
              <a:cxnLst/>
              <a:rect l="l" t="t" r="r" b="b"/>
              <a:pathLst>
                <a:path w="6759" h="8728" extrusionOk="0">
                  <a:moveTo>
                    <a:pt x="1870" y="1"/>
                  </a:moveTo>
                  <a:cubicBezTo>
                    <a:pt x="762" y="1"/>
                    <a:pt x="0" y="885"/>
                    <a:pt x="0" y="2414"/>
                  </a:cubicBezTo>
                  <a:cubicBezTo>
                    <a:pt x="0" y="4568"/>
                    <a:pt x="1513" y="7188"/>
                    <a:pt x="3379" y="8266"/>
                  </a:cubicBezTo>
                  <a:cubicBezTo>
                    <a:pt x="3921" y="8579"/>
                    <a:pt x="4434" y="8728"/>
                    <a:pt x="4888" y="8728"/>
                  </a:cubicBezTo>
                  <a:cubicBezTo>
                    <a:pt x="5997" y="8728"/>
                    <a:pt x="6758" y="7844"/>
                    <a:pt x="6758" y="6316"/>
                  </a:cubicBezTo>
                  <a:cubicBezTo>
                    <a:pt x="6758" y="4160"/>
                    <a:pt x="5245" y="1540"/>
                    <a:pt x="3379" y="463"/>
                  </a:cubicBezTo>
                  <a:cubicBezTo>
                    <a:pt x="2837" y="149"/>
                    <a:pt x="2324" y="1"/>
                    <a:pt x="1870" y="1"/>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4" name="Google Shape;4214;p72"/>
            <p:cNvSpPr/>
            <p:nvPr/>
          </p:nvSpPr>
          <p:spPr>
            <a:xfrm>
              <a:off x="1686500" y="2327625"/>
              <a:ext cx="117225" cy="150525"/>
            </a:xfrm>
            <a:custGeom>
              <a:avLst/>
              <a:gdLst/>
              <a:ahLst/>
              <a:cxnLst/>
              <a:rect l="l" t="t" r="r" b="b"/>
              <a:pathLst>
                <a:path w="4689" h="6021" extrusionOk="0">
                  <a:moveTo>
                    <a:pt x="1313" y="1"/>
                  </a:moveTo>
                  <a:cubicBezTo>
                    <a:pt x="532" y="1"/>
                    <a:pt x="1" y="637"/>
                    <a:pt x="16" y="1723"/>
                  </a:cubicBezTo>
                  <a:cubicBezTo>
                    <a:pt x="39" y="3224"/>
                    <a:pt x="1100" y="5019"/>
                    <a:pt x="2385" y="5731"/>
                  </a:cubicBezTo>
                  <a:cubicBezTo>
                    <a:pt x="2741" y="5928"/>
                    <a:pt x="3077" y="6021"/>
                    <a:pt x="3377" y="6021"/>
                  </a:cubicBezTo>
                  <a:cubicBezTo>
                    <a:pt x="4158" y="6021"/>
                    <a:pt x="4689" y="5385"/>
                    <a:pt x="4672" y="4299"/>
                  </a:cubicBezTo>
                  <a:cubicBezTo>
                    <a:pt x="4649" y="2796"/>
                    <a:pt x="3590" y="1002"/>
                    <a:pt x="2304" y="291"/>
                  </a:cubicBezTo>
                  <a:cubicBezTo>
                    <a:pt x="1948" y="94"/>
                    <a:pt x="1612" y="1"/>
                    <a:pt x="1313"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5" name="Google Shape;4215;p72"/>
            <p:cNvSpPr/>
            <p:nvPr/>
          </p:nvSpPr>
          <p:spPr>
            <a:xfrm>
              <a:off x="1694725" y="2338150"/>
              <a:ext cx="100800" cy="129450"/>
            </a:xfrm>
            <a:custGeom>
              <a:avLst/>
              <a:gdLst/>
              <a:ahLst/>
              <a:cxnLst/>
              <a:rect l="l" t="t" r="r" b="b"/>
              <a:pathLst>
                <a:path w="4032" h="5178" extrusionOk="0">
                  <a:moveTo>
                    <a:pt x="1129" y="1"/>
                  </a:moveTo>
                  <a:cubicBezTo>
                    <a:pt x="457" y="1"/>
                    <a:pt x="0" y="548"/>
                    <a:pt x="14" y="1481"/>
                  </a:cubicBezTo>
                  <a:cubicBezTo>
                    <a:pt x="34" y="2774"/>
                    <a:pt x="944" y="4316"/>
                    <a:pt x="2050" y="4928"/>
                  </a:cubicBezTo>
                  <a:cubicBezTo>
                    <a:pt x="2356" y="5097"/>
                    <a:pt x="2645" y="5178"/>
                    <a:pt x="2903" y="5178"/>
                  </a:cubicBezTo>
                  <a:cubicBezTo>
                    <a:pt x="3574" y="5178"/>
                    <a:pt x="4031" y="4631"/>
                    <a:pt x="4017" y="3697"/>
                  </a:cubicBezTo>
                  <a:cubicBezTo>
                    <a:pt x="3998" y="2406"/>
                    <a:pt x="3086" y="862"/>
                    <a:pt x="1981" y="250"/>
                  </a:cubicBezTo>
                  <a:cubicBezTo>
                    <a:pt x="1675" y="81"/>
                    <a:pt x="1386" y="1"/>
                    <a:pt x="1129"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6" name="Google Shape;4216;p72"/>
            <p:cNvSpPr/>
            <p:nvPr/>
          </p:nvSpPr>
          <p:spPr>
            <a:xfrm>
              <a:off x="1719475" y="2364650"/>
              <a:ext cx="56975" cy="73175"/>
            </a:xfrm>
            <a:custGeom>
              <a:avLst/>
              <a:gdLst/>
              <a:ahLst/>
              <a:cxnLst/>
              <a:rect l="l" t="t" r="r" b="b"/>
              <a:pathLst>
                <a:path w="2279" h="2927" extrusionOk="0">
                  <a:moveTo>
                    <a:pt x="638" y="0"/>
                  </a:moveTo>
                  <a:cubicBezTo>
                    <a:pt x="258" y="0"/>
                    <a:pt x="0" y="309"/>
                    <a:pt x="8" y="837"/>
                  </a:cubicBezTo>
                  <a:cubicBezTo>
                    <a:pt x="19" y="1567"/>
                    <a:pt x="534" y="2439"/>
                    <a:pt x="1159" y="2785"/>
                  </a:cubicBezTo>
                  <a:cubicBezTo>
                    <a:pt x="1332" y="2881"/>
                    <a:pt x="1495" y="2926"/>
                    <a:pt x="1640" y="2926"/>
                  </a:cubicBezTo>
                  <a:cubicBezTo>
                    <a:pt x="2020" y="2926"/>
                    <a:pt x="2279" y="2617"/>
                    <a:pt x="2271" y="2089"/>
                  </a:cubicBezTo>
                  <a:cubicBezTo>
                    <a:pt x="2260" y="1360"/>
                    <a:pt x="1744" y="487"/>
                    <a:pt x="1120" y="141"/>
                  </a:cubicBezTo>
                  <a:cubicBezTo>
                    <a:pt x="946" y="45"/>
                    <a:pt x="783" y="0"/>
                    <a:pt x="638"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7" name="Google Shape;4217;p72"/>
            <p:cNvSpPr/>
            <p:nvPr/>
          </p:nvSpPr>
          <p:spPr>
            <a:xfrm>
              <a:off x="1715200" y="2351075"/>
              <a:ext cx="73975" cy="95300"/>
            </a:xfrm>
            <a:custGeom>
              <a:avLst/>
              <a:gdLst/>
              <a:ahLst/>
              <a:cxnLst/>
              <a:rect l="l" t="t" r="r" b="b"/>
              <a:pathLst>
                <a:path w="2959" h="3812" extrusionOk="0">
                  <a:moveTo>
                    <a:pt x="809" y="543"/>
                  </a:moveTo>
                  <a:cubicBezTo>
                    <a:pt x="954" y="543"/>
                    <a:pt x="1117" y="588"/>
                    <a:pt x="1291" y="684"/>
                  </a:cubicBezTo>
                  <a:cubicBezTo>
                    <a:pt x="1622" y="868"/>
                    <a:pt x="1922" y="1199"/>
                    <a:pt x="2132" y="1578"/>
                  </a:cubicBezTo>
                  <a:cubicBezTo>
                    <a:pt x="2226" y="1746"/>
                    <a:pt x="2302" y="1924"/>
                    <a:pt x="2355" y="2103"/>
                  </a:cubicBezTo>
                  <a:cubicBezTo>
                    <a:pt x="2408" y="2281"/>
                    <a:pt x="2439" y="2461"/>
                    <a:pt x="2442" y="2632"/>
                  </a:cubicBezTo>
                  <a:cubicBezTo>
                    <a:pt x="2442" y="2661"/>
                    <a:pt x="2442" y="2691"/>
                    <a:pt x="2440" y="2720"/>
                  </a:cubicBezTo>
                  <a:cubicBezTo>
                    <a:pt x="2420" y="3194"/>
                    <a:pt x="2170" y="3469"/>
                    <a:pt x="1812" y="3469"/>
                  </a:cubicBezTo>
                  <a:cubicBezTo>
                    <a:pt x="1667" y="3469"/>
                    <a:pt x="1503" y="3424"/>
                    <a:pt x="1330" y="3328"/>
                  </a:cubicBezTo>
                  <a:cubicBezTo>
                    <a:pt x="705" y="2982"/>
                    <a:pt x="190" y="2110"/>
                    <a:pt x="179" y="1380"/>
                  </a:cubicBezTo>
                  <a:cubicBezTo>
                    <a:pt x="171" y="852"/>
                    <a:pt x="429" y="543"/>
                    <a:pt x="809" y="543"/>
                  </a:cubicBezTo>
                  <a:close/>
                  <a:moveTo>
                    <a:pt x="831" y="0"/>
                  </a:moveTo>
                  <a:cubicBezTo>
                    <a:pt x="337" y="0"/>
                    <a:pt x="1" y="403"/>
                    <a:pt x="12" y="1090"/>
                  </a:cubicBezTo>
                  <a:cubicBezTo>
                    <a:pt x="26" y="2042"/>
                    <a:pt x="697" y="3178"/>
                    <a:pt x="1511" y="3627"/>
                  </a:cubicBezTo>
                  <a:cubicBezTo>
                    <a:pt x="1737" y="3752"/>
                    <a:pt x="1949" y="3811"/>
                    <a:pt x="2139" y="3811"/>
                  </a:cubicBezTo>
                  <a:cubicBezTo>
                    <a:pt x="2605" y="3811"/>
                    <a:pt x="2930" y="3453"/>
                    <a:pt x="2957" y="2835"/>
                  </a:cubicBezTo>
                  <a:cubicBezTo>
                    <a:pt x="2959" y="2798"/>
                    <a:pt x="2959" y="2760"/>
                    <a:pt x="2959" y="2721"/>
                  </a:cubicBezTo>
                  <a:cubicBezTo>
                    <a:pt x="2951" y="2275"/>
                    <a:pt x="2801" y="1788"/>
                    <a:pt x="2557" y="1349"/>
                  </a:cubicBezTo>
                  <a:cubicBezTo>
                    <a:pt x="2283" y="854"/>
                    <a:pt x="1890" y="423"/>
                    <a:pt x="1459" y="184"/>
                  </a:cubicBezTo>
                  <a:cubicBezTo>
                    <a:pt x="1234" y="59"/>
                    <a:pt x="1021" y="0"/>
                    <a:pt x="831"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8" name="Google Shape;4218;p72"/>
            <p:cNvSpPr/>
            <p:nvPr/>
          </p:nvSpPr>
          <p:spPr>
            <a:xfrm>
              <a:off x="1022275" y="1878475"/>
              <a:ext cx="197675" cy="242800"/>
            </a:xfrm>
            <a:custGeom>
              <a:avLst/>
              <a:gdLst/>
              <a:ahLst/>
              <a:cxnLst/>
              <a:rect l="l" t="t" r="r" b="b"/>
              <a:pathLst>
                <a:path w="7907" h="9712" extrusionOk="0">
                  <a:moveTo>
                    <a:pt x="3019" y="0"/>
                  </a:moveTo>
                  <a:cubicBezTo>
                    <a:pt x="2682" y="0"/>
                    <a:pt x="2377" y="82"/>
                    <a:pt x="2116" y="238"/>
                  </a:cubicBezTo>
                  <a:lnTo>
                    <a:pt x="1" y="1460"/>
                  </a:lnTo>
                  <a:lnTo>
                    <a:pt x="4824" y="9711"/>
                  </a:lnTo>
                  <a:lnTo>
                    <a:pt x="6940" y="8489"/>
                  </a:lnTo>
                  <a:cubicBezTo>
                    <a:pt x="7537" y="8131"/>
                    <a:pt x="7907" y="7379"/>
                    <a:pt x="7907" y="6314"/>
                  </a:cubicBezTo>
                  <a:cubicBezTo>
                    <a:pt x="7907" y="4160"/>
                    <a:pt x="6394" y="1540"/>
                    <a:pt x="4528" y="462"/>
                  </a:cubicBezTo>
                  <a:cubicBezTo>
                    <a:pt x="3986" y="149"/>
                    <a:pt x="3473" y="0"/>
                    <a:pt x="3019"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9" name="Google Shape;4219;p72"/>
            <p:cNvSpPr/>
            <p:nvPr/>
          </p:nvSpPr>
          <p:spPr>
            <a:xfrm>
              <a:off x="998100" y="1909025"/>
              <a:ext cx="168975" cy="218175"/>
            </a:xfrm>
            <a:custGeom>
              <a:avLst/>
              <a:gdLst/>
              <a:ahLst/>
              <a:cxnLst/>
              <a:rect l="l" t="t" r="r" b="b"/>
              <a:pathLst>
                <a:path w="6759" h="8727" extrusionOk="0">
                  <a:moveTo>
                    <a:pt x="1870" y="0"/>
                  </a:moveTo>
                  <a:cubicBezTo>
                    <a:pt x="762" y="0"/>
                    <a:pt x="0" y="884"/>
                    <a:pt x="0" y="2412"/>
                  </a:cubicBezTo>
                  <a:cubicBezTo>
                    <a:pt x="0" y="4568"/>
                    <a:pt x="1513" y="7188"/>
                    <a:pt x="3379" y="8265"/>
                  </a:cubicBezTo>
                  <a:cubicBezTo>
                    <a:pt x="3921" y="8578"/>
                    <a:pt x="4434" y="8726"/>
                    <a:pt x="4888" y="8726"/>
                  </a:cubicBezTo>
                  <a:cubicBezTo>
                    <a:pt x="5997" y="8726"/>
                    <a:pt x="6758" y="7843"/>
                    <a:pt x="6758" y="6314"/>
                  </a:cubicBezTo>
                  <a:cubicBezTo>
                    <a:pt x="6758" y="4160"/>
                    <a:pt x="5245" y="1538"/>
                    <a:pt x="3379" y="462"/>
                  </a:cubicBezTo>
                  <a:cubicBezTo>
                    <a:pt x="2837" y="149"/>
                    <a:pt x="2324" y="0"/>
                    <a:pt x="1870"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0" name="Google Shape;4220;p72"/>
            <p:cNvSpPr/>
            <p:nvPr/>
          </p:nvSpPr>
          <p:spPr>
            <a:xfrm>
              <a:off x="1023800" y="1940225"/>
              <a:ext cx="115200" cy="158950"/>
            </a:xfrm>
            <a:custGeom>
              <a:avLst/>
              <a:gdLst/>
              <a:ahLst/>
              <a:cxnLst/>
              <a:rect l="l" t="t" r="r" b="b"/>
              <a:pathLst>
                <a:path w="4608" h="6358" extrusionOk="0">
                  <a:moveTo>
                    <a:pt x="1616" y="0"/>
                  </a:moveTo>
                  <a:cubicBezTo>
                    <a:pt x="964" y="0"/>
                    <a:pt x="439" y="519"/>
                    <a:pt x="268" y="1468"/>
                  </a:cubicBezTo>
                  <a:cubicBezTo>
                    <a:pt x="1" y="2945"/>
                    <a:pt x="697" y="4911"/>
                    <a:pt x="1821" y="5857"/>
                  </a:cubicBezTo>
                  <a:cubicBezTo>
                    <a:pt x="2224" y="6195"/>
                    <a:pt x="2628" y="6357"/>
                    <a:pt x="2992" y="6357"/>
                  </a:cubicBezTo>
                  <a:cubicBezTo>
                    <a:pt x="3644" y="6357"/>
                    <a:pt x="4170" y="5839"/>
                    <a:pt x="4341" y="4891"/>
                  </a:cubicBezTo>
                  <a:cubicBezTo>
                    <a:pt x="4608" y="3412"/>
                    <a:pt x="3912" y="1448"/>
                    <a:pt x="2787" y="502"/>
                  </a:cubicBezTo>
                  <a:cubicBezTo>
                    <a:pt x="2384" y="162"/>
                    <a:pt x="1980" y="0"/>
                    <a:pt x="1616"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1" name="Google Shape;4221;p72"/>
            <p:cNvSpPr/>
            <p:nvPr/>
          </p:nvSpPr>
          <p:spPr>
            <a:xfrm>
              <a:off x="1031850" y="1951375"/>
              <a:ext cx="99075" cy="136650"/>
            </a:xfrm>
            <a:custGeom>
              <a:avLst/>
              <a:gdLst/>
              <a:ahLst/>
              <a:cxnLst/>
              <a:rect l="l" t="t" r="r" b="b"/>
              <a:pathLst>
                <a:path w="3963" h="5466" extrusionOk="0">
                  <a:moveTo>
                    <a:pt x="1390" y="1"/>
                  </a:moveTo>
                  <a:cubicBezTo>
                    <a:pt x="830" y="1"/>
                    <a:pt x="378" y="446"/>
                    <a:pt x="231" y="1261"/>
                  </a:cubicBezTo>
                  <a:cubicBezTo>
                    <a:pt x="1" y="2533"/>
                    <a:pt x="600" y="4223"/>
                    <a:pt x="1568" y="5035"/>
                  </a:cubicBezTo>
                  <a:cubicBezTo>
                    <a:pt x="1914" y="5326"/>
                    <a:pt x="2261" y="5465"/>
                    <a:pt x="2574" y="5465"/>
                  </a:cubicBezTo>
                  <a:cubicBezTo>
                    <a:pt x="3134" y="5465"/>
                    <a:pt x="3586" y="5020"/>
                    <a:pt x="3734" y="4204"/>
                  </a:cubicBezTo>
                  <a:cubicBezTo>
                    <a:pt x="3962" y="2933"/>
                    <a:pt x="3365" y="1244"/>
                    <a:pt x="2397" y="431"/>
                  </a:cubicBezTo>
                  <a:cubicBezTo>
                    <a:pt x="2050" y="140"/>
                    <a:pt x="1703" y="1"/>
                    <a:pt x="1390"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2" name="Google Shape;4222;p72"/>
            <p:cNvSpPr/>
            <p:nvPr/>
          </p:nvSpPr>
          <p:spPr>
            <a:xfrm>
              <a:off x="1056500" y="1980000"/>
              <a:ext cx="56025" cy="77225"/>
            </a:xfrm>
            <a:custGeom>
              <a:avLst/>
              <a:gdLst/>
              <a:ahLst/>
              <a:cxnLst/>
              <a:rect l="l" t="t" r="r" b="b"/>
              <a:pathLst>
                <a:path w="2241" h="3089" extrusionOk="0">
                  <a:moveTo>
                    <a:pt x="785" y="1"/>
                  </a:moveTo>
                  <a:cubicBezTo>
                    <a:pt x="469" y="1"/>
                    <a:pt x="214" y="253"/>
                    <a:pt x="131" y="714"/>
                  </a:cubicBezTo>
                  <a:cubicBezTo>
                    <a:pt x="1" y="1431"/>
                    <a:pt x="339" y="2386"/>
                    <a:pt x="885" y="2846"/>
                  </a:cubicBezTo>
                  <a:cubicBezTo>
                    <a:pt x="1081" y="3010"/>
                    <a:pt x="1278" y="3089"/>
                    <a:pt x="1455" y="3089"/>
                  </a:cubicBezTo>
                  <a:cubicBezTo>
                    <a:pt x="1772" y="3089"/>
                    <a:pt x="2028" y="2837"/>
                    <a:pt x="2110" y="2377"/>
                  </a:cubicBezTo>
                  <a:cubicBezTo>
                    <a:pt x="2241" y="1658"/>
                    <a:pt x="1902" y="703"/>
                    <a:pt x="1354" y="244"/>
                  </a:cubicBezTo>
                  <a:cubicBezTo>
                    <a:pt x="1159" y="79"/>
                    <a:pt x="962" y="1"/>
                    <a:pt x="785" y="1"/>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3" name="Google Shape;4223;p72"/>
            <p:cNvSpPr/>
            <p:nvPr/>
          </p:nvSpPr>
          <p:spPr>
            <a:xfrm>
              <a:off x="1052825" y="1966700"/>
              <a:ext cx="70700" cy="100600"/>
            </a:xfrm>
            <a:custGeom>
              <a:avLst/>
              <a:gdLst/>
              <a:ahLst/>
              <a:cxnLst/>
              <a:rect l="l" t="t" r="r" b="b"/>
              <a:pathLst>
                <a:path w="2828" h="4024" extrusionOk="0">
                  <a:moveTo>
                    <a:pt x="933" y="533"/>
                  </a:moveTo>
                  <a:cubicBezTo>
                    <a:pt x="1110" y="533"/>
                    <a:pt x="1307" y="611"/>
                    <a:pt x="1503" y="776"/>
                  </a:cubicBezTo>
                  <a:cubicBezTo>
                    <a:pt x="1793" y="1019"/>
                    <a:pt x="2023" y="1402"/>
                    <a:pt x="2158" y="1814"/>
                  </a:cubicBezTo>
                  <a:cubicBezTo>
                    <a:pt x="2216" y="1998"/>
                    <a:pt x="2257" y="2187"/>
                    <a:pt x="2274" y="2372"/>
                  </a:cubicBezTo>
                  <a:cubicBezTo>
                    <a:pt x="2293" y="2558"/>
                    <a:pt x="2288" y="2739"/>
                    <a:pt x="2257" y="2909"/>
                  </a:cubicBezTo>
                  <a:cubicBezTo>
                    <a:pt x="2253" y="2938"/>
                    <a:pt x="2247" y="2966"/>
                    <a:pt x="2239" y="2993"/>
                  </a:cubicBezTo>
                  <a:cubicBezTo>
                    <a:pt x="2141" y="3401"/>
                    <a:pt x="1898" y="3621"/>
                    <a:pt x="1601" y="3621"/>
                  </a:cubicBezTo>
                  <a:cubicBezTo>
                    <a:pt x="1424" y="3621"/>
                    <a:pt x="1228" y="3543"/>
                    <a:pt x="1032" y="3378"/>
                  </a:cubicBezTo>
                  <a:cubicBezTo>
                    <a:pt x="486" y="2918"/>
                    <a:pt x="148" y="1963"/>
                    <a:pt x="278" y="1246"/>
                  </a:cubicBezTo>
                  <a:cubicBezTo>
                    <a:pt x="361" y="785"/>
                    <a:pt x="616" y="533"/>
                    <a:pt x="933" y="533"/>
                  </a:cubicBezTo>
                  <a:close/>
                  <a:moveTo>
                    <a:pt x="1022" y="0"/>
                  </a:moveTo>
                  <a:cubicBezTo>
                    <a:pt x="610" y="0"/>
                    <a:pt x="277" y="328"/>
                    <a:pt x="169" y="928"/>
                  </a:cubicBezTo>
                  <a:cubicBezTo>
                    <a:pt x="0" y="1865"/>
                    <a:pt x="440" y="3108"/>
                    <a:pt x="1152" y="3706"/>
                  </a:cubicBezTo>
                  <a:cubicBezTo>
                    <a:pt x="1408" y="3921"/>
                    <a:pt x="1663" y="4024"/>
                    <a:pt x="1894" y="4024"/>
                  </a:cubicBezTo>
                  <a:cubicBezTo>
                    <a:pt x="2281" y="4024"/>
                    <a:pt x="2597" y="3736"/>
                    <a:pt x="2725" y="3206"/>
                  </a:cubicBezTo>
                  <a:cubicBezTo>
                    <a:pt x="2733" y="3171"/>
                    <a:pt x="2740" y="3133"/>
                    <a:pt x="2748" y="3095"/>
                  </a:cubicBezTo>
                  <a:cubicBezTo>
                    <a:pt x="2828" y="2656"/>
                    <a:pt x="2772" y="2147"/>
                    <a:pt x="2618" y="1670"/>
                  </a:cubicBezTo>
                  <a:cubicBezTo>
                    <a:pt x="2443" y="1134"/>
                    <a:pt x="2141" y="634"/>
                    <a:pt x="1764" y="318"/>
                  </a:cubicBezTo>
                  <a:cubicBezTo>
                    <a:pt x="1508" y="103"/>
                    <a:pt x="1253" y="0"/>
                    <a:pt x="1022"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4" name="Google Shape;4224;p72"/>
            <p:cNvSpPr/>
            <p:nvPr/>
          </p:nvSpPr>
          <p:spPr>
            <a:xfrm>
              <a:off x="884825" y="1325775"/>
              <a:ext cx="1486250" cy="1159950"/>
            </a:xfrm>
            <a:custGeom>
              <a:avLst/>
              <a:gdLst/>
              <a:ahLst/>
              <a:cxnLst/>
              <a:rect l="l" t="t" r="r" b="b"/>
              <a:pathLst>
                <a:path w="59450" h="46398" extrusionOk="0">
                  <a:moveTo>
                    <a:pt x="17262" y="1"/>
                  </a:moveTo>
                  <a:cubicBezTo>
                    <a:pt x="16889" y="1"/>
                    <a:pt x="14374" y="4428"/>
                    <a:pt x="14374" y="4428"/>
                  </a:cubicBezTo>
                  <a:lnTo>
                    <a:pt x="3617" y="7419"/>
                  </a:lnTo>
                  <a:lnTo>
                    <a:pt x="743" y="13782"/>
                  </a:lnTo>
                  <a:cubicBezTo>
                    <a:pt x="508" y="14332"/>
                    <a:pt x="389" y="14923"/>
                    <a:pt x="389" y="15521"/>
                  </a:cubicBezTo>
                  <a:lnTo>
                    <a:pt x="389" y="19622"/>
                  </a:lnTo>
                  <a:cubicBezTo>
                    <a:pt x="243" y="19770"/>
                    <a:pt x="45" y="19899"/>
                    <a:pt x="19" y="20108"/>
                  </a:cubicBezTo>
                  <a:cubicBezTo>
                    <a:pt x="1" y="20250"/>
                    <a:pt x="19" y="20405"/>
                    <a:pt x="19" y="20548"/>
                  </a:cubicBezTo>
                  <a:lnTo>
                    <a:pt x="19" y="21279"/>
                  </a:lnTo>
                  <a:cubicBezTo>
                    <a:pt x="19" y="21802"/>
                    <a:pt x="260" y="22295"/>
                    <a:pt x="671" y="22617"/>
                  </a:cubicBezTo>
                  <a:lnTo>
                    <a:pt x="3142" y="24551"/>
                  </a:lnTo>
                  <a:lnTo>
                    <a:pt x="4064" y="25083"/>
                  </a:lnTo>
                  <a:lnTo>
                    <a:pt x="4064" y="24816"/>
                  </a:lnTo>
                  <a:cubicBezTo>
                    <a:pt x="4064" y="23359"/>
                    <a:pt x="4856" y="22544"/>
                    <a:pt x="6033" y="22544"/>
                  </a:cubicBezTo>
                  <a:cubicBezTo>
                    <a:pt x="6611" y="22544"/>
                    <a:pt x="7282" y="22740"/>
                    <a:pt x="7998" y="23153"/>
                  </a:cubicBezTo>
                  <a:cubicBezTo>
                    <a:pt x="10170" y="24407"/>
                    <a:pt x="11930" y="27185"/>
                    <a:pt x="11930" y="29357"/>
                  </a:cubicBezTo>
                  <a:cubicBezTo>
                    <a:pt x="11930" y="29374"/>
                    <a:pt x="11930" y="29475"/>
                    <a:pt x="11930" y="29624"/>
                  </a:cubicBezTo>
                  <a:lnTo>
                    <a:pt x="30628" y="40420"/>
                  </a:lnTo>
                  <a:lnTo>
                    <a:pt x="30628" y="40153"/>
                  </a:lnTo>
                  <a:cubicBezTo>
                    <a:pt x="30628" y="38696"/>
                    <a:pt x="31421" y="37881"/>
                    <a:pt x="32599" y="37881"/>
                  </a:cubicBezTo>
                  <a:cubicBezTo>
                    <a:pt x="33177" y="37881"/>
                    <a:pt x="33847" y="38077"/>
                    <a:pt x="34562" y="38490"/>
                  </a:cubicBezTo>
                  <a:cubicBezTo>
                    <a:pt x="36735" y="39744"/>
                    <a:pt x="38496" y="42522"/>
                    <a:pt x="38496" y="44696"/>
                  </a:cubicBezTo>
                  <a:cubicBezTo>
                    <a:pt x="38496" y="44711"/>
                    <a:pt x="38496" y="44813"/>
                    <a:pt x="38496" y="44961"/>
                  </a:cubicBezTo>
                  <a:lnTo>
                    <a:pt x="39784" y="45706"/>
                  </a:lnTo>
                  <a:cubicBezTo>
                    <a:pt x="40347" y="46031"/>
                    <a:pt x="41668" y="46398"/>
                    <a:pt x="43313" y="46398"/>
                  </a:cubicBezTo>
                  <a:cubicBezTo>
                    <a:pt x="44635" y="46398"/>
                    <a:pt x="46166" y="46161"/>
                    <a:pt x="47681" y="45475"/>
                  </a:cubicBezTo>
                  <a:cubicBezTo>
                    <a:pt x="51087" y="43933"/>
                    <a:pt x="54177" y="42128"/>
                    <a:pt x="56957" y="40061"/>
                  </a:cubicBezTo>
                  <a:cubicBezTo>
                    <a:pt x="58510" y="38905"/>
                    <a:pt x="59450" y="37104"/>
                    <a:pt x="59450" y="35168"/>
                  </a:cubicBezTo>
                  <a:cubicBezTo>
                    <a:pt x="59444" y="35102"/>
                    <a:pt x="59438" y="35036"/>
                    <a:pt x="59430" y="34970"/>
                  </a:cubicBezTo>
                  <a:cubicBezTo>
                    <a:pt x="59398" y="34653"/>
                    <a:pt x="59335" y="34465"/>
                    <a:pt x="59333" y="34147"/>
                  </a:cubicBezTo>
                  <a:cubicBezTo>
                    <a:pt x="59326" y="32732"/>
                    <a:pt x="59381" y="31839"/>
                    <a:pt x="59418" y="31401"/>
                  </a:cubicBezTo>
                  <a:cubicBezTo>
                    <a:pt x="59438" y="31160"/>
                    <a:pt x="59450" y="30918"/>
                    <a:pt x="59450" y="30676"/>
                  </a:cubicBezTo>
                  <a:lnTo>
                    <a:pt x="59450" y="29838"/>
                  </a:lnTo>
                  <a:cubicBezTo>
                    <a:pt x="59450" y="27174"/>
                    <a:pt x="48338" y="20995"/>
                    <a:pt x="48338" y="20995"/>
                  </a:cubicBezTo>
                  <a:lnTo>
                    <a:pt x="42906" y="15222"/>
                  </a:lnTo>
                  <a:cubicBezTo>
                    <a:pt x="42412" y="14657"/>
                    <a:pt x="41829" y="14179"/>
                    <a:pt x="41182" y="13805"/>
                  </a:cubicBezTo>
                  <a:lnTo>
                    <a:pt x="17281" y="5"/>
                  </a:lnTo>
                  <a:cubicBezTo>
                    <a:pt x="17275" y="2"/>
                    <a:pt x="17269" y="1"/>
                    <a:pt x="17262" y="1"/>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5" name="Google Shape;4225;p72"/>
            <p:cNvSpPr/>
            <p:nvPr/>
          </p:nvSpPr>
          <p:spPr>
            <a:xfrm>
              <a:off x="884825" y="1814350"/>
              <a:ext cx="1155375" cy="681550"/>
            </a:xfrm>
            <a:custGeom>
              <a:avLst/>
              <a:gdLst/>
              <a:ahLst/>
              <a:cxnLst/>
              <a:rect l="l" t="t" r="r" b="b"/>
              <a:pathLst>
                <a:path w="46215" h="27262" extrusionOk="0">
                  <a:moveTo>
                    <a:pt x="36913" y="21087"/>
                  </a:moveTo>
                  <a:cubicBezTo>
                    <a:pt x="37872" y="22360"/>
                    <a:pt x="38496" y="23862"/>
                    <a:pt x="38496" y="25152"/>
                  </a:cubicBezTo>
                  <a:cubicBezTo>
                    <a:pt x="38496" y="25168"/>
                    <a:pt x="38496" y="25270"/>
                    <a:pt x="38496" y="25418"/>
                  </a:cubicBezTo>
                  <a:lnTo>
                    <a:pt x="39784" y="26163"/>
                  </a:lnTo>
                  <a:cubicBezTo>
                    <a:pt x="40653" y="26665"/>
                    <a:pt x="43329" y="27261"/>
                    <a:pt x="46214" y="26459"/>
                  </a:cubicBezTo>
                  <a:close/>
                  <a:moveTo>
                    <a:pt x="10346" y="5750"/>
                  </a:moveTo>
                  <a:cubicBezTo>
                    <a:pt x="11306" y="7022"/>
                    <a:pt x="11930" y="8525"/>
                    <a:pt x="11930" y="9814"/>
                  </a:cubicBezTo>
                  <a:cubicBezTo>
                    <a:pt x="11930" y="9831"/>
                    <a:pt x="11930" y="9932"/>
                    <a:pt x="11930" y="10081"/>
                  </a:cubicBezTo>
                  <a:lnTo>
                    <a:pt x="30628" y="20877"/>
                  </a:lnTo>
                  <a:lnTo>
                    <a:pt x="30628" y="20610"/>
                  </a:lnTo>
                  <a:cubicBezTo>
                    <a:pt x="30628" y="19320"/>
                    <a:pt x="31252" y="18538"/>
                    <a:pt x="32214" y="18375"/>
                  </a:cubicBezTo>
                  <a:close/>
                  <a:moveTo>
                    <a:pt x="5647" y="3038"/>
                  </a:moveTo>
                  <a:cubicBezTo>
                    <a:pt x="4688" y="3200"/>
                    <a:pt x="4064" y="3982"/>
                    <a:pt x="4064" y="5273"/>
                  </a:cubicBezTo>
                  <a:lnTo>
                    <a:pt x="4064" y="5540"/>
                  </a:lnTo>
                  <a:lnTo>
                    <a:pt x="3142" y="5008"/>
                  </a:lnTo>
                  <a:lnTo>
                    <a:pt x="671" y="3074"/>
                  </a:lnTo>
                  <a:cubicBezTo>
                    <a:pt x="260" y="2752"/>
                    <a:pt x="19" y="2259"/>
                    <a:pt x="19" y="1736"/>
                  </a:cubicBezTo>
                  <a:lnTo>
                    <a:pt x="19" y="1005"/>
                  </a:lnTo>
                  <a:cubicBezTo>
                    <a:pt x="19" y="862"/>
                    <a:pt x="1" y="707"/>
                    <a:pt x="19" y="565"/>
                  </a:cubicBezTo>
                  <a:cubicBezTo>
                    <a:pt x="45" y="356"/>
                    <a:pt x="243" y="227"/>
                    <a:pt x="387" y="79"/>
                  </a:cubicBezTo>
                  <a:lnTo>
                    <a:pt x="387" y="1"/>
                  </a:ln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6" name="Google Shape;4226;p72"/>
            <p:cNvSpPr/>
            <p:nvPr/>
          </p:nvSpPr>
          <p:spPr>
            <a:xfrm>
              <a:off x="974325" y="1322700"/>
              <a:ext cx="967675" cy="545200"/>
            </a:xfrm>
            <a:custGeom>
              <a:avLst/>
              <a:gdLst/>
              <a:ahLst/>
              <a:cxnLst/>
              <a:rect l="l" t="t" r="r" b="b"/>
              <a:pathLst>
                <a:path w="38707" h="21808" extrusionOk="0">
                  <a:moveTo>
                    <a:pt x="13221" y="1"/>
                  </a:moveTo>
                  <a:cubicBezTo>
                    <a:pt x="13055" y="1"/>
                    <a:pt x="12890" y="43"/>
                    <a:pt x="12741" y="128"/>
                  </a:cubicBezTo>
                  <a:cubicBezTo>
                    <a:pt x="12741" y="128"/>
                    <a:pt x="2944" y="5408"/>
                    <a:pt x="123" y="7377"/>
                  </a:cubicBezTo>
                  <a:cubicBezTo>
                    <a:pt x="1" y="7463"/>
                    <a:pt x="10" y="7644"/>
                    <a:pt x="142" y="7716"/>
                  </a:cubicBezTo>
                  <a:cubicBezTo>
                    <a:pt x="2359" y="8932"/>
                    <a:pt x="17133" y="17030"/>
                    <a:pt x="18633" y="17842"/>
                  </a:cubicBezTo>
                  <a:cubicBezTo>
                    <a:pt x="20060" y="18615"/>
                    <a:pt x="24160" y="21077"/>
                    <a:pt x="25359" y="21724"/>
                  </a:cubicBezTo>
                  <a:cubicBezTo>
                    <a:pt x="25460" y="21779"/>
                    <a:pt x="25570" y="21808"/>
                    <a:pt x="25682" y="21808"/>
                  </a:cubicBezTo>
                  <a:cubicBezTo>
                    <a:pt x="25739" y="21808"/>
                    <a:pt x="25797" y="21800"/>
                    <a:pt x="25854" y="21784"/>
                  </a:cubicBezTo>
                  <a:cubicBezTo>
                    <a:pt x="28184" y="21109"/>
                    <a:pt x="38706" y="14705"/>
                    <a:pt x="38378" y="14451"/>
                  </a:cubicBezTo>
                  <a:cubicBezTo>
                    <a:pt x="38133" y="14259"/>
                    <a:pt x="37872" y="14084"/>
                    <a:pt x="37601" y="13928"/>
                  </a:cubicBezTo>
                  <a:lnTo>
                    <a:pt x="13701" y="128"/>
                  </a:lnTo>
                  <a:cubicBezTo>
                    <a:pt x="13552" y="43"/>
                    <a:pt x="13386" y="1"/>
                    <a:pt x="13221" y="1"/>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7" name="Google Shape;4227;p72"/>
            <p:cNvSpPr/>
            <p:nvPr/>
          </p:nvSpPr>
          <p:spPr>
            <a:xfrm>
              <a:off x="917475" y="1746050"/>
              <a:ext cx="805675" cy="481400"/>
            </a:xfrm>
            <a:custGeom>
              <a:avLst/>
              <a:gdLst/>
              <a:ahLst/>
              <a:cxnLst/>
              <a:rect l="l" t="t" r="r" b="b"/>
              <a:pathLst>
                <a:path w="32227" h="19256" extrusionOk="0">
                  <a:moveTo>
                    <a:pt x="32226" y="19255"/>
                  </a:moveTo>
                  <a:lnTo>
                    <a:pt x="36" y="0"/>
                  </a:lnTo>
                  <a:lnTo>
                    <a:pt x="1" y="1458"/>
                  </a:ln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8" name="Google Shape;4228;p72"/>
            <p:cNvSpPr/>
            <p:nvPr/>
          </p:nvSpPr>
          <p:spPr>
            <a:xfrm>
              <a:off x="1182825" y="1778250"/>
              <a:ext cx="482025" cy="526850"/>
            </a:xfrm>
            <a:custGeom>
              <a:avLst/>
              <a:gdLst/>
              <a:ahLst/>
              <a:cxnLst/>
              <a:rect l="l" t="t" r="r" b="b"/>
              <a:pathLst>
                <a:path w="19281" h="21074" extrusionOk="0">
                  <a:moveTo>
                    <a:pt x="9620" y="0"/>
                  </a:moveTo>
                  <a:cubicBezTo>
                    <a:pt x="9601" y="43"/>
                    <a:pt x="9580" y="86"/>
                    <a:pt x="9555" y="126"/>
                  </a:cubicBezTo>
                  <a:cubicBezTo>
                    <a:pt x="10000" y="382"/>
                    <a:pt x="10402" y="612"/>
                    <a:pt x="10790" y="837"/>
                  </a:cubicBezTo>
                  <a:cubicBezTo>
                    <a:pt x="10641" y="1259"/>
                    <a:pt x="9289" y="5267"/>
                    <a:pt x="8617" y="8811"/>
                  </a:cubicBezTo>
                  <a:cubicBezTo>
                    <a:pt x="7987" y="12123"/>
                    <a:pt x="7982" y="15056"/>
                    <a:pt x="7990" y="15675"/>
                  </a:cubicBezTo>
                  <a:lnTo>
                    <a:pt x="1" y="11063"/>
                  </a:lnTo>
                  <a:lnTo>
                    <a:pt x="1" y="11063"/>
                  </a:lnTo>
                  <a:cubicBezTo>
                    <a:pt x="4" y="11120"/>
                    <a:pt x="9" y="11177"/>
                    <a:pt x="10" y="11232"/>
                  </a:cubicBezTo>
                  <a:lnTo>
                    <a:pt x="8255" y="15994"/>
                  </a:lnTo>
                  <a:lnTo>
                    <a:pt x="17039" y="21064"/>
                  </a:lnTo>
                  <a:cubicBezTo>
                    <a:pt x="17049" y="21070"/>
                    <a:pt x="17062" y="21073"/>
                    <a:pt x="17074" y="21073"/>
                  </a:cubicBezTo>
                  <a:cubicBezTo>
                    <a:pt x="17086" y="21073"/>
                    <a:pt x="17097" y="21072"/>
                    <a:pt x="17108" y="21066"/>
                  </a:cubicBezTo>
                  <a:cubicBezTo>
                    <a:pt x="17129" y="21055"/>
                    <a:pt x="17143" y="21033"/>
                    <a:pt x="17146" y="21010"/>
                  </a:cubicBezTo>
                  <a:cubicBezTo>
                    <a:pt x="17151" y="20960"/>
                    <a:pt x="17609" y="16115"/>
                    <a:pt x="18028" y="14488"/>
                  </a:cubicBezTo>
                  <a:cubicBezTo>
                    <a:pt x="18064" y="14344"/>
                    <a:pt x="18126" y="14209"/>
                    <a:pt x="18210" y="14085"/>
                  </a:cubicBezTo>
                  <a:lnTo>
                    <a:pt x="19145" y="12738"/>
                  </a:lnTo>
                  <a:cubicBezTo>
                    <a:pt x="19220" y="12627"/>
                    <a:pt x="19266" y="12500"/>
                    <a:pt x="19280" y="12368"/>
                  </a:cubicBezTo>
                  <a:lnTo>
                    <a:pt x="19139" y="12353"/>
                  </a:lnTo>
                  <a:cubicBezTo>
                    <a:pt x="19127" y="12462"/>
                    <a:pt x="19088" y="12567"/>
                    <a:pt x="19027" y="12656"/>
                  </a:cubicBezTo>
                  <a:lnTo>
                    <a:pt x="18092" y="14005"/>
                  </a:lnTo>
                  <a:cubicBezTo>
                    <a:pt x="18000" y="14140"/>
                    <a:pt x="17933" y="14289"/>
                    <a:pt x="17891" y="14449"/>
                  </a:cubicBezTo>
                  <a:cubicBezTo>
                    <a:pt x="17505" y="15943"/>
                    <a:pt x="17086" y="20150"/>
                    <a:pt x="17014" y="20886"/>
                  </a:cubicBezTo>
                  <a:lnTo>
                    <a:pt x="8326" y="15870"/>
                  </a:lnTo>
                  <a:cubicBezTo>
                    <a:pt x="8326" y="15870"/>
                    <a:pt x="8133" y="15758"/>
                    <a:pt x="8133" y="15758"/>
                  </a:cubicBezTo>
                  <a:cubicBezTo>
                    <a:pt x="8127" y="15378"/>
                    <a:pt x="8096" y="12313"/>
                    <a:pt x="8757" y="8837"/>
                  </a:cubicBezTo>
                  <a:cubicBezTo>
                    <a:pt x="9408" y="5406"/>
                    <a:pt x="10693" y="1543"/>
                    <a:pt x="10911" y="922"/>
                  </a:cubicBezTo>
                  <a:cubicBezTo>
                    <a:pt x="11115" y="1037"/>
                    <a:pt x="12077" y="1582"/>
                    <a:pt x="12942" y="2081"/>
                  </a:cubicBezTo>
                  <a:cubicBezTo>
                    <a:pt x="12959" y="2036"/>
                    <a:pt x="12979" y="1993"/>
                    <a:pt x="13002" y="1950"/>
                  </a:cubicBezTo>
                  <a:cubicBezTo>
                    <a:pt x="12248" y="1515"/>
                    <a:pt x="11398" y="1032"/>
                    <a:pt x="11122" y="877"/>
                  </a:cubicBezTo>
                  <a:cubicBezTo>
                    <a:pt x="10745" y="647"/>
                    <a:pt x="10224" y="347"/>
                    <a:pt x="9620"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9" name="Google Shape;4229;p72"/>
            <p:cNvSpPr/>
            <p:nvPr/>
          </p:nvSpPr>
          <p:spPr>
            <a:xfrm>
              <a:off x="1132475" y="1775750"/>
              <a:ext cx="37075" cy="172650"/>
            </a:xfrm>
            <a:custGeom>
              <a:avLst/>
              <a:gdLst/>
              <a:ahLst/>
              <a:cxnLst/>
              <a:rect l="l" t="t" r="r" b="b"/>
              <a:pathLst>
                <a:path w="1483" h="6906" extrusionOk="0">
                  <a:moveTo>
                    <a:pt x="1357" y="1"/>
                  </a:moveTo>
                  <a:cubicBezTo>
                    <a:pt x="703" y="1229"/>
                    <a:pt x="350" y="3820"/>
                    <a:pt x="164" y="5210"/>
                  </a:cubicBezTo>
                  <a:cubicBezTo>
                    <a:pt x="92" y="5754"/>
                    <a:pt x="40" y="6270"/>
                    <a:pt x="0" y="6751"/>
                  </a:cubicBezTo>
                  <a:cubicBezTo>
                    <a:pt x="45" y="6802"/>
                    <a:pt x="88" y="6855"/>
                    <a:pt x="131" y="6906"/>
                  </a:cubicBezTo>
                  <a:cubicBezTo>
                    <a:pt x="172" y="6386"/>
                    <a:pt x="227" y="5825"/>
                    <a:pt x="305" y="5229"/>
                  </a:cubicBezTo>
                  <a:cubicBezTo>
                    <a:pt x="488" y="3855"/>
                    <a:pt x="836" y="1281"/>
                    <a:pt x="1483" y="68"/>
                  </a:cubicBezTo>
                  <a:lnTo>
                    <a:pt x="1357" y="1"/>
                  </a:ln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0" name="Google Shape;4230;p72"/>
            <p:cNvSpPr/>
            <p:nvPr/>
          </p:nvSpPr>
          <p:spPr>
            <a:xfrm>
              <a:off x="1622925" y="1693875"/>
              <a:ext cx="458475" cy="377875"/>
            </a:xfrm>
            <a:custGeom>
              <a:avLst/>
              <a:gdLst/>
              <a:ahLst/>
              <a:cxnLst/>
              <a:rect l="l" t="t" r="r" b="b"/>
              <a:pathLst>
                <a:path w="18339" h="15115" extrusionOk="0">
                  <a:moveTo>
                    <a:pt x="12580" y="1"/>
                  </a:moveTo>
                  <a:cubicBezTo>
                    <a:pt x="8672" y="2793"/>
                    <a:pt x="4401" y="5329"/>
                    <a:pt x="0" y="7263"/>
                  </a:cubicBezTo>
                  <a:cubicBezTo>
                    <a:pt x="0" y="7263"/>
                    <a:pt x="2378" y="12737"/>
                    <a:pt x="3077" y="13934"/>
                  </a:cubicBezTo>
                  <a:cubicBezTo>
                    <a:pt x="3292" y="14302"/>
                    <a:pt x="3553" y="14573"/>
                    <a:pt x="3803" y="14771"/>
                  </a:cubicBezTo>
                  <a:cubicBezTo>
                    <a:pt x="4088" y="14998"/>
                    <a:pt x="4438" y="15115"/>
                    <a:pt x="4792" y="15115"/>
                  </a:cubicBezTo>
                  <a:cubicBezTo>
                    <a:pt x="4987" y="15115"/>
                    <a:pt x="5183" y="15080"/>
                    <a:pt x="5369" y="15007"/>
                  </a:cubicBezTo>
                  <a:cubicBezTo>
                    <a:pt x="11921" y="12461"/>
                    <a:pt x="16495" y="8543"/>
                    <a:pt x="18010" y="7133"/>
                  </a:cubicBezTo>
                  <a:cubicBezTo>
                    <a:pt x="18320" y="6845"/>
                    <a:pt x="18338" y="6360"/>
                    <a:pt x="18055" y="6048"/>
                  </a:cubicBezTo>
                  <a:lnTo>
                    <a:pt x="12580"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1" name="Google Shape;4231;p72"/>
            <p:cNvSpPr/>
            <p:nvPr/>
          </p:nvSpPr>
          <p:spPr>
            <a:xfrm>
              <a:off x="1632725" y="1705575"/>
              <a:ext cx="432925" cy="346675"/>
            </a:xfrm>
            <a:custGeom>
              <a:avLst/>
              <a:gdLst/>
              <a:ahLst/>
              <a:cxnLst/>
              <a:rect l="l" t="t" r="r" b="b"/>
              <a:pathLst>
                <a:path w="17317" h="13867" extrusionOk="0">
                  <a:moveTo>
                    <a:pt x="12240" y="0"/>
                  </a:moveTo>
                  <a:cubicBezTo>
                    <a:pt x="12195" y="0"/>
                    <a:pt x="12149" y="14"/>
                    <a:pt x="12110" y="42"/>
                  </a:cubicBezTo>
                  <a:cubicBezTo>
                    <a:pt x="8232" y="2775"/>
                    <a:pt x="4079" y="5179"/>
                    <a:pt x="209" y="6933"/>
                  </a:cubicBezTo>
                  <a:cubicBezTo>
                    <a:pt x="64" y="6998"/>
                    <a:pt x="1" y="7162"/>
                    <a:pt x="65" y="7307"/>
                  </a:cubicBezTo>
                  <a:cubicBezTo>
                    <a:pt x="677" y="8693"/>
                    <a:pt x="2137" y="11925"/>
                    <a:pt x="2682" y="12860"/>
                  </a:cubicBezTo>
                  <a:cubicBezTo>
                    <a:pt x="2849" y="13146"/>
                    <a:pt x="3064" y="13394"/>
                    <a:pt x="3322" y="13598"/>
                  </a:cubicBezTo>
                  <a:cubicBezTo>
                    <a:pt x="3538" y="13771"/>
                    <a:pt x="3811" y="13866"/>
                    <a:pt x="4090" y="13866"/>
                  </a:cubicBezTo>
                  <a:cubicBezTo>
                    <a:pt x="4245" y="13866"/>
                    <a:pt x="4396" y="13837"/>
                    <a:pt x="4539" y="13782"/>
                  </a:cubicBezTo>
                  <a:cubicBezTo>
                    <a:pt x="10964" y="11283"/>
                    <a:pt x="15516" y="7448"/>
                    <a:pt x="17141" y="5935"/>
                  </a:cubicBezTo>
                  <a:cubicBezTo>
                    <a:pt x="17309" y="5780"/>
                    <a:pt x="17316" y="5518"/>
                    <a:pt x="17163" y="5348"/>
                  </a:cubicBezTo>
                  <a:lnTo>
                    <a:pt x="12406" y="74"/>
                  </a:lnTo>
                  <a:cubicBezTo>
                    <a:pt x="12361" y="25"/>
                    <a:pt x="12301" y="0"/>
                    <a:pt x="12240" y="0"/>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32" name="Google Shape;4232;p72"/>
            <p:cNvSpPr/>
            <p:nvPr/>
          </p:nvSpPr>
          <p:spPr>
            <a:xfrm>
              <a:off x="1430550" y="1808950"/>
              <a:ext cx="234475" cy="284575"/>
            </a:xfrm>
            <a:custGeom>
              <a:avLst/>
              <a:gdLst/>
              <a:ahLst/>
              <a:cxnLst/>
              <a:rect l="l" t="t" r="r" b="b"/>
              <a:pathLst>
                <a:path w="9379" h="11383" extrusionOk="0">
                  <a:moveTo>
                    <a:pt x="1754" y="0"/>
                  </a:moveTo>
                  <a:cubicBezTo>
                    <a:pt x="1654" y="0"/>
                    <a:pt x="1559" y="59"/>
                    <a:pt x="1523" y="163"/>
                  </a:cubicBezTo>
                  <a:cubicBezTo>
                    <a:pt x="1291" y="808"/>
                    <a:pt x="701" y="2596"/>
                    <a:pt x="50" y="5701"/>
                  </a:cubicBezTo>
                  <a:cubicBezTo>
                    <a:pt x="1" y="5929"/>
                    <a:pt x="128" y="6219"/>
                    <a:pt x="330" y="6335"/>
                  </a:cubicBezTo>
                  <a:lnTo>
                    <a:pt x="9015" y="11350"/>
                  </a:lnTo>
                  <a:cubicBezTo>
                    <a:pt x="9054" y="11373"/>
                    <a:pt x="9095" y="11383"/>
                    <a:pt x="9135" y="11383"/>
                  </a:cubicBezTo>
                  <a:cubicBezTo>
                    <a:pt x="9260" y="11383"/>
                    <a:pt x="9373" y="11284"/>
                    <a:pt x="9374" y="11145"/>
                  </a:cubicBezTo>
                  <a:lnTo>
                    <a:pt x="9377" y="10165"/>
                  </a:lnTo>
                  <a:cubicBezTo>
                    <a:pt x="9379" y="10062"/>
                    <a:pt x="9360" y="9964"/>
                    <a:pt x="9322" y="9869"/>
                  </a:cubicBezTo>
                  <a:cubicBezTo>
                    <a:pt x="8969" y="8992"/>
                    <a:pt x="7053" y="4279"/>
                    <a:pt x="6020" y="2708"/>
                  </a:cubicBezTo>
                  <a:cubicBezTo>
                    <a:pt x="5820" y="2403"/>
                    <a:pt x="5554" y="2154"/>
                    <a:pt x="5238" y="1972"/>
                  </a:cubicBezTo>
                  <a:lnTo>
                    <a:pt x="1885" y="36"/>
                  </a:lnTo>
                  <a:cubicBezTo>
                    <a:pt x="1843" y="12"/>
                    <a:pt x="1798" y="0"/>
                    <a:pt x="1754" y="0"/>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3" name="Google Shape;4233;p72"/>
            <p:cNvSpPr/>
            <p:nvPr/>
          </p:nvSpPr>
          <p:spPr>
            <a:xfrm>
              <a:off x="1436450" y="1815100"/>
              <a:ext cx="223550" cy="262350"/>
            </a:xfrm>
            <a:custGeom>
              <a:avLst/>
              <a:gdLst/>
              <a:ahLst/>
              <a:cxnLst/>
              <a:rect l="l" t="t" r="r" b="b"/>
              <a:pathLst>
                <a:path w="8942" h="10494" extrusionOk="0">
                  <a:moveTo>
                    <a:pt x="1710" y="0"/>
                  </a:moveTo>
                  <a:cubicBezTo>
                    <a:pt x="1563" y="0"/>
                    <a:pt x="1424" y="91"/>
                    <a:pt x="1373" y="243"/>
                  </a:cubicBezTo>
                  <a:cubicBezTo>
                    <a:pt x="1085" y="1102"/>
                    <a:pt x="563" y="2839"/>
                    <a:pt x="1" y="5536"/>
                  </a:cubicBezTo>
                  <a:cubicBezTo>
                    <a:pt x="7" y="5589"/>
                    <a:pt x="122" y="5734"/>
                    <a:pt x="214" y="5787"/>
                  </a:cubicBezTo>
                  <a:lnTo>
                    <a:pt x="8367" y="10494"/>
                  </a:lnTo>
                  <a:cubicBezTo>
                    <a:pt x="8480" y="10298"/>
                    <a:pt x="8672" y="10149"/>
                    <a:pt x="8942" y="10108"/>
                  </a:cubicBezTo>
                  <a:lnTo>
                    <a:pt x="8942" y="9795"/>
                  </a:lnTo>
                  <a:cubicBezTo>
                    <a:pt x="8928" y="9724"/>
                    <a:pt x="8916" y="9655"/>
                    <a:pt x="8902" y="9585"/>
                  </a:cubicBezTo>
                  <a:cubicBezTo>
                    <a:pt x="8533" y="8668"/>
                    <a:pt x="6633" y="4003"/>
                    <a:pt x="5620" y="2460"/>
                  </a:cubicBezTo>
                  <a:cubicBezTo>
                    <a:pt x="5439" y="2184"/>
                    <a:pt x="5200" y="1959"/>
                    <a:pt x="4910" y="1792"/>
                  </a:cubicBezTo>
                  <a:lnTo>
                    <a:pt x="1893" y="50"/>
                  </a:lnTo>
                  <a:cubicBezTo>
                    <a:pt x="1834" y="16"/>
                    <a:pt x="1771" y="0"/>
                    <a:pt x="1710" y="0"/>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4" name="Google Shape;4234;p72"/>
            <p:cNvSpPr/>
            <p:nvPr/>
          </p:nvSpPr>
          <p:spPr>
            <a:xfrm>
              <a:off x="928325" y="1544225"/>
              <a:ext cx="512450" cy="398600"/>
            </a:xfrm>
            <a:custGeom>
              <a:avLst/>
              <a:gdLst/>
              <a:ahLst/>
              <a:cxnLst/>
              <a:rect l="l" t="t" r="r" b="b"/>
              <a:pathLst>
                <a:path w="20498" h="15944" extrusionOk="0">
                  <a:moveTo>
                    <a:pt x="3020" y="0"/>
                  </a:moveTo>
                  <a:cubicBezTo>
                    <a:pt x="2786" y="0"/>
                    <a:pt x="2545" y="179"/>
                    <a:pt x="2425" y="382"/>
                  </a:cubicBezTo>
                  <a:cubicBezTo>
                    <a:pt x="1810" y="1415"/>
                    <a:pt x="471" y="4179"/>
                    <a:pt x="68" y="5019"/>
                  </a:cubicBezTo>
                  <a:cubicBezTo>
                    <a:pt x="1" y="5161"/>
                    <a:pt x="54" y="5326"/>
                    <a:pt x="189" y="5404"/>
                  </a:cubicBezTo>
                  <a:lnTo>
                    <a:pt x="18400" y="15919"/>
                  </a:lnTo>
                  <a:cubicBezTo>
                    <a:pt x="18430" y="15936"/>
                    <a:pt x="18463" y="15944"/>
                    <a:pt x="18494" y="15944"/>
                  </a:cubicBezTo>
                  <a:cubicBezTo>
                    <a:pt x="18581" y="15944"/>
                    <a:pt x="18662" y="15884"/>
                    <a:pt x="18681" y="15790"/>
                  </a:cubicBezTo>
                  <a:cubicBezTo>
                    <a:pt x="19210" y="13153"/>
                    <a:pt x="20218" y="10540"/>
                    <a:pt x="20465" y="9922"/>
                  </a:cubicBezTo>
                  <a:cubicBezTo>
                    <a:pt x="20497" y="9840"/>
                    <a:pt x="20467" y="9752"/>
                    <a:pt x="20392" y="9708"/>
                  </a:cubicBezTo>
                  <a:cubicBezTo>
                    <a:pt x="19722" y="9306"/>
                    <a:pt x="4286" y="273"/>
                    <a:pt x="3115" y="11"/>
                  </a:cubicBezTo>
                  <a:cubicBezTo>
                    <a:pt x="3084" y="4"/>
                    <a:pt x="3052" y="0"/>
                    <a:pt x="3020" y="0"/>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5" name="Google Shape;4235;p72"/>
            <p:cNvSpPr/>
            <p:nvPr/>
          </p:nvSpPr>
          <p:spPr>
            <a:xfrm>
              <a:off x="1695050" y="1855250"/>
              <a:ext cx="676025" cy="431150"/>
            </a:xfrm>
            <a:custGeom>
              <a:avLst/>
              <a:gdLst/>
              <a:ahLst/>
              <a:cxnLst/>
              <a:rect l="l" t="t" r="r" b="b"/>
              <a:pathLst>
                <a:path w="27041" h="17246" extrusionOk="0">
                  <a:moveTo>
                    <a:pt x="16254" y="0"/>
                  </a:moveTo>
                  <a:cubicBezTo>
                    <a:pt x="15203" y="1348"/>
                    <a:pt x="9091" y="7119"/>
                    <a:pt x="1" y="9949"/>
                  </a:cubicBezTo>
                  <a:cubicBezTo>
                    <a:pt x="1" y="9949"/>
                    <a:pt x="8684" y="16831"/>
                    <a:pt x="11771" y="17205"/>
                  </a:cubicBezTo>
                  <a:cubicBezTo>
                    <a:pt x="11993" y="17232"/>
                    <a:pt x="12213" y="17245"/>
                    <a:pt x="12433" y="17245"/>
                  </a:cubicBezTo>
                  <a:cubicBezTo>
                    <a:pt x="14544" y="17245"/>
                    <a:pt x="16624" y="16041"/>
                    <a:pt x="19792" y="14297"/>
                  </a:cubicBezTo>
                  <a:cubicBezTo>
                    <a:pt x="26400" y="10662"/>
                    <a:pt x="27041" y="9371"/>
                    <a:pt x="27041" y="8659"/>
                  </a:cubicBezTo>
                  <a:cubicBezTo>
                    <a:pt x="27041" y="6315"/>
                    <a:pt x="18368" y="1156"/>
                    <a:pt x="16254"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6" name="Google Shape;4236;p72"/>
            <p:cNvSpPr/>
            <p:nvPr/>
          </p:nvSpPr>
          <p:spPr>
            <a:xfrm>
              <a:off x="1859750" y="2137675"/>
              <a:ext cx="516650" cy="351600"/>
            </a:xfrm>
            <a:custGeom>
              <a:avLst/>
              <a:gdLst/>
              <a:ahLst/>
              <a:cxnLst/>
              <a:rect l="l" t="t" r="r" b="b"/>
              <a:pathLst>
                <a:path w="20666" h="14064" extrusionOk="0">
                  <a:moveTo>
                    <a:pt x="19087" y="1"/>
                  </a:moveTo>
                  <a:cubicBezTo>
                    <a:pt x="19071" y="1"/>
                    <a:pt x="19056" y="5"/>
                    <a:pt x="19042" y="15"/>
                  </a:cubicBezTo>
                  <a:cubicBezTo>
                    <a:pt x="15827" y="2190"/>
                    <a:pt x="12528" y="4047"/>
                    <a:pt x="10348" y="5192"/>
                  </a:cubicBezTo>
                  <a:cubicBezTo>
                    <a:pt x="9725" y="5519"/>
                    <a:pt x="9160" y="6187"/>
                    <a:pt x="8937" y="6854"/>
                  </a:cubicBezTo>
                  <a:lnTo>
                    <a:pt x="8359" y="8562"/>
                  </a:lnTo>
                  <a:cubicBezTo>
                    <a:pt x="7979" y="10047"/>
                    <a:pt x="6427" y="10572"/>
                    <a:pt x="4686" y="10572"/>
                  </a:cubicBezTo>
                  <a:cubicBezTo>
                    <a:pt x="3471" y="10572"/>
                    <a:pt x="2164" y="10316"/>
                    <a:pt x="1100" y="9954"/>
                  </a:cubicBezTo>
                  <a:cubicBezTo>
                    <a:pt x="1009" y="9923"/>
                    <a:pt x="916" y="9908"/>
                    <a:pt x="827" y="9908"/>
                  </a:cubicBezTo>
                  <a:cubicBezTo>
                    <a:pt x="387" y="9908"/>
                    <a:pt x="1" y="10260"/>
                    <a:pt x="1" y="10734"/>
                  </a:cubicBezTo>
                  <a:lnTo>
                    <a:pt x="1" y="12505"/>
                  </a:lnTo>
                  <a:cubicBezTo>
                    <a:pt x="1" y="12760"/>
                    <a:pt x="137" y="12996"/>
                    <a:pt x="359" y="13125"/>
                  </a:cubicBezTo>
                  <a:lnTo>
                    <a:pt x="787" y="13371"/>
                  </a:lnTo>
                  <a:cubicBezTo>
                    <a:pt x="1350" y="13697"/>
                    <a:pt x="2670" y="14064"/>
                    <a:pt x="4315" y="14064"/>
                  </a:cubicBezTo>
                  <a:cubicBezTo>
                    <a:pt x="5637" y="14064"/>
                    <a:pt x="7169" y="13827"/>
                    <a:pt x="8684" y="13140"/>
                  </a:cubicBezTo>
                  <a:cubicBezTo>
                    <a:pt x="12090" y="11599"/>
                    <a:pt x="15180" y="9795"/>
                    <a:pt x="17960" y="7728"/>
                  </a:cubicBezTo>
                  <a:cubicBezTo>
                    <a:pt x="19304" y="6727"/>
                    <a:pt x="20364" y="5231"/>
                    <a:pt x="20557" y="3601"/>
                  </a:cubicBezTo>
                  <a:cubicBezTo>
                    <a:pt x="20588" y="3348"/>
                    <a:pt x="20666" y="1303"/>
                    <a:pt x="20338" y="1045"/>
                  </a:cubicBezTo>
                  <a:lnTo>
                    <a:pt x="20336" y="1671"/>
                  </a:lnTo>
                  <a:cubicBezTo>
                    <a:pt x="20336" y="1671"/>
                    <a:pt x="20263" y="1890"/>
                    <a:pt x="20131" y="1893"/>
                  </a:cubicBezTo>
                  <a:cubicBezTo>
                    <a:pt x="20131" y="1893"/>
                    <a:pt x="20131" y="1893"/>
                    <a:pt x="20131" y="1893"/>
                  </a:cubicBezTo>
                  <a:cubicBezTo>
                    <a:pt x="20021" y="1893"/>
                    <a:pt x="19404" y="1"/>
                    <a:pt x="19087"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7" name="Google Shape;4237;p72"/>
            <p:cNvSpPr/>
            <p:nvPr/>
          </p:nvSpPr>
          <p:spPr>
            <a:xfrm>
              <a:off x="2073325" y="2145775"/>
              <a:ext cx="282425" cy="228300"/>
            </a:xfrm>
            <a:custGeom>
              <a:avLst/>
              <a:gdLst/>
              <a:ahLst/>
              <a:cxnLst/>
              <a:rect l="l" t="t" r="r" b="b"/>
              <a:pathLst>
                <a:path w="11297" h="9132" extrusionOk="0">
                  <a:moveTo>
                    <a:pt x="10438" y="0"/>
                  </a:moveTo>
                  <a:cubicBezTo>
                    <a:pt x="10426" y="0"/>
                    <a:pt x="10415" y="4"/>
                    <a:pt x="10404" y="11"/>
                  </a:cubicBezTo>
                  <a:cubicBezTo>
                    <a:pt x="7248" y="2207"/>
                    <a:pt x="3738" y="4187"/>
                    <a:pt x="1889" y="5160"/>
                  </a:cubicBezTo>
                  <a:cubicBezTo>
                    <a:pt x="1317" y="5460"/>
                    <a:pt x="926" y="6093"/>
                    <a:pt x="722" y="6708"/>
                  </a:cubicBezTo>
                  <a:cubicBezTo>
                    <a:pt x="722" y="6708"/>
                    <a:pt x="197" y="8873"/>
                    <a:pt x="0" y="9132"/>
                  </a:cubicBezTo>
                  <a:cubicBezTo>
                    <a:pt x="3226" y="8220"/>
                    <a:pt x="10518" y="3882"/>
                    <a:pt x="11297" y="1991"/>
                  </a:cubicBezTo>
                  <a:cubicBezTo>
                    <a:pt x="11133" y="1486"/>
                    <a:pt x="10678" y="0"/>
                    <a:pt x="1043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8" name="Google Shape;4238;p72"/>
            <p:cNvSpPr/>
            <p:nvPr/>
          </p:nvSpPr>
          <p:spPr>
            <a:xfrm>
              <a:off x="1891100" y="2292125"/>
              <a:ext cx="181675" cy="73875"/>
            </a:xfrm>
            <a:custGeom>
              <a:avLst/>
              <a:gdLst/>
              <a:ahLst/>
              <a:cxnLst/>
              <a:rect l="l" t="t" r="r" b="b"/>
              <a:pathLst>
                <a:path w="7267" h="2955" extrusionOk="0">
                  <a:moveTo>
                    <a:pt x="7051" y="1"/>
                  </a:moveTo>
                  <a:cubicBezTo>
                    <a:pt x="7047" y="1"/>
                    <a:pt x="7042" y="2"/>
                    <a:pt x="7038" y="3"/>
                  </a:cubicBezTo>
                  <a:cubicBezTo>
                    <a:pt x="5856" y="398"/>
                    <a:pt x="4584" y="514"/>
                    <a:pt x="3515" y="514"/>
                  </a:cubicBezTo>
                  <a:cubicBezTo>
                    <a:pt x="2596" y="514"/>
                    <a:pt x="1826" y="428"/>
                    <a:pt x="1391" y="360"/>
                  </a:cubicBezTo>
                  <a:cubicBezTo>
                    <a:pt x="1357" y="355"/>
                    <a:pt x="1323" y="352"/>
                    <a:pt x="1289" y="352"/>
                  </a:cubicBezTo>
                  <a:cubicBezTo>
                    <a:pt x="590" y="352"/>
                    <a:pt x="1" y="1465"/>
                    <a:pt x="976" y="2409"/>
                  </a:cubicBezTo>
                  <a:cubicBezTo>
                    <a:pt x="1372" y="2793"/>
                    <a:pt x="2280" y="2955"/>
                    <a:pt x="3261" y="2955"/>
                  </a:cubicBezTo>
                  <a:cubicBezTo>
                    <a:pt x="4445" y="2955"/>
                    <a:pt x="5736" y="2720"/>
                    <a:pt x="6371" y="2358"/>
                  </a:cubicBezTo>
                  <a:cubicBezTo>
                    <a:pt x="6606" y="2225"/>
                    <a:pt x="7267" y="1"/>
                    <a:pt x="705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9" name="Google Shape;4239;p72"/>
            <p:cNvSpPr/>
            <p:nvPr/>
          </p:nvSpPr>
          <p:spPr>
            <a:xfrm>
              <a:off x="1891125" y="2300950"/>
              <a:ext cx="40750" cy="59975"/>
            </a:xfrm>
            <a:custGeom>
              <a:avLst/>
              <a:gdLst/>
              <a:ahLst/>
              <a:cxnLst/>
              <a:rect l="l" t="t" r="r" b="b"/>
              <a:pathLst>
                <a:path w="1630" h="2399" extrusionOk="0">
                  <a:moveTo>
                    <a:pt x="1304" y="1"/>
                  </a:moveTo>
                  <a:cubicBezTo>
                    <a:pt x="588" y="1"/>
                    <a:pt x="0" y="1113"/>
                    <a:pt x="975" y="2056"/>
                  </a:cubicBezTo>
                  <a:cubicBezTo>
                    <a:pt x="1125" y="2203"/>
                    <a:pt x="1354" y="2315"/>
                    <a:pt x="1630" y="2399"/>
                  </a:cubicBezTo>
                  <a:cubicBezTo>
                    <a:pt x="1335" y="1588"/>
                    <a:pt x="1199" y="737"/>
                    <a:pt x="1410" y="9"/>
                  </a:cubicBezTo>
                  <a:cubicBezTo>
                    <a:pt x="1375" y="3"/>
                    <a:pt x="1339" y="1"/>
                    <a:pt x="1304" y="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0" name="Google Shape;4240;p72"/>
            <p:cNvSpPr/>
            <p:nvPr/>
          </p:nvSpPr>
          <p:spPr>
            <a:xfrm>
              <a:off x="2346725" y="2091950"/>
              <a:ext cx="27725" cy="65850"/>
            </a:xfrm>
            <a:custGeom>
              <a:avLst/>
              <a:gdLst/>
              <a:ahLst/>
              <a:cxnLst/>
              <a:rect l="l" t="t" r="r" b="b"/>
              <a:pathLst>
                <a:path w="1109" h="2634" extrusionOk="0">
                  <a:moveTo>
                    <a:pt x="974" y="1"/>
                  </a:moveTo>
                  <a:lnTo>
                    <a:pt x="974" y="1"/>
                  </a:lnTo>
                  <a:cubicBezTo>
                    <a:pt x="801" y="677"/>
                    <a:pt x="144" y="1125"/>
                    <a:pt x="57" y="1338"/>
                  </a:cubicBezTo>
                  <a:cubicBezTo>
                    <a:pt x="0" y="1477"/>
                    <a:pt x="510" y="2634"/>
                    <a:pt x="700" y="2634"/>
                  </a:cubicBezTo>
                  <a:cubicBezTo>
                    <a:pt x="705" y="2634"/>
                    <a:pt x="709" y="2633"/>
                    <a:pt x="713" y="2632"/>
                  </a:cubicBezTo>
                  <a:cubicBezTo>
                    <a:pt x="756" y="2617"/>
                    <a:pt x="850" y="2500"/>
                    <a:pt x="866" y="2454"/>
                  </a:cubicBezTo>
                  <a:cubicBezTo>
                    <a:pt x="1109" y="1812"/>
                    <a:pt x="1035" y="420"/>
                    <a:pt x="97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1" name="Google Shape;4241;p72"/>
            <p:cNvSpPr/>
            <p:nvPr/>
          </p:nvSpPr>
          <p:spPr>
            <a:xfrm>
              <a:off x="1877050" y="2185025"/>
              <a:ext cx="497325" cy="232175"/>
            </a:xfrm>
            <a:custGeom>
              <a:avLst/>
              <a:gdLst/>
              <a:ahLst/>
              <a:cxnLst/>
              <a:rect l="l" t="t" r="r" b="b"/>
              <a:pathLst>
                <a:path w="19893" h="9287" extrusionOk="0">
                  <a:moveTo>
                    <a:pt x="19867" y="0"/>
                  </a:moveTo>
                  <a:cubicBezTo>
                    <a:pt x="19805" y="109"/>
                    <a:pt x="19732" y="230"/>
                    <a:pt x="19647" y="370"/>
                  </a:cubicBezTo>
                  <a:cubicBezTo>
                    <a:pt x="19471" y="626"/>
                    <a:pt x="19241" y="925"/>
                    <a:pt x="18948" y="1245"/>
                  </a:cubicBezTo>
                  <a:cubicBezTo>
                    <a:pt x="18648" y="1561"/>
                    <a:pt x="18292" y="1898"/>
                    <a:pt x="17880" y="2246"/>
                  </a:cubicBezTo>
                  <a:cubicBezTo>
                    <a:pt x="16228" y="3634"/>
                    <a:pt x="13713" y="5101"/>
                    <a:pt x="11131" y="6418"/>
                  </a:cubicBezTo>
                  <a:cubicBezTo>
                    <a:pt x="10488" y="6740"/>
                    <a:pt x="9832" y="7088"/>
                    <a:pt x="9194" y="7379"/>
                  </a:cubicBezTo>
                  <a:cubicBezTo>
                    <a:pt x="8557" y="7686"/>
                    <a:pt x="7908" y="7939"/>
                    <a:pt x="7273" y="8158"/>
                  </a:cubicBezTo>
                  <a:cubicBezTo>
                    <a:pt x="6636" y="8367"/>
                    <a:pt x="6009" y="8534"/>
                    <a:pt x="5406" y="8655"/>
                  </a:cubicBezTo>
                  <a:cubicBezTo>
                    <a:pt x="4803" y="8767"/>
                    <a:pt x="4225" y="8840"/>
                    <a:pt x="3692" y="8856"/>
                  </a:cubicBezTo>
                  <a:cubicBezTo>
                    <a:pt x="3555" y="8862"/>
                    <a:pt x="3421" y="8865"/>
                    <a:pt x="3290" y="8865"/>
                  </a:cubicBezTo>
                  <a:cubicBezTo>
                    <a:pt x="2911" y="8865"/>
                    <a:pt x="2557" y="8841"/>
                    <a:pt x="2237" y="8807"/>
                  </a:cubicBezTo>
                  <a:cubicBezTo>
                    <a:pt x="1805" y="8762"/>
                    <a:pt x="1435" y="8683"/>
                    <a:pt x="1135" y="8603"/>
                  </a:cubicBezTo>
                  <a:cubicBezTo>
                    <a:pt x="531" y="8436"/>
                    <a:pt x="232" y="8267"/>
                    <a:pt x="232" y="8267"/>
                  </a:cubicBezTo>
                  <a:cubicBezTo>
                    <a:pt x="209" y="8254"/>
                    <a:pt x="185" y="8248"/>
                    <a:pt x="161" y="8248"/>
                  </a:cubicBezTo>
                  <a:cubicBezTo>
                    <a:pt x="114" y="8248"/>
                    <a:pt x="68" y="8272"/>
                    <a:pt x="42" y="8315"/>
                  </a:cubicBezTo>
                  <a:cubicBezTo>
                    <a:pt x="0" y="8381"/>
                    <a:pt x="20" y="8468"/>
                    <a:pt x="88" y="8509"/>
                  </a:cubicBezTo>
                  <a:cubicBezTo>
                    <a:pt x="91" y="8511"/>
                    <a:pt x="423" y="8718"/>
                    <a:pt x="1041" y="8917"/>
                  </a:cubicBezTo>
                  <a:cubicBezTo>
                    <a:pt x="1352" y="9014"/>
                    <a:pt x="1737" y="9115"/>
                    <a:pt x="2186" y="9182"/>
                  </a:cubicBezTo>
                  <a:cubicBezTo>
                    <a:pt x="2575" y="9244"/>
                    <a:pt x="3014" y="9287"/>
                    <a:pt x="3488" y="9287"/>
                  </a:cubicBezTo>
                  <a:cubicBezTo>
                    <a:pt x="3559" y="9287"/>
                    <a:pt x="3630" y="9286"/>
                    <a:pt x="3703" y="9284"/>
                  </a:cubicBezTo>
                  <a:cubicBezTo>
                    <a:pt x="4261" y="9282"/>
                    <a:pt x="4862" y="9219"/>
                    <a:pt x="5490" y="9118"/>
                  </a:cubicBezTo>
                  <a:cubicBezTo>
                    <a:pt x="6119" y="9012"/>
                    <a:pt x="6770" y="8848"/>
                    <a:pt x="7431" y="8637"/>
                  </a:cubicBezTo>
                  <a:cubicBezTo>
                    <a:pt x="8087" y="8414"/>
                    <a:pt x="8756" y="8160"/>
                    <a:pt x="9414" y="7850"/>
                  </a:cubicBezTo>
                  <a:cubicBezTo>
                    <a:pt x="10079" y="7548"/>
                    <a:pt x="10718" y="7229"/>
                    <a:pt x="11371" y="6889"/>
                  </a:cubicBezTo>
                  <a:cubicBezTo>
                    <a:pt x="12670" y="6214"/>
                    <a:pt x="13949" y="5507"/>
                    <a:pt x="15115" y="4781"/>
                  </a:cubicBezTo>
                  <a:cubicBezTo>
                    <a:pt x="16279" y="4053"/>
                    <a:pt x="17323" y="3295"/>
                    <a:pt x="18154" y="2564"/>
                  </a:cubicBezTo>
                  <a:cubicBezTo>
                    <a:pt x="18573" y="2200"/>
                    <a:pt x="18924" y="1829"/>
                    <a:pt x="19224" y="1491"/>
                  </a:cubicBezTo>
                  <a:cubicBezTo>
                    <a:pt x="19503" y="1159"/>
                    <a:pt x="19721" y="851"/>
                    <a:pt x="19893" y="583"/>
                  </a:cubicBezTo>
                  <a:cubicBezTo>
                    <a:pt x="19890" y="388"/>
                    <a:pt x="19882" y="187"/>
                    <a:pt x="19867"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2" name="Google Shape;4242;p72"/>
            <p:cNvSpPr/>
            <p:nvPr/>
          </p:nvSpPr>
          <p:spPr>
            <a:xfrm>
              <a:off x="865600" y="1788525"/>
              <a:ext cx="105600" cy="160525"/>
            </a:xfrm>
            <a:custGeom>
              <a:avLst/>
              <a:gdLst/>
              <a:ahLst/>
              <a:cxnLst/>
              <a:rect l="l" t="t" r="r" b="b"/>
              <a:pathLst>
                <a:path w="4224" h="6421" extrusionOk="0">
                  <a:moveTo>
                    <a:pt x="1156" y="0"/>
                  </a:moveTo>
                  <a:lnTo>
                    <a:pt x="434" y="715"/>
                  </a:lnTo>
                  <a:cubicBezTo>
                    <a:pt x="156" y="989"/>
                    <a:pt x="0" y="1363"/>
                    <a:pt x="0" y="1754"/>
                  </a:cubicBezTo>
                  <a:lnTo>
                    <a:pt x="0" y="2763"/>
                  </a:lnTo>
                  <a:cubicBezTo>
                    <a:pt x="0" y="3292"/>
                    <a:pt x="238" y="3792"/>
                    <a:pt x="647" y="4124"/>
                  </a:cubicBezTo>
                  <a:lnTo>
                    <a:pt x="2343" y="5503"/>
                  </a:lnTo>
                  <a:cubicBezTo>
                    <a:pt x="2516" y="5644"/>
                    <a:pt x="2700" y="5771"/>
                    <a:pt x="2893" y="5883"/>
                  </a:cubicBezTo>
                  <a:lnTo>
                    <a:pt x="3825" y="6421"/>
                  </a:lnTo>
                  <a:lnTo>
                    <a:pt x="4224" y="6189"/>
                  </a:lnTo>
                  <a:lnTo>
                    <a:pt x="4224" y="3211"/>
                  </a:lnTo>
                  <a:lnTo>
                    <a:pt x="1158" y="1440"/>
                  </a:lnTo>
                  <a:lnTo>
                    <a:pt x="1156"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3" name="Google Shape;4243;p72"/>
            <p:cNvSpPr/>
            <p:nvPr/>
          </p:nvSpPr>
          <p:spPr>
            <a:xfrm>
              <a:off x="2141175" y="1949775"/>
              <a:ext cx="124200" cy="121625"/>
            </a:xfrm>
            <a:custGeom>
              <a:avLst/>
              <a:gdLst/>
              <a:ahLst/>
              <a:cxnLst/>
              <a:rect l="l" t="t" r="r" b="b"/>
              <a:pathLst>
                <a:path w="4968" h="4865" extrusionOk="0">
                  <a:moveTo>
                    <a:pt x="15" y="0"/>
                  </a:moveTo>
                  <a:cubicBezTo>
                    <a:pt x="0" y="17"/>
                    <a:pt x="1234" y="1233"/>
                    <a:pt x="2468" y="2448"/>
                  </a:cubicBezTo>
                  <a:cubicBezTo>
                    <a:pt x="3710" y="3657"/>
                    <a:pt x="4952" y="4865"/>
                    <a:pt x="4952" y="4865"/>
                  </a:cubicBezTo>
                  <a:cubicBezTo>
                    <a:pt x="4967" y="4848"/>
                    <a:pt x="4898" y="4765"/>
                    <a:pt x="4777" y="4618"/>
                  </a:cubicBezTo>
                  <a:cubicBezTo>
                    <a:pt x="4653" y="4472"/>
                    <a:pt x="4489" y="4253"/>
                    <a:pt x="4268" y="4014"/>
                  </a:cubicBezTo>
                  <a:cubicBezTo>
                    <a:pt x="4048" y="3776"/>
                    <a:pt x="3802" y="3485"/>
                    <a:pt x="3517" y="3195"/>
                  </a:cubicBezTo>
                  <a:cubicBezTo>
                    <a:pt x="3232" y="2905"/>
                    <a:pt x="2928" y="2597"/>
                    <a:pt x="2626" y="2288"/>
                  </a:cubicBezTo>
                  <a:cubicBezTo>
                    <a:pt x="2310" y="1990"/>
                    <a:pt x="1995" y="1694"/>
                    <a:pt x="1699" y="1415"/>
                  </a:cubicBezTo>
                  <a:cubicBezTo>
                    <a:pt x="1404" y="1136"/>
                    <a:pt x="1108" y="897"/>
                    <a:pt x="865" y="681"/>
                  </a:cubicBezTo>
                  <a:cubicBezTo>
                    <a:pt x="621" y="465"/>
                    <a:pt x="399" y="307"/>
                    <a:pt x="251" y="186"/>
                  </a:cubicBezTo>
                  <a:cubicBezTo>
                    <a:pt x="101" y="68"/>
                    <a:pt x="15" y="0"/>
                    <a:pt x="15"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4" name="Google Shape;4244;p72"/>
            <p:cNvSpPr/>
            <p:nvPr/>
          </p:nvSpPr>
          <p:spPr>
            <a:xfrm>
              <a:off x="1853925" y="2109750"/>
              <a:ext cx="174500" cy="99625"/>
            </a:xfrm>
            <a:custGeom>
              <a:avLst/>
              <a:gdLst/>
              <a:ahLst/>
              <a:cxnLst/>
              <a:rect l="l" t="t" r="r" b="b"/>
              <a:pathLst>
                <a:path w="6980" h="3985" extrusionOk="0">
                  <a:moveTo>
                    <a:pt x="11" y="0"/>
                  </a:moveTo>
                  <a:lnTo>
                    <a:pt x="11" y="0"/>
                  </a:lnTo>
                  <a:cubicBezTo>
                    <a:pt x="1" y="20"/>
                    <a:pt x="103" y="92"/>
                    <a:pt x="284" y="218"/>
                  </a:cubicBezTo>
                  <a:cubicBezTo>
                    <a:pt x="467" y="341"/>
                    <a:pt x="718" y="532"/>
                    <a:pt x="1036" y="733"/>
                  </a:cubicBezTo>
                  <a:cubicBezTo>
                    <a:pt x="1354" y="933"/>
                    <a:pt x="1718" y="1179"/>
                    <a:pt x="2123" y="1419"/>
                  </a:cubicBezTo>
                  <a:cubicBezTo>
                    <a:pt x="2527" y="1658"/>
                    <a:pt x="2958" y="1914"/>
                    <a:pt x="3390" y="2168"/>
                  </a:cubicBezTo>
                  <a:cubicBezTo>
                    <a:pt x="3830" y="2409"/>
                    <a:pt x="4269" y="2650"/>
                    <a:pt x="4681" y="2875"/>
                  </a:cubicBezTo>
                  <a:cubicBezTo>
                    <a:pt x="5094" y="3102"/>
                    <a:pt x="5492" y="3286"/>
                    <a:pt x="5827" y="3459"/>
                  </a:cubicBezTo>
                  <a:cubicBezTo>
                    <a:pt x="6162" y="3631"/>
                    <a:pt x="6455" y="3747"/>
                    <a:pt x="6653" y="3842"/>
                  </a:cubicBezTo>
                  <a:cubicBezTo>
                    <a:pt x="6854" y="3933"/>
                    <a:pt x="6969" y="3985"/>
                    <a:pt x="6969" y="3985"/>
                  </a:cubicBezTo>
                  <a:cubicBezTo>
                    <a:pt x="6980" y="3965"/>
                    <a:pt x="5241" y="2969"/>
                    <a:pt x="3501" y="1974"/>
                  </a:cubicBezTo>
                  <a:cubicBezTo>
                    <a:pt x="1756" y="986"/>
                    <a:pt x="12" y="0"/>
                    <a:pt x="11"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5" name="Google Shape;4245;p72"/>
            <p:cNvSpPr/>
            <p:nvPr/>
          </p:nvSpPr>
          <p:spPr>
            <a:xfrm>
              <a:off x="1606250" y="2054550"/>
              <a:ext cx="54575" cy="32950"/>
            </a:xfrm>
            <a:custGeom>
              <a:avLst/>
              <a:gdLst/>
              <a:ahLst/>
              <a:cxnLst/>
              <a:rect l="l" t="t" r="r" b="b"/>
              <a:pathLst>
                <a:path w="2183" h="1318" extrusionOk="0">
                  <a:moveTo>
                    <a:pt x="1815" y="0"/>
                  </a:moveTo>
                  <a:cubicBezTo>
                    <a:pt x="1517" y="0"/>
                    <a:pt x="488" y="167"/>
                    <a:pt x="293" y="192"/>
                  </a:cubicBezTo>
                  <a:lnTo>
                    <a:pt x="0" y="1318"/>
                  </a:lnTo>
                  <a:lnTo>
                    <a:pt x="1799" y="1204"/>
                  </a:lnTo>
                  <a:cubicBezTo>
                    <a:pt x="1799" y="1204"/>
                    <a:pt x="2182" y="1092"/>
                    <a:pt x="2182" y="620"/>
                  </a:cubicBezTo>
                  <a:cubicBezTo>
                    <a:pt x="2182" y="428"/>
                    <a:pt x="2130" y="198"/>
                    <a:pt x="1981" y="64"/>
                  </a:cubicBezTo>
                  <a:cubicBezTo>
                    <a:pt x="1951" y="36"/>
                    <a:pt x="1918" y="18"/>
                    <a:pt x="1885" y="7"/>
                  </a:cubicBezTo>
                  <a:cubicBezTo>
                    <a:pt x="1872" y="2"/>
                    <a:pt x="1848" y="0"/>
                    <a:pt x="1815"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6" name="Google Shape;4246;p72"/>
            <p:cNvSpPr/>
            <p:nvPr/>
          </p:nvSpPr>
          <p:spPr>
            <a:xfrm>
              <a:off x="1536225" y="2037150"/>
              <a:ext cx="84950" cy="58625"/>
            </a:xfrm>
            <a:custGeom>
              <a:avLst/>
              <a:gdLst/>
              <a:ahLst/>
              <a:cxnLst/>
              <a:rect l="l" t="t" r="r" b="b"/>
              <a:pathLst>
                <a:path w="3398" h="2345" extrusionOk="0">
                  <a:moveTo>
                    <a:pt x="2764" y="0"/>
                  </a:moveTo>
                  <a:cubicBezTo>
                    <a:pt x="2495" y="0"/>
                    <a:pt x="2220" y="105"/>
                    <a:pt x="1963" y="174"/>
                  </a:cubicBezTo>
                  <a:cubicBezTo>
                    <a:pt x="65" y="680"/>
                    <a:pt x="0" y="996"/>
                    <a:pt x="4" y="1788"/>
                  </a:cubicBezTo>
                  <a:cubicBezTo>
                    <a:pt x="6" y="2240"/>
                    <a:pt x="889" y="2345"/>
                    <a:pt x="1598" y="2345"/>
                  </a:cubicBezTo>
                  <a:cubicBezTo>
                    <a:pt x="1850" y="2345"/>
                    <a:pt x="2080" y="2331"/>
                    <a:pt x="2240" y="2316"/>
                  </a:cubicBezTo>
                  <a:cubicBezTo>
                    <a:pt x="2782" y="2262"/>
                    <a:pt x="3352" y="2283"/>
                    <a:pt x="3392" y="563"/>
                  </a:cubicBezTo>
                  <a:cubicBezTo>
                    <a:pt x="3398" y="323"/>
                    <a:pt x="3326" y="143"/>
                    <a:pt x="3045" y="45"/>
                  </a:cubicBezTo>
                  <a:cubicBezTo>
                    <a:pt x="2953" y="13"/>
                    <a:pt x="2859" y="0"/>
                    <a:pt x="2764"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7" name="Google Shape;4247;p72"/>
            <p:cNvSpPr/>
            <p:nvPr/>
          </p:nvSpPr>
          <p:spPr>
            <a:xfrm>
              <a:off x="1561750" y="2044150"/>
              <a:ext cx="50975" cy="16125"/>
            </a:xfrm>
            <a:custGeom>
              <a:avLst/>
              <a:gdLst/>
              <a:ahLst/>
              <a:cxnLst/>
              <a:rect l="l" t="t" r="r" b="b"/>
              <a:pathLst>
                <a:path w="2039" h="645" extrusionOk="0">
                  <a:moveTo>
                    <a:pt x="1813" y="1"/>
                  </a:moveTo>
                  <a:cubicBezTo>
                    <a:pt x="1622" y="1"/>
                    <a:pt x="1312" y="50"/>
                    <a:pt x="971" y="141"/>
                  </a:cubicBezTo>
                  <a:cubicBezTo>
                    <a:pt x="424" y="288"/>
                    <a:pt x="1" y="489"/>
                    <a:pt x="28" y="588"/>
                  </a:cubicBezTo>
                  <a:cubicBezTo>
                    <a:pt x="38" y="626"/>
                    <a:pt x="111" y="644"/>
                    <a:pt x="228" y="644"/>
                  </a:cubicBezTo>
                  <a:cubicBezTo>
                    <a:pt x="419" y="644"/>
                    <a:pt x="728" y="595"/>
                    <a:pt x="1068" y="504"/>
                  </a:cubicBezTo>
                  <a:cubicBezTo>
                    <a:pt x="1616" y="357"/>
                    <a:pt x="2038" y="158"/>
                    <a:pt x="2010" y="56"/>
                  </a:cubicBezTo>
                  <a:cubicBezTo>
                    <a:pt x="2001" y="19"/>
                    <a:pt x="1928" y="1"/>
                    <a:pt x="1813" y="1"/>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8" name="Google Shape;4248;p72"/>
            <p:cNvSpPr/>
            <p:nvPr/>
          </p:nvSpPr>
          <p:spPr>
            <a:xfrm>
              <a:off x="1439050" y="1999850"/>
              <a:ext cx="41500" cy="37900"/>
            </a:xfrm>
            <a:custGeom>
              <a:avLst/>
              <a:gdLst/>
              <a:ahLst/>
              <a:cxnLst/>
              <a:rect l="l" t="t" r="r" b="b"/>
              <a:pathLst>
                <a:path w="1660" h="1516" extrusionOk="0">
                  <a:moveTo>
                    <a:pt x="110" y="0"/>
                  </a:moveTo>
                  <a:cubicBezTo>
                    <a:pt x="45" y="0"/>
                    <a:pt x="1" y="46"/>
                    <a:pt x="1" y="127"/>
                  </a:cubicBezTo>
                  <a:lnTo>
                    <a:pt x="1" y="432"/>
                  </a:lnTo>
                  <a:cubicBezTo>
                    <a:pt x="1" y="553"/>
                    <a:pt x="99" y="708"/>
                    <a:pt x="220" y="777"/>
                  </a:cubicBezTo>
                  <a:lnTo>
                    <a:pt x="1441" y="1482"/>
                  </a:lnTo>
                  <a:cubicBezTo>
                    <a:pt x="1480" y="1504"/>
                    <a:pt x="1517" y="1515"/>
                    <a:pt x="1549" y="1515"/>
                  </a:cubicBezTo>
                  <a:cubicBezTo>
                    <a:pt x="1615" y="1515"/>
                    <a:pt x="1660" y="1470"/>
                    <a:pt x="1660" y="1388"/>
                  </a:cubicBezTo>
                  <a:lnTo>
                    <a:pt x="1660" y="1085"/>
                  </a:lnTo>
                  <a:cubicBezTo>
                    <a:pt x="1660" y="964"/>
                    <a:pt x="1562" y="809"/>
                    <a:pt x="1441" y="738"/>
                  </a:cubicBezTo>
                  <a:lnTo>
                    <a:pt x="220" y="35"/>
                  </a:lnTo>
                  <a:cubicBezTo>
                    <a:pt x="180" y="11"/>
                    <a:pt x="143" y="0"/>
                    <a:pt x="110"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9" name="Google Shape;4249;p72"/>
            <p:cNvSpPr/>
            <p:nvPr/>
          </p:nvSpPr>
          <p:spPr>
            <a:xfrm>
              <a:off x="1167975" y="1843325"/>
              <a:ext cx="41475" cy="37900"/>
            </a:xfrm>
            <a:custGeom>
              <a:avLst/>
              <a:gdLst/>
              <a:ahLst/>
              <a:cxnLst/>
              <a:rect l="l" t="t" r="r" b="b"/>
              <a:pathLst>
                <a:path w="1659" h="1516" extrusionOk="0">
                  <a:moveTo>
                    <a:pt x="110" y="1"/>
                  </a:moveTo>
                  <a:cubicBezTo>
                    <a:pt x="44" y="1"/>
                    <a:pt x="0" y="46"/>
                    <a:pt x="0" y="128"/>
                  </a:cubicBezTo>
                  <a:lnTo>
                    <a:pt x="0" y="431"/>
                  </a:lnTo>
                  <a:cubicBezTo>
                    <a:pt x="0" y="552"/>
                    <a:pt x="98" y="707"/>
                    <a:pt x="219" y="778"/>
                  </a:cubicBezTo>
                  <a:lnTo>
                    <a:pt x="1440" y="1482"/>
                  </a:lnTo>
                  <a:cubicBezTo>
                    <a:pt x="1480" y="1505"/>
                    <a:pt x="1517" y="1516"/>
                    <a:pt x="1550" y="1516"/>
                  </a:cubicBezTo>
                  <a:cubicBezTo>
                    <a:pt x="1615" y="1516"/>
                    <a:pt x="1659" y="1471"/>
                    <a:pt x="1659" y="1390"/>
                  </a:cubicBezTo>
                  <a:lnTo>
                    <a:pt x="1659" y="1084"/>
                  </a:lnTo>
                  <a:cubicBezTo>
                    <a:pt x="1659" y="963"/>
                    <a:pt x="1561" y="809"/>
                    <a:pt x="1440" y="740"/>
                  </a:cubicBezTo>
                  <a:lnTo>
                    <a:pt x="219" y="34"/>
                  </a:lnTo>
                  <a:cubicBezTo>
                    <a:pt x="180" y="12"/>
                    <a:pt x="142" y="1"/>
                    <a:pt x="110"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0" name="Google Shape;4250;p72"/>
            <p:cNvSpPr/>
            <p:nvPr/>
          </p:nvSpPr>
          <p:spPr>
            <a:xfrm>
              <a:off x="1660550" y="2229575"/>
              <a:ext cx="28925" cy="24625"/>
            </a:xfrm>
            <a:custGeom>
              <a:avLst/>
              <a:gdLst/>
              <a:ahLst/>
              <a:cxnLst/>
              <a:rect l="l" t="t" r="r" b="b"/>
              <a:pathLst>
                <a:path w="1157" h="985" extrusionOk="0">
                  <a:moveTo>
                    <a:pt x="102" y="1"/>
                  </a:moveTo>
                  <a:cubicBezTo>
                    <a:pt x="42" y="1"/>
                    <a:pt x="1" y="42"/>
                    <a:pt x="1" y="116"/>
                  </a:cubicBezTo>
                  <a:lnTo>
                    <a:pt x="1" y="202"/>
                  </a:lnTo>
                  <a:cubicBezTo>
                    <a:pt x="1" y="313"/>
                    <a:pt x="91" y="454"/>
                    <a:pt x="202" y="518"/>
                  </a:cubicBezTo>
                  <a:lnTo>
                    <a:pt x="956" y="954"/>
                  </a:lnTo>
                  <a:cubicBezTo>
                    <a:pt x="992" y="975"/>
                    <a:pt x="1027" y="985"/>
                    <a:pt x="1056" y="985"/>
                  </a:cubicBezTo>
                  <a:cubicBezTo>
                    <a:pt x="1116" y="985"/>
                    <a:pt x="1157" y="943"/>
                    <a:pt x="1157" y="869"/>
                  </a:cubicBezTo>
                  <a:lnTo>
                    <a:pt x="1157" y="783"/>
                  </a:lnTo>
                  <a:cubicBezTo>
                    <a:pt x="1157" y="673"/>
                    <a:pt x="1066" y="532"/>
                    <a:pt x="956" y="468"/>
                  </a:cubicBezTo>
                  <a:lnTo>
                    <a:pt x="202" y="32"/>
                  </a:lnTo>
                  <a:cubicBezTo>
                    <a:pt x="165" y="11"/>
                    <a:pt x="131" y="1"/>
                    <a:pt x="102" y="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1" name="Google Shape;4251;p72"/>
            <p:cNvSpPr/>
            <p:nvPr/>
          </p:nvSpPr>
          <p:spPr>
            <a:xfrm>
              <a:off x="918150" y="1800925"/>
              <a:ext cx="28875" cy="24650"/>
            </a:xfrm>
            <a:custGeom>
              <a:avLst/>
              <a:gdLst/>
              <a:ahLst/>
              <a:cxnLst/>
              <a:rect l="l" t="t" r="r" b="b"/>
              <a:pathLst>
                <a:path w="1155" h="986" extrusionOk="0">
                  <a:moveTo>
                    <a:pt x="100" y="1"/>
                  </a:moveTo>
                  <a:cubicBezTo>
                    <a:pt x="40" y="1"/>
                    <a:pt x="0" y="42"/>
                    <a:pt x="0" y="116"/>
                  </a:cubicBezTo>
                  <a:lnTo>
                    <a:pt x="0" y="203"/>
                  </a:lnTo>
                  <a:cubicBezTo>
                    <a:pt x="0" y="314"/>
                    <a:pt x="89" y="455"/>
                    <a:pt x="199" y="518"/>
                  </a:cubicBezTo>
                  <a:lnTo>
                    <a:pt x="955" y="955"/>
                  </a:lnTo>
                  <a:cubicBezTo>
                    <a:pt x="992" y="975"/>
                    <a:pt x="1026" y="985"/>
                    <a:pt x="1055" y="985"/>
                  </a:cubicBezTo>
                  <a:cubicBezTo>
                    <a:pt x="1114" y="985"/>
                    <a:pt x="1154" y="944"/>
                    <a:pt x="1154" y="870"/>
                  </a:cubicBezTo>
                  <a:lnTo>
                    <a:pt x="1154" y="783"/>
                  </a:lnTo>
                  <a:cubicBezTo>
                    <a:pt x="1154" y="672"/>
                    <a:pt x="1066" y="531"/>
                    <a:pt x="955" y="469"/>
                  </a:cubicBezTo>
                  <a:lnTo>
                    <a:pt x="199" y="32"/>
                  </a:lnTo>
                  <a:cubicBezTo>
                    <a:pt x="163" y="11"/>
                    <a:pt x="129" y="1"/>
                    <a:pt x="100" y="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2" name="Google Shape;4252;p72"/>
            <p:cNvSpPr/>
            <p:nvPr/>
          </p:nvSpPr>
          <p:spPr>
            <a:xfrm>
              <a:off x="935850" y="1550200"/>
              <a:ext cx="97675" cy="143250"/>
            </a:xfrm>
            <a:custGeom>
              <a:avLst/>
              <a:gdLst/>
              <a:ahLst/>
              <a:cxnLst/>
              <a:rect l="l" t="t" r="r" b="b"/>
              <a:pathLst>
                <a:path w="3907" h="5730" extrusionOk="0">
                  <a:moveTo>
                    <a:pt x="2830" y="1"/>
                  </a:moveTo>
                  <a:cubicBezTo>
                    <a:pt x="2588" y="1"/>
                    <a:pt x="2359" y="132"/>
                    <a:pt x="2234" y="353"/>
                  </a:cubicBezTo>
                  <a:cubicBezTo>
                    <a:pt x="1592" y="1487"/>
                    <a:pt x="393" y="3963"/>
                    <a:pt x="0" y="4779"/>
                  </a:cubicBezTo>
                  <a:cubicBezTo>
                    <a:pt x="14" y="4819"/>
                    <a:pt x="20" y="4837"/>
                    <a:pt x="34" y="4877"/>
                  </a:cubicBezTo>
                  <a:lnTo>
                    <a:pt x="1512" y="5729"/>
                  </a:lnTo>
                  <a:lnTo>
                    <a:pt x="3907" y="449"/>
                  </a:lnTo>
                  <a:cubicBezTo>
                    <a:pt x="3473" y="226"/>
                    <a:pt x="3165" y="77"/>
                    <a:pt x="3037" y="34"/>
                  </a:cubicBezTo>
                  <a:cubicBezTo>
                    <a:pt x="2969" y="11"/>
                    <a:pt x="2899" y="1"/>
                    <a:pt x="2830" y="1"/>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3" name="Google Shape;4253;p72"/>
            <p:cNvSpPr/>
            <p:nvPr/>
          </p:nvSpPr>
          <p:spPr>
            <a:xfrm>
              <a:off x="981875" y="1565825"/>
              <a:ext cx="233525" cy="231725"/>
            </a:xfrm>
            <a:custGeom>
              <a:avLst/>
              <a:gdLst/>
              <a:ahLst/>
              <a:cxnLst/>
              <a:rect l="l" t="t" r="r" b="b"/>
              <a:pathLst>
                <a:path w="9341" h="9269" extrusionOk="0">
                  <a:moveTo>
                    <a:pt x="2402" y="1"/>
                  </a:moveTo>
                  <a:lnTo>
                    <a:pt x="1" y="5295"/>
                  </a:lnTo>
                  <a:lnTo>
                    <a:pt x="6884" y="9268"/>
                  </a:lnTo>
                  <a:lnTo>
                    <a:pt x="9341" y="3853"/>
                  </a:lnTo>
                  <a:cubicBezTo>
                    <a:pt x="6613" y="2310"/>
                    <a:pt x="3925" y="806"/>
                    <a:pt x="2402" y="1"/>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4" name="Google Shape;4254;p72"/>
            <p:cNvSpPr/>
            <p:nvPr/>
          </p:nvSpPr>
          <p:spPr>
            <a:xfrm>
              <a:off x="1162175" y="1666825"/>
              <a:ext cx="272725" cy="267775"/>
            </a:xfrm>
            <a:custGeom>
              <a:avLst/>
              <a:gdLst/>
              <a:ahLst/>
              <a:cxnLst/>
              <a:rect l="l" t="t" r="r" b="b"/>
              <a:pathLst>
                <a:path w="10909" h="10711" extrusionOk="0">
                  <a:moveTo>
                    <a:pt x="2458" y="0"/>
                  </a:moveTo>
                  <a:lnTo>
                    <a:pt x="1" y="5419"/>
                  </a:lnTo>
                  <a:lnTo>
                    <a:pt x="9169" y="10711"/>
                  </a:lnTo>
                  <a:cubicBezTo>
                    <a:pt x="9380" y="9667"/>
                    <a:pt x="9667" y="8624"/>
                    <a:pt x="9951" y="7706"/>
                  </a:cubicBezTo>
                  <a:cubicBezTo>
                    <a:pt x="10308" y="6555"/>
                    <a:pt x="10662" y="5601"/>
                    <a:pt x="10857" y="5094"/>
                  </a:cubicBezTo>
                  <a:cubicBezTo>
                    <a:pt x="10909" y="4962"/>
                    <a:pt x="10857" y="4816"/>
                    <a:pt x="10736" y="4744"/>
                  </a:cubicBezTo>
                  <a:cubicBezTo>
                    <a:pt x="10176" y="4413"/>
                    <a:pt x="6331" y="2196"/>
                    <a:pt x="2458" y="0"/>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5" name="Google Shape;4255;p72"/>
            <p:cNvSpPr/>
            <p:nvPr/>
          </p:nvSpPr>
          <p:spPr>
            <a:xfrm>
              <a:off x="1268575" y="1325800"/>
              <a:ext cx="615725" cy="372700"/>
            </a:xfrm>
            <a:custGeom>
              <a:avLst/>
              <a:gdLst/>
              <a:ahLst/>
              <a:cxnLst/>
              <a:rect l="l" t="t" r="r" b="b"/>
              <a:pathLst>
                <a:path w="24629" h="14908" extrusionOk="0">
                  <a:moveTo>
                    <a:pt x="706" y="1"/>
                  </a:moveTo>
                  <a:cubicBezTo>
                    <a:pt x="614" y="1"/>
                    <a:pt x="522" y="19"/>
                    <a:pt x="433" y="56"/>
                  </a:cubicBezTo>
                  <a:cubicBezTo>
                    <a:pt x="234" y="142"/>
                    <a:pt x="88" y="312"/>
                    <a:pt x="36" y="526"/>
                  </a:cubicBezTo>
                  <a:cubicBezTo>
                    <a:pt x="1" y="670"/>
                    <a:pt x="89" y="814"/>
                    <a:pt x="234" y="849"/>
                  </a:cubicBezTo>
                  <a:cubicBezTo>
                    <a:pt x="255" y="854"/>
                    <a:pt x="277" y="857"/>
                    <a:pt x="298" y="857"/>
                  </a:cubicBezTo>
                  <a:cubicBezTo>
                    <a:pt x="419" y="857"/>
                    <a:pt x="528" y="775"/>
                    <a:pt x="557" y="653"/>
                  </a:cubicBezTo>
                  <a:cubicBezTo>
                    <a:pt x="574" y="588"/>
                    <a:pt x="618" y="561"/>
                    <a:pt x="644" y="550"/>
                  </a:cubicBezTo>
                  <a:cubicBezTo>
                    <a:pt x="658" y="544"/>
                    <a:pt x="680" y="538"/>
                    <a:pt x="705" y="538"/>
                  </a:cubicBezTo>
                  <a:cubicBezTo>
                    <a:pt x="728" y="538"/>
                    <a:pt x="753" y="543"/>
                    <a:pt x="779" y="558"/>
                  </a:cubicBezTo>
                  <a:lnTo>
                    <a:pt x="23251" y="13533"/>
                  </a:lnTo>
                  <a:cubicBezTo>
                    <a:pt x="23681" y="13781"/>
                    <a:pt x="23980" y="14203"/>
                    <a:pt x="24074" y="14690"/>
                  </a:cubicBezTo>
                  <a:cubicBezTo>
                    <a:pt x="24098" y="14817"/>
                    <a:pt x="24210" y="14908"/>
                    <a:pt x="24336" y="14908"/>
                  </a:cubicBezTo>
                  <a:cubicBezTo>
                    <a:pt x="24353" y="14908"/>
                    <a:pt x="24370" y="14906"/>
                    <a:pt x="24387" y="14903"/>
                  </a:cubicBezTo>
                  <a:cubicBezTo>
                    <a:pt x="24532" y="14876"/>
                    <a:pt x="24629" y="14735"/>
                    <a:pt x="24600" y="14589"/>
                  </a:cubicBezTo>
                  <a:cubicBezTo>
                    <a:pt x="24479" y="13948"/>
                    <a:pt x="24085" y="13395"/>
                    <a:pt x="23519" y="13068"/>
                  </a:cubicBezTo>
                  <a:lnTo>
                    <a:pt x="1048" y="93"/>
                  </a:lnTo>
                  <a:cubicBezTo>
                    <a:pt x="941" y="31"/>
                    <a:pt x="824" y="1"/>
                    <a:pt x="706"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6" name="Google Shape;4256;p72"/>
            <p:cNvSpPr/>
            <p:nvPr/>
          </p:nvSpPr>
          <p:spPr>
            <a:xfrm>
              <a:off x="1014800" y="1472325"/>
              <a:ext cx="615700" cy="372725"/>
            </a:xfrm>
            <a:custGeom>
              <a:avLst/>
              <a:gdLst/>
              <a:ahLst/>
              <a:cxnLst/>
              <a:rect l="l" t="t" r="r" b="b"/>
              <a:pathLst>
                <a:path w="24628" h="14909" extrusionOk="0">
                  <a:moveTo>
                    <a:pt x="705" y="0"/>
                  </a:moveTo>
                  <a:cubicBezTo>
                    <a:pt x="613" y="0"/>
                    <a:pt x="521" y="19"/>
                    <a:pt x="433" y="57"/>
                  </a:cubicBezTo>
                  <a:cubicBezTo>
                    <a:pt x="232" y="142"/>
                    <a:pt x="88" y="313"/>
                    <a:pt x="36" y="526"/>
                  </a:cubicBezTo>
                  <a:cubicBezTo>
                    <a:pt x="1" y="670"/>
                    <a:pt x="88" y="814"/>
                    <a:pt x="232" y="849"/>
                  </a:cubicBezTo>
                  <a:cubicBezTo>
                    <a:pt x="253" y="854"/>
                    <a:pt x="275" y="857"/>
                    <a:pt x="296" y="857"/>
                  </a:cubicBezTo>
                  <a:cubicBezTo>
                    <a:pt x="417" y="857"/>
                    <a:pt x="527" y="774"/>
                    <a:pt x="557" y="653"/>
                  </a:cubicBezTo>
                  <a:cubicBezTo>
                    <a:pt x="572" y="589"/>
                    <a:pt x="618" y="561"/>
                    <a:pt x="645" y="550"/>
                  </a:cubicBezTo>
                  <a:cubicBezTo>
                    <a:pt x="658" y="544"/>
                    <a:pt x="679" y="537"/>
                    <a:pt x="705" y="537"/>
                  </a:cubicBezTo>
                  <a:cubicBezTo>
                    <a:pt x="727" y="537"/>
                    <a:pt x="752" y="542"/>
                    <a:pt x="778" y="558"/>
                  </a:cubicBezTo>
                  <a:lnTo>
                    <a:pt x="23251" y="13533"/>
                  </a:lnTo>
                  <a:cubicBezTo>
                    <a:pt x="23680" y="13780"/>
                    <a:pt x="23980" y="14203"/>
                    <a:pt x="24072" y="14689"/>
                  </a:cubicBezTo>
                  <a:cubicBezTo>
                    <a:pt x="24097" y="14818"/>
                    <a:pt x="24210" y="14908"/>
                    <a:pt x="24336" y="14908"/>
                  </a:cubicBezTo>
                  <a:cubicBezTo>
                    <a:pt x="24353" y="14908"/>
                    <a:pt x="24370" y="14906"/>
                    <a:pt x="24387" y="14903"/>
                  </a:cubicBezTo>
                  <a:cubicBezTo>
                    <a:pt x="24532" y="14876"/>
                    <a:pt x="24627" y="14735"/>
                    <a:pt x="24600" y="14589"/>
                  </a:cubicBezTo>
                  <a:cubicBezTo>
                    <a:pt x="24479" y="13948"/>
                    <a:pt x="24083" y="13395"/>
                    <a:pt x="23519" y="13068"/>
                  </a:cubicBezTo>
                  <a:lnTo>
                    <a:pt x="1046" y="93"/>
                  </a:lnTo>
                  <a:cubicBezTo>
                    <a:pt x="940" y="31"/>
                    <a:pt x="823" y="0"/>
                    <a:pt x="705"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7" name="Google Shape;4257;p72"/>
            <p:cNvSpPr/>
            <p:nvPr/>
          </p:nvSpPr>
          <p:spPr>
            <a:xfrm>
              <a:off x="2197975" y="2299250"/>
              <a:ext cx="91125" cy="85375"/>
            </a:xfrm>
            <a:custGeom>
              <a:avLst/>
              <a:gdLst/>
              <a:ahLst/>
              <a:cxnLst/>
              <a:rect l="l" t="t" r="r" b="b"/>
              <a:pathLst>
                <a:path w="3645" h="3415" extrusionOk="0">
                  <a:moveTo>
                    <a:pt x="3644" y="0"/>
                  </a:moveTo>
                  <a:lnTo>
                    <a:pt x="0" y="2269"/>
                  </a:lnTo>
                  <a:lnTo>
                    <a:pt x="0" y="3414"/>
                  </a:lnTo>
                  <a:lnTo>
                    <a:pt x="3644" y="1145"/>
                  </a:lnTo>
                  <a:lnTo>
                    <a:pt x="3644"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 name="Google Shape;2952;p67">
            <a:extLst>
              <a:ext uri="{FF2B5EF4-FFF2-40B4-BE49-F238E27FC236}">
                <a16:creationId xmlns:a16="http://schemas.microsoft.com/office/drawing/2014/main" id="{1A626633-00EA-0385-57C4-ADB0513CA761}"/>
              </a:ext>
            </a:extLst>
          </p:cNvPr>
          <p:cNvGrpSpPr/>
          <p:nvPr/>
        </p:nvGrpSpPr>
        <p:grpSpPr>
          <a:xfrm>
            <a:off x="5764694" y="4293703"/>
            <a:ext cx="1987827" cy="1359673"/>
            <a:chOff x="-2035903" y="-940925"/>
            <a:chExt cx="5711788" cy="3416922"/>
          </a:xfrm>
        </p:grpSpPr>
        <p:sp>
          <p:nvSpPr>
            <p:cNvPr id="3" name="Google Shape;2953;p67">
              <a:extLst>
                <a:ext uri="{FF2B5EF4-FFF2-40B4-BE49-F238E27FC236}">
                  <a16:creationId xmlns:a16="http://schemas.microsoft.com/office/drawing/2014/main" id="{2552B739-78DE-A8D0-2018-45E8DC0120BA}"/>
                </a:ext>
              </a:extLst>
            </p:cNvPr>
            <p:cNvSpPr/>
            <p:nvPr/>
          </p:nvSpPr>
          <p:spPr>
            <a:xfrm rot="10800000" flipH="1">
              <a:off x="-2035903" y="-802685"/>
              <a:ext cx="5711788" cy="3278683"/>
            </a:xfrm>
            <a:custGeom>
              <a:avLst/>
              <a:gdLst/>
              <a:ahLst/>
              <a:cxnLst/>
              <a:rect l="l" t="t" r="r" b="b"/>
              <a:pathLst>
                <a:path w="65151" h="37398" extrusionOk="0">
                  <a:moveTo>
                    <a:pt x="32928" y="28369"/>
                  </a:moveTo>
                  <a:lnTo>
                    <a:pt x="65151" y="9965"/>
                  </a:lnTo>
                  <a:lnTo>
                    <a:pt x="48326" y="1"/>
                  </a:lnTo>
                  <a:lnTo>
                    <a:pt x="16112" y="18405"/>
                  </a:lnTo>
                  <a:lnTo>
                    <a:pt x="16567" y="18681"/>
                  </a:lnTo>
                  <a:lnTo>
                    <a:pt x="5594" y="24953"/>
                  </a:lnTo>
                  <a:lnTo>
                    <a:pt x="6905" y="25729"/>
                  </a:lnTo>
                  <a:lnTo>
                    <a:pt x="2918" y="27647"/>
                  </a:lnTo>
                  <a:cubicBezTo>
                    <a:pt x="1035" y="28548"/>
                    <a:pt x="0" y="30439"/>
                    <a:pt x="830" y="30903"/>
                  </a:cubicBezTo>
                  <a:lnTo>
                    <a:pt x="10706" y="36478"/>
                  </a:lnTo>
                  <a:cubicBezTo>
                    <a:pt x="12329" y="37397"/>
                    <a:pt x="14667" y="36907"/>
                    <a:pt x="16290" y="35988"/>
                  </a:cubicBezTo>
                  <a:lnTo>
                    <a:pt x="27183" y="29806"/>
                  </a:lnTo>
                  <a:cubicBezTo>
                    <a:pt x="27388" y="29690"/>
                    <a:pt x="27513" y="29484"/>
                    <a:pt x="27513" y="29244"/>
                  </a:cubicBezTo>
                  <a:cubicBezTo>
                    <a:pt x="27513" y="28994"/>
                    <a:pt x="27397" y="28789"/>
                    <a:pt x="27192" y="28664"/>
                  </a:cubicBezTo>
                  <a:lnTo>
                    <a:pt x="26202" y="28075"/>
                  </a:lnTo>
                  <a:lnTo>
                    <a:pt x="29369" y="26264"/>
                  </a:lnTo>
                  <a:close/>
                </a:path>
              </a:pathLst>
            </a:custGeom>
            <a:solidFill>
              <a:srgbClr val="262162">
                <a:alpha val="25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 name="Google Shape;2954;p67">
              <a:extLst>
                <a:ext uri="{FF2B5EF4-FFF2-40B4-BE49-F238E27FC236}">
                  <a16:creationId xmlns:a16="http://schemas.microsoft.com/office/drawing/2014/main" id="{65D5977F-4F94-4E77-FD57-24D22D5296B9}"/>
                </a:ext>
              </a:extLst>
            </p:cNvPr>
            <p:cNvGrpSpPr/>
            <p:nvPr/>
          </p:nvGrpSpPr>
          <p:grpSpPr>
            <a:xfrm flipH="1">
              <a:off x="-995890" y="-940925"/>
              <a:ext cx="4306974" cy="3157361"/>
              <a:chOff x="10135311" y="2343816"/>
              <a:chExt cx="1692575" cy="1240795"/>
            </a:xfrm>
          </p:grpSpPr>
          <p:sp>
            <p:nvSpPr>
              <p:cNvPr id="5" name="Google Shape;2955;p67">
                <a:extLst>
                  <a:ext uri="{FF2B5EF4-FFF2-40B4-BE49-F238E27FC236}">
                    <a16:creationId xmlns:a16="http://schemas.microsoft.com/office/drawing/2014/main" id="{9B9A6624-CE44-2FC8-12CD-0A3047996ABF}"/>
                  </a:ext>
                </a:extLst>
              </p:cNvPr>
              <p:cNvSpPr/>
              <p:nvPr/>
            </p:nvSpPr>
            <p:spPr>
              <a:xfrm>
                <a:off x="10152619" y="3222344"/>
                <a:ext cx="43166" cy="80343"/>
              </a:xfrm>
              <a:custGeom>
                <a:avLst/>
                <a:gdLst/>
                <a:ahLst/>
                <a:cxnLst/>
                <a:rect l="l" t="t" r="r" b="b"/>
                <a:pathLst>
                  <a:path w="1045" h="1945" extrusionOk="0">
                    <a:moveTo>
                      <a:pt x="0" y="598"/>
                    </a:moveTo>
                    <a:lnTo>
                      <a:pt x="1044" y="0"/>
                    </a:lnTo>
                    <a:lnTo>
                      <a:pt x="1044" y="1097"/>
                    </a:lnTo>
                    <a:lnTo>
                      <a:pt x="0" y="1945"/>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2956;p67">
                <a:extLst>
                  <a:ext uri="{FF2B5EF4-FFF2-40B4-BE49-F238E27FC236}">
                    <a16:creationId xmlns:a16="http://schemas.microsoft.com/office/drawing/2014/main" id="{EB3389F0-5DEE-703E-38B3-88AEE765F8F8}"/>
                  </a:ext>
                </a:extLst>
              </p:cNvPr>
              <p:cNvSpPr/>
              <p:nvPr/>
            </p:nvSpPr>
            <p:spPr>
              <a:xfrm>
                <a:off x="10135311" y="3236719"/>
                <a:ext cx="17349" cy="65968"/>
              </a:xfrm>
              <a:custGeom>
                <a:avLst/>
                <a:gdLst/>
                <a:ahLst/>
                <a:cxnLst/>
                <a:rect l="l" t="t" r="r" b="b"/>
                <a:pathLst>
                  <a:path w="420" h="1597" extrusionOk="0">
                    <a:moveTo>
                      <a:pt x="419" y="1597"/>
                    </a:moveTo>
                    <a:lnTo>
                      <a:pt x="0" y="1356"/>
                    </a:lnTo>
                    <a:lnTo>
                      <a:pt x="0" y="0"/>
                    </a:lnTo>
                    <a:lnTo>
                      <a:pt x="419" y="25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957;p67">
                <a:extLst>
                  <a:ext uri="{FF2B5EF4-FFF2-40B4-BE49-F238E27FC236}">
                    <a16:creationId xmlns:a16="http://schemas.microsoft.com/office/drawing/2014/main" id="{E41D0FEF-B1D7-D9A7-8A81-5553576EA54D}"/>
                  </a:ext>
                </a:extLst>
              </p:cNvPr>
              <p:cNvSpPr/>
              <p:nvPr/>
            </p:nvSpPr>
            <p:spPr>
              <a:xfrm>
                <a:off x="10135311" y="3212017"/>
                <a:ext cx="60474" cy="35029"/>
              </a:xfrm>
              <a:custGeom>
                <a:avLst/>
                <a:gdLst/>
                <a:ahLst/>
                <a:cxnLst/>
                <a:rect l="l" t="t" r="r" b="b"/>
                <a:pathLst>
                  <a:path w="1464" h="848" extrusionOk="0">
                    <a:moveTo>
                      <a:pt x="1463" y="250"/>
                    </a:moveTo>
                    <a:lnTo>
                      <a:pt x="1044" y="0"/>
                    </a:lnTo>
                    <a:lnTo>
                      <a:pt x="0" y="598"/>
                    </a:lnTo>
                    <a:lnTo>
                      <a:pt x="419" y="848"/>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958;p67">
                <a:extLst>
                  <a:ext uri="{FF2B5EF4-FFF2-40B4-BE49-F238E27FC236}">
                    <a16:creationId xmlns:a16="http://schemas.microsoft.com/office/drawing/2014/main" id="{A37795CB-6E35-9033-A9F2-EF3673D5C4B8}"/>
                  </a:ext>
                </a:extLst>
              </p:cNvPr>
              <p:cNvSpPr/>
              <p:nvPr/>
            </p:nvSpPr>
            <p:spPr>
              <a:xfrm>
                <a:off x="11488834" y="2560845"/>
                <a:ext cx="309187" cy="210090"/>
              </a:xfrm>
              <a:custGeom>
                <a:avLst/>
                <a:gdLst/>
                <a:ahLst/>
                <a:cxnLst/>
                <a:rect l="l" t="t" r="r" b="b"/>
                <a:pathLst>
                  <a:path w="7485" h="5086" extrusionOk="0">
                    <a:moveTo>
                      <a:pt x="7485" y="4283"/>
                    </a:moveTo>
                    <a:lnTo>
                      <a:pt x="0" y="1"/>
                    </a:lnTo>
                    <a:lnTo>
                      <a:pt x="0" y="795"/>
                    </a:lnTo>
                    <a:lnTo>
                      <a:pt x="7485" y="5086"/>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959;p67">
                <a:extLst>
                  <a:ext uri="{FF2B5EF4-FFF2-40B4-BE49-F238E27FC236}">
                    <a16:creationId xmlns:a16="http://schemas.microsoft.com/office/drawing/2014/main" id="{8A147B60-00D7-EF3B-BE90-FCABB7365E11}"/>
                  </a:ext>
                </a:extLst>
              </p:cNvPr>
              <p:cNvSpPr/>
              <p:nvPr/>
            </p:nvSpPr>
            <p:spPr>
              <a:xfrm>
                <a:off x="11797980" y="2730371"/>
                <a:ext cx="12599" cy="40564"/>
              </a:xfrm>
              <a:custGeom>
                <a:avLst/>
                <a:gdLst/>
                <a:ahLst/>
                <a:cxnLst/>
                <a:rect l="l" t="t" r="r" b="b"/>
                <a:pathLst>
                  <a:path w="305" h="982" extrusionOk="0">
                    <a:moveTo>
                      <a:pt x="1" y="982"/>
                    </a:moveTo>
                    <a:lnTo>
                      <a:pt x="304" y="804"/>
                    </a:lnTo>
                    <a:lnTo>
                      <a:pt x="304" y="1"/>
                    </a:lnTo>
                    <a:lnTo>
                      <a:pt x="1" y="17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960;p67">
                <a:extLst>
                  <a:ext uri="{FF2B5EF4-FFF2-40B4-BE49-F238E27FC236}">
                    <a16:creationId xmlns:a16="http://schemas.microsoft.com/office/drawing/2014/main" id="{F419D621-4421-EFCF-5A31-9E2294C1310A}"/>
                  </a:ext>
                </a:extLst>
              </p:cNvPr>
              <p:cNvSpPr/>
              <p:nvPr/>
            </p:nvSpPr>
            <p:spPr>
              <a:xfrm>
                <a:off x="11488834" y="2553493"/>
                <a:ext cx="321744" cy="184314"/>
              </a:xfrm>
              <a:custGeom>
                <a:avLst/>
                <a:gdLst/>
                <a:ahLst/>
                <a:cxnLst/>
                <a:rect l="l" t="t" r="r" b="b"/>
                <a:pathLst>
                  <a:path w="7789" h="4462" extrusionOk="0">
                    <a:moveTo>
                      <a:pt x="0" y="179"/>
                    </a:moveTo>
                    <a:lnTo>
                      <a:pt x="303" y="1"/>
                    </a:lnTo>
                    <a:lnTo>
                      <a:pt x="7788" y="4283"/>
                    </a:lnTo>
                    <a:lnTo>
                      <a:pt x="7485" y="446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961;p67">
                <a:extLst>
                  <a:ext uri="{FF2B5EF4-FFF2-40B4-BE49-F238E27FC236}">
                    <a16:creationId xmlns:a16="http://schemas.microsoft.com/office/drawing/2014/main" id="{4D91D9C1-6468-35C6-DBC6-48EC187B4745}"/>
                  </a:ext>
                </a:extLst>
              </p:cNvPr>
              <p:cNvSpPr/>
              <p:nvPr/>
            </p:nvSpPr>
            <p:spPr>
              <a:xfrm>
                <a:off x="10556854" y="2807038"/>
                <a:ext cx="78154" cy="99138"/>
              </a:xfrm>
              <a:custGeom>
                <a:avLst/>
                <a:gdLst/>
                <a:ahLst/>
                <a:cxnLst/>
                <a:rect l="l" t="t" r="r" b="b"/>
                <a:pathLst>
                  <a:path w="1892" h="2400" extrusionOk="0">
                    <a:moveTo>
                      <a:pt x="1714" y="2400"/>
                    </a:moveTo>
                    <a:lnTo>
                      <a:pt x="1892" y="2114"/>
                    </a:lnTo>
                    <a:lnTo>
                      <a:pt x="813" y="1436"/>
                    </a:lnTo>
                    <a:cubicBezTo>
                      <a:pt x="518" y="1258"/>
                      <a:pt x="340" y="937"/>
                      <a:pt x="340" y="589"/>
                    </a:cubicBezTo>
                    <a:lnTo>
                      <a:pt x="340" y="0"/>
                    </a:lnTo>
                    <a:lnTo>
                      <a:pt x="1" y="0"/>
                    </a:lnTo>
                    <a:lnTo>
                      <a:pt x="1" y="589"/>
                    </a:lnTo>
                    <a:cubicBezTo>
                      <a:pt x="1" y="1053"/>
                      <a:pt x="242" y="1481"/>
                      <a:pt x="634" y="173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962;p67">
                <a:extLst>
                  <a:ext uri="{FF2B5EF4-FFF2-40B4-BE49-F238E27FC236}">
                    <a16:creationId xmlns:a16="http://schemas.microsoft.com/office/drawing/2014/main" id="{B0BEF6D9-0E9E-42DF-0E56-0625912BEFFE}"/>
                  </a:ext>
                </a:extLst>
              </p:cNvPr>
              <p:cNvSpPr/>
              <p:nvPr/>
            </p:nvSpPr>
            <p:spPr>
              <a:xfrm>
                <a:off x="10531450" y="2758378"/>
                <a:ext cx="77038" cy="71545"/>
              </a:xfrm>
              <a:custGeom>
                <a:avLst/>
                <a:gdLst/>
                <a:ahLst/>
                <a:cxnLst/>
                <a:rect l="l" t="t" r="r" b="b"/>
                <a:pathLst>
                  <a:path w="1865" h="1732" extrusionOk="0">
                    <a:moveTo>
                      <a:pt x="232" y="893"/>
                    </a:moveTo>
                    <a:cubicBezTo>
                      <a:pt x="232" y="893"/>
                      <a:pt x="232" y="893"/>
                      <a:pt x="241" y="902"/>
                    </a:cubicBezTo>
                    <a:cubicBezTo>
                      <a:pt x="419" y="1000"/>
                      <a:pt x="598" y="1107"/>
                      <a:pt x="776" y="1214"/>
                    </a:cubicBezTo>
                    <a:cubicBezTo>
                      <a:pt x="883" y="1267"/>
                      <a:pt x="999" y="1330"/>
                      <a:pt x="1097" y="1392"/>
                    </a:cubicBezTo>
                    <a:cubicBezTo>
                      <a:pt x="1124" y="1410"/>
                      <a:pt x="1151" y="1437"/>
                      <a:pt x="1178" y="1464"/>
                    </a:cubicBezTo>
                    <a:cubicBezTo>
                      <a:pt x="1196" y="1482"/>
                      <a:pt x="1196" y="1508"/>
                      <a:pt x="1213" y="1526"/>
                    </a:cubicBezTo>
                    <a:cubicBezTo>
                      <a:pt x="1249" y="1580"/>
                      <a:pt x="1320" y="1624"/>
                      <a:pt x="1374" y="1651"/>
                    </a:cubicBezTo>
                    <a:cubicBezTo>
                      <a:pt x="1588" y="1731"/>
                      <a:pt x="1767" y="1526"/>
                      <a:pt x="1811" y="1339"/>
                    </a:cubicBezTo>
                    <a:cubicBezTo>
                      <a:pt x="1865" y="1089"/>
                      <a:pt x="1775" y="804"/>
                      <a:pt x="1588" y="634"/>
                    </a:cubicBezTo>
                    <a:cubicBezTo>
                      <a:pt x="1410" y="482"/>
                      <a:pt x="1213" y="366"/>
                      <a:pt x="1008" y="250"/>
                    </a:cubicBezTo>
                    <a:cubicBezTo>
                      <a:pt x="794" y="134"/>
                      <a:pt x="562" y="1"/>
                      <a:pt x="312" y="72"/>
                    </a:cubicBezTo>
                    <a:cubicBezTo>
                      <a:pt x="196" y="108"/>
                      <a:pt x="89" y="188"/>
                      <a:pt x="27" y="295"/>
                    </a:cubicBezTo>
                    <a:cubicBezTo>
                      <a:pt x="0" y="357"/>
                      <a:pt x="9" y="384"/>
                      <a:pt x="36" y="447"/>
                    </a:cubicBezTo>
                    <a:cubicBezTo>
                      <a:pt x="54" y="500"/>
                      <a:pt x="80" y="554"/>
                      <a:pt x="89" y="616"/>
                    </a:cubicBezTo>
                    <a:cubicBezTo>
                      <a:pt x="98" y="670"/>
                      <a:pt x="80" y="705"/>
                      <a:pt x="107" y="759"/>
                    </a:cubicBezTo>
                    <a:cubicBezTo>
                      <a:pt x="134" y="812"/>
                      <a:pt x="179" y="866"/>
                      <a:pt x="232" y="893"/>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963;p67">
                <a:extLst>
                  <a:ext uri="{FF2B5EF4-FFF2-40B4-BE49-F238E27FC236}">
                    <a16:creationId xmlns:a16="http://schemas.microsoft.com/office/drawing/2014/main" id="{3BE5A4E4-6CD2-9BF2-4DD6-A79129FE4433}"/>
                  </a:ext>
                </a:extLst>
              </p:cNvPr>
              <p:cNvSpPr/>
              <p:nvPr/>
            </p:nvSpPr>
            <p:spPr>
              <a:xfrm>
                <a:off x="10527733" y="2758378"/>
                <a:ext cx="72660" cy="75964"/>
              </a:xfrm>
              <a:custGeom>
                <a:avLst/>
                <a:gdLst/>
                <a:ahLst/>
                <a:cxnLst/>
                <a:rect l="l" t="t" r="r" b="b"/>
                <a:pathLst>
                  <a:path w="1759" h="1839" extrusionOk="0">
                    <a:moveTo>
                      <a:pt x="188" y="991"/>
                    </a:moveTo>
                    <a:cubicBezTo>
                      <a:pt x="269" y="1053"/>
                      <a:pt x="349" y="1107"/>
                      <a:pt x="438" y="1151"/>
                    </a:cubicBezTo>
                    <a:cubicBezTo>
                      <a:pt x="599" y="1241"/>
                      <a:pt x="750" y="1330"/>
                      <a:pt x="902" y="1428"/>
                    </a:cubicBezTo>
                    <a:cubicBezTo>
                      <a:pt x="1098" y="1535"/>
                      <a:pt x="1482" y="1838"/>
                      <a:pt x="1669" y="1580"/>
                    </a:cubicBezTo>
                    <a:cubicBezTo>
                      <a:pt x="1758" y="1446"/>
                      <a:pt x="1749" y="1250"/>
                      <a:pt x="1714" y="1098"/>
                    </a:cubicBezTo>
                    <a:cubicBezTo>
                      <a:pt x="1669" y="973"/>
                      <a:pt x="1589" y="857"/>
                      <a:pt x="1500" y="750"/>
                    </a:cubicBezTo>
                    <a:cubicBezTo>
                      <a:pt x="1428" y="670"/>
                      <a:pt x="1303" y="625"/>
                      <a:pt x="1205" y="572"/>
                    </a:cubicBezTo>
                    <a:cubicBezTo>
                      <a:pt x="1089" y="500"/>
                      <a:pt x="973" y="429"/>
                      <a:pt x="848" y="366"/>
                    </a:cubicBezTo>
                    <a:cubicBezTo>
                      <a:pt x="643" y="242"/>
                      <a:pt x="385" y="1"/>
                      <a:pt x="144" y="179"/>
                    </a:cubicBezTo>
                    <a:cubicBezTo>
                      <a:pt x="46" y="259"/>
                      <a:pt x="19" y="384"/>
                      <a:pt x="19" y="500"/>
                    </a:cubicBezTo>
                    <a:cubicBezTo>
                      <a:pt x="10" y="625"/>
                      <a:pt x="1" y="777"/>
                      <a:pt x="81" y="884"/>
                    </a:cubicBezTo>
                    <a:cubicBezTo>
                      <a:pt x="117" y="920"/>
                      <a:pt x="153" y="964"/>
                      <a:pt x="188" y="99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964;p67">
                <a:extLst>
                  <a:ext uri="{FF2B5EF4-FFF2-40B4-BE49-F238E27FC236}">
                    <a16:creationId xmlns:a16="http://schemas.microsoft.com/office/drawing/2014/main" id="{2CF36145-5167-F424-F52D-3882225D1DD6}"/>
                  </a:ext>
                </a:extLst>
              </p:cNvPr>
              <p:cNvSpPr/>
              <p:nvPr/>
            </p:nvSpPr>
            <p:spPr>
              <a:xfrm>
                <a:off x="10169927" y="2343816"/>
                <a:ext cx="1236003" cy="972544"/>
              </a:xfrm>
              <a:custGeom>
                <a:avLst/>
                <a:gdLst/>
                <a:ahLst/>
                <a:cxnLst/>
                <a:rect l="l" t="t" r="r" b="b"/>
                <a:pathLst>
                  <a:path w="29922" h="23544" extrusionOk="0">
                    <a:moveTo>
                      <a:pt x="9983" y="12427"/>
                    </a:moveTo>
                    <a:lnTo>
                      <a:pt x="11562" y="8083"/>
                    </a:lnTo>
                    <a:lnTo>
                      <a:pt x="24855" y="1"/>
                    </a:lnTo>
                    <a:lnTo>
                      <a:pt x="25898" y="2820"/>
                    </a:lnTo>
                    <a:lnTo>
                      <a:pt x="29922" y="1963"/>
                    </a:lnTo>
                    <a:lnTo>
                      <a:pt x="29922" y="5987"/>
                    </a:lnTo>
                    <a:lnTo>
                      <a:pt x="26853" y="7762"/>
                    </a:lnTo>
                    <a:lnTo>
                      <a:pt x="26853" y="7271"/>
                    </a:lnTo>
                    <a:cubicBezTo>
                      <a:pt x="26853" y="6557"/>
                      <a:pt x="26353" y="6272"/>
                      <a:pt x="25738" y="6629"/>
                    </a:cubicBezTo>
                    <a:lnTo>
                      <a:pt x="24881" y="7128"/>
                    </a:lnTo>
                    <a:cubicBezTo>
                      <a:pt x="24266" y="7485"/>
                      <a:pt x="19930" y="10964"/>
                      <a:pt x="19930" y="11669"/>
                    </a:cubicBezTo>
                    <a:lnTo>
                      <a:pt x="19930" y="12160"/>
                    </a:lnTo>
                    <a:lnTo>
                      <a:pt x="9314" y="18289"/>
                    </a:lnTo>
                    <a:lnTo>
                      <a:pt x="9314" y="17798"/>
                    </a:lnTo>
                    <a:cubicBezTo>
                      <a:pt x="9314" y="17084"/>
                      <a:pt x="8815" y="16808"/>
                      <a:pt x="8199" y="17156"/>
                    </a:cubicBezTo>
                    <a:lnTo>
                      <a:pt x="3837" y="19555"/>
                    </a:lnTo>
                    <a:cubicBezTo>
                      <a:pt x="3221" y="19912"/>
                      <a:pt x="2722" y="20769"/>
                      <a:pt x="2722" y="21473"/>
                    </a:cubicBezTo>
                    <a:lnTo>
                      <a:pt x="2722" y="21973"/>
                    </a:lnTo>
                    <a:lnTo>
                      <a:pt x="1" y="23543"/>
                    </a:lnTo>
                    <a:lnTo>
                      <a:pt x="1" y="194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965;p67">
                <a:extLst>
                  <a:ext uri="{FF2B5EF4-FFF2-40B4-BE49-F238E27FC236}">
                    <a16:creationId xmlns:a16="http://schemas.microsoft.com/office/drawing/2014/main" id="{C9E27AA0-6F80-103F-0D35-98A0FB6763CF}"/>
                  </a:ext>
                </a:extLst>
              </p:cNvPr>
              <p:cNvSpPr/>
              <p:nvPr/>
            </p:nvSpPr>
            <p:spPr>
              <a:xfrm>
                <a:off x="11239709" y="2424902"/>
                <a:ext cx="558312" cy="258709"/>
              </a:xfrm>
              <a:custGeom>
                <a:avLst/>
                <a:gdLst/>
                <a:ahLst/>
                <a:cxnLst/>
                <a:rect l="l" t="t" r="r" b="b"/>
                <a:pathLst>
                  <a:path w="13516" h="6263" extrusionOk="0">
                    <a:moveTo>
                      <a:pt x="13516" y="5406"/>
                    </a:moveTo>
                    <a:lnTo>
                      <a:pt x="4024" y="0"/>
                    </a:lnTo>
                    <a:lnTo>
                      <a:pt x="0" y="857"/>
                    </a:lnTo>
                    <a:lnTo>
                      <a:pt x="9501" y="6263"/>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966;p67">
                <a:extLst>
                  <a:ext uri="{FF2B5EF4-FFF2-40B4-BE49-F238E27FC236}">
                    <a16:creationId xmlns:a16="http://schemas.microsoft.com/office/drawing/2014/main" id="{C680769F-038E-B9CE-2E11-119AB0436E69}"/>
                  </a:ext>
                </a:extLst>
              </p:cNvPr>
              <p:cNvSpPr/>
              <p:nvPr/>
            </p:nvSpPr>
            <p:spPr>
              <a:xfrm>
                <a:off x="10582300" y="2677663"/>
                <a:ext cx="457357" cy="402459"/>
              </a:xfrm>
              <a:custGeom>
                <a:avLst/>
                <a:gdLst/>
                <a:ahLst/>
                <a:cxnLst/>
                <a:rect l="l" t="t" r="r" b="b"/>
                <a:pathLst>
                  <a:path w="11072" h="9743" extrusionOk="0">
                    <a:moveTo>
                      <a:pt x="11071" y="5398"/>
                    </a:moveTo>
                    <a:lnTo>
                      <a:pt x="1579" y="1"/>
                    </a:lnTo>
                    <a:lnTo>
                      <a:pt x="0" y="4345"/>
                    </a:lnTo>
                    <a:lnTo>
                      <a:pt x="9492" y="9743"/>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967;p67">
                <a:extLst>
                  <a:ext uri="{FF2B5EF4-FFF2-40B4-BE49-F238E27FC236}">
                    <a16:creationId xmlns:a16="http://schemas.microsoft.com/office/drawing/2014/main" id="{144152F8-8C0A-CE92-D0C6-E6FF2AFA08D9}"/>
                  </a:ext>
                </a:extLst>
              </p:cNvPr>
              <p:cNvSpPr/>
              <p:nvPr/>
            </p:nvSpPr>
            <p:spPr>
              <a:xfrm>
                <a:off x="10599236" y="2697945"/>
                <a:ext cx="423071" cy="361936"/>
              </a:xfrm>
              <a:custGeom>
                <a:avLst/>
                <a:gdLst/>
                <a:ahLst/>
                <a:cxnLst/>
                <a:rect l="l" t="t" r="r" b="b"/>
                <a:pathLst>
                  <a:path w="10242" h="8762" extrusionOk="0">
                    <a:moveTo>
                      <a:pt x="10242" y="5068"/>
                    </a:moveTo>
                    <a:lnTo>
                      <a:pt x="1348" y="1"/>
                    </a:lnTo>
                    <a:lnTo>
                      <a:pt x="1" y="3703"/>
                    </a:lnTo>
                    <a:lnTo>
                      <a:pt x="8904" y="876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968;p67">
                <a:extLst>
                  <a:ext uri="{FF2B5EF4-FFF2-40B4-BE49-F238E27FC236}">
                    <a16:creationId xmlns:a16="http://schemas.microsoft.com/office/drawing/2014/main" id="{B5C18A1F-2C6B-CC4C-D34B-88D992C6C9B0}"/>
                  </a:ext>
                </a:extLst>
              </p:cNvPr>
              <p:cNvSpPr/>
              <p:nvPr/>
            </p:nvSpPr>
            <p:spPr>
              <a:xfrm>
                <a:off x="10608076" y="2708272"/>
                <a:ext cx="405764" cy="341283"/>
              </a:xfrm>
              <a:custGeom>
                <a:avLst/>
                <a:gdLst/>
                <a:ahLst/>
                <a:cxnLst/>
                <a:rect l="l" t="t" r="r" b="b"/>
                <a:pathLst>
                  <a:path w="9823" h="8262" extrusionOk="0">
                    <a:moveTo>
                      <a:pt x="1" y="3373"/>
                    </a:moveTo>
                    <a:lnTo>
                      <a:pt x="8592" y="8261"/>
                    </a:lnTo>
                    <a:lnTo>
                      <a:pt x="9823" y="4889"/>
                    </a:lnTo>
                    <a:lnTo>
                      <a:pt x="3533" y="1312"/>
                    </a:lnTo>
                    <a:lnTo>
                      <a:pt x="1223" y="0"/>
                    </a:lnTo>
                    <a:lnTo>
                      <a:pt x="10" y="334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969;p67">
                <a:extLst>
                  <a:ext uri="{FF2B5EF4-FFF2-40B4-BE49-F238E27FC236}">
                    <a16:creationId xmlns:a16="http://schemas.microsoft.com/office/drawing/2014/main" id="{C4F997FF-B54A-DFC0-7C96-3416639F197E}"/>
                  </a:ext>
                </a:extLst>
              </p:cNvPr>
              <p:cNvSpPr/>
              <p:nvPr/>
            </p:nvSpPr>
            <p:spPr>
              <a:xfrm>
                <a:off x="11509075" y="2815506"/>
                <a:ext cx="190180" cy="102856"/>
              </a:xfrm>
              <a:custGeom>
                <a:avLst/>
                <a:gdLst/>
                <a:ahLst/>
                <a:cxnLst/>
                <a:rect l="l" t="t" r="r" b="b"/>
                <a:pathLst>
                  <a:path w="4604" h="2490" extrusionOk="0">
                    <a:moveTo>
                      <a:pt x="4113" y="2489"/>
                    </a:moveTo>
                    <a:lnTo>
                      <a:pt x="1" y="0"/>
                    </a:lnTo>
                    <a:lnTo>
                      <a:pt x="3962" y="375"/>
                    </a:lnTo>
                    <a:lnTo>
                      <a:pt x="4604" y="1758"/>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970;p67">
                <a:extLst>
                  <a:ext uri="{FF2B5EF4-FFF2-40B4-BE49-F238E27FC236}">
                    <a16:creationId xmlns:a16="http://schemas.microsoft.com/office/drawing/2014/main" id="{F034C5F1-F6AE-D6AD-45A5-B1D80AC006FE}"/>
                  </a:ext>
                </a:extLst>
              </p:cNvPr>
              <p:cNvSpPr/>
              <p:nvPr/>
            </p:nvSpPr>
            <p:spPr>
              <a:xfrm>
                <a:off x="11482184" y="2830253"/>
                <a:ext cx="175805" cy="211907"/>
              </a:xfrm>
              <a:custGeom>
                <a:avLst/>
                <a:gdLst/>
                <a:ahLst/>
                <a:cxnLst/>
                <a:rect l="l" t="t" r="r" b="b"/>
                <a:pathLst>
                  <a:path w="4256" h="5130" extrusionOk="0">
                    <a:moveTo>
                      <a:pt x="0" y="3310"/>
                    </a:moveTo>
                    <a:cubicBezTo>
                      <a:pt x="0" y="2204"/>
                      <a:pt x="777" y="857"/>
                      <a:pt x="1740" y="304"/>
                    </a:cubicBezTo>
                    <a:cubicBezTo>
                      <a:pt x="2222" y="27"/>
                      <a:pt x="2659" y="0"/>
                      <a:pt x="2971" y="170"/>
                    </a:cubicBezTo>
                    <a:lnTo>
                      <a:pt x="2971" y="170"/>
                    </a:lnTo>
                    <a:lnTo>
                      <a:pt x="2971" y="179"/>
                    </a:lnTo>
                    <a:cubicBezTo>
                      <a:pt x="2971" y="179"/>
                      <a:pt x="2971" y="179"/>
                      <a:pt x="2971" y="179"/>
                    </a:cubicBezTo>
                    <a:lnTo>
                      <a:pt x="4256" y="910"/>
                    </a:lnTo>
                    <a:lnTo>
                      <a:pt x="1740" y="5130"/>
                    </a:lnTo>
                    <a:lnTo>
                      <a:pt x="509" y="4434"/>
                    </a:lnTo>
                    <a:cubicBezTo>
                      <a:pt x="509" y="4425"/>
                      <a:pt x="509" y="4425"/>
                      <a:pt x="509" y="4425"/>
                    </a:cubicBezTo>
                    <a:lnTo>
                      <a:pt x="500" y="4425"/>
                    </a:lnTo>
                    <a:lnTo>
                      <a:pt x="500" y="4425"/>
                    </a:lnTo>
                    <a:cubicBezTo>
                      <a:pt x="188" y="4247"/>
                      <a:pt x="0" y="3854"/>
                      <a:pt x="0" y="331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971;p67">
                <a:extLst>
                  <a:ext uri="{FF2B5EF4-FFF2-40B4-BE49-F238E27FC236}">
                    <a16:creationId xmlns:a16="http://schemas.microsoft.com/office/drawing/2014/main" id="{0621AC53-E1E4-BDA9-F672-9787672DAC03}"/>
                  </a:ext>
                </a:extLst>
              </p:cNvPr>
              <p:cNvSpPr/>
              <p:nvPr/>
            </p:nvSpPr>
            <p:spPr>
              <a:xfrm>
                <a:off x="11532661" y="2848676"/>
                <a:ext cx="144122" cy="211205"/>
              </a:xfrm>
              <a:custGeom>
                <a:avLst/>
                <a:gdLst/>
                <a:ahLst/>
                <a:cxnLst/>
                <a:rect l="l" t="t" r="r" b="b"/>
                <a:pathLst>
                  <a:path w="3489" h="5113" extrusionOk="0">
                    <a:moveTo>
                      <a:pt x="1" y="3560"/>
                    </a:moveTo>
                    <a:cubicBezTo>
                      <a:pt x="1" y="4666"/>
                      <a:pt x="786" y="5112"/>
                      <a:pt x="1740" y="4550"/>
                    </a:cubicBezTo>
                    <a:cubicBezTo>
                      <a:pt x="2704" y="3997"/>
                      <a:pt x="3489" y="2650"/>
                      <a:pt x="3489" y="1544"/>
                    </a:cubicBezTo>
                    <a:cubicBezTo>
                      <a:pt x="3489" y="437"/>
                      <a:pt x="2704" y="0"/>
                      <a:pt x="1740" y="553"/>
                    </a:cubicBezTo>
                    <a:cubicBezTo>
                      <a:pt x="786" y="1106"/>
                      <a:pt x="1" y="2454"/>
                      <a:pt x="1" y="356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972;p67">
                <a:extLst>
                  <a:ext uri="{FF2B5EF4-FFF2-40B4-BE49-F238E27FC236}">
                    <a16:creationId xmlns:a16="http://schemas.microsoft.com/office/drawing/2014/main" id="{39809C27-347F-5857-9B41-49DCB2F7ABE2}"/>
                  </a:ext>
                </a:extLst>
              </p:cNvPr>
              <p:cNvSpPr/>
              <p:nvPr/>
            </p:nvSpPr>
            <p:spPr>
              <a:xfrm>
                <a:off x="11562527" y="2895477"/>
                <a:ext cx="84433" cy="117231"/>
              </a:xfrm>
              <a:custGeom>
                <a:avLst/>
                <a:gdLst/>
                <a:ahLst/>
                <a:cxnLst/>
                <a:rect l="l" t="t" r="r" b="b"/>
                <a:pathLst>
                  <a:path w="2044" h="2838" extrusionOk="0">
                    <a:moveTo>
                      <a:pt x="0" y="2222"/>
                    </a:moveTo>
                    <a:cubicBezTo>
                      <a:pt x="0" y="2338"/>
                      <a:pt x="9" y="2552"/>
                      <a:pt x="116" y="2694"/>
                    </a:cubicBezTo>
                    <a:cubicBezTo>
                      <a:pt x="125" y="2712"/>
                      <a:pt x="143" y="2730"/>
                      <a:pt x="161" y="2748"/>
                    </a:cubicBezTo>
                    <a:lnTo>
                      <a:pt x="170" y="2748"/>
                    </a:lnTo>
                    <a:cubicBezTo>
                      <a:pt x="188" y="2775"/>
                      <a:pt x="214" y="2793"/>
                      <a:pt x="250" y="2810"/>
                    </a:cubicBezTo>
                    <a:cubicBezTo>
                      <a:pt x="295" y="2828"/>
                      <a:pt x="339" y="2837"/>
                      <a:pt x="393" y="2837"/>
                    </a:cubicBezTo>
                    <a:cubicBezTo>
                      <a:pt x="428" y="2837"/>
                      <a:pt x="455" y="2837"/>
                      <a:pt x="491" y="2828"/>
                    </a:cubicBezTo>
                    <a:cubicBezTo>
                      <a:pt x="589" y="2810"/>
                      <a:pt x="714" y="2775"/>
                      <a:pt x="839" y="2694"/>
                    </a:cubicBezTo>
                    <a:cubicBezTo>
                      <a:pt x="1062" y="2561"/>
                      <a:pt x="1285" y="2364"/>
                      <a:pt x="1472" y="2123"/>
                    </a:cubicBezTo>
                    <a:cubicBezTo>
                      <a:pt x="1544" y="2016"/>
                      <a:pt x="1624" y="1909"/>
                      <a:pt x="1686" y="1802"/>
                    </a:cubicBezTo>
                    <a:cubicBezTo>
                      <a:pt x="1900" y="1419"/>
                      <a:pt x="2043" y="990"/>
                      <a:pt x="2043" y="616"/>
                    </a:cubicBezTo>
                    <a:lnTo>
                      <a:pt x="2043" y="598"/>
                    </a:lnTo>
                    <a:cubicBezTo>
                      <a:pt x="2043" y="518"/>
                      <a:pt x="2034" y="411"/>
                      <a:pt x="1999" y="312"/>
                    </a:cubicBezTo>
                    <a:cubicBezTo>
                      <a:pt x="1963" y="152"/>
                      <a:pt x="1856" y="0"/>
                      <a:pt x="1642" y="0"/>
                    </a:cubicBezTo>
                    <a:cubicBezTo>
                      <a:pt x="1517" y="0"/>
                      <a:pt x="1365" y="45"/>
                      <a:pt x="1205" y="143"/>
                    </a:cubicBezTo>
                    <a:cubicBezTo>
                      <a:pt x="1187" y="152"/>
                      <a:pt x="1169" y="161"/>
                      <a:pt x="1151" y="170"/>
                    </a:cubicBezTo>
                    <a:cubicBezTo>
                      <a:pt x="1151" y="179"/>
                      <a:pt x="1142" y="179"/>
                      <a:pt x="1142" y="179"/>
                    </a:cubicBezTo>
                    <a:cubicBezTo>
                      <a:pt x="1098" y="214"/>
                      <a:pt x="1044" y="250"/>
                      <a:pt x="999" y="286"/>
                    </a:cubicBezTo>
                    <a:cubicBezTo>
                      <a:pt x="973" y="304"/>
                      <a:pt x="955" y="321"/>
                      <a:pt x="928" y="339"/>
                    </a:cubicBezTo>
                    <a:cubicBezTo>
                      <a:pt x="910" y="357"/>
                      <a:pt x="892" y="366"/>
                      <a:pt x="874" y="384"/>
                    </a:cubicBezTo>
                    <a:cubicBezTo>
                      <a:pt x="866" y="402"/>
                      <a:pt x="848" y="411"/>
                      <a:pt x="839" y="428"/>
                    </a:cubicBezTo>
                    <a:cubicBezTo>
                      <a:pt x="803" y="464"/>
                      <a:pt x="759" y="500"/>
                      <a:pt x="723" y="536"/>
                    </a:cubicBezTo>
                    <a:cubicBezTo>
                      <a:pt x="527" y="759"/>
                      <a:pt x="348" y="1026"/>
                      <a:pt x="223" y="1303"/>
                    </a:cubicBezTo>
                    <a:cubicBezTo>
                      <a:pt x="196" y="1347"/>
                      <a:pt x="188" y="1383"/>
                      <a:pt x="170" y="1419"/>
                    </a:cubicBezTo>
                    <a:cubicBezTo>
                      <a:pt x="143" y="1490"/>
                      <a:pt x="116" y="1561"/>
                      <a:pt x="98" y="1633"/>
                    </a:cubicBezTo>
                    <a:lnTo>
                      <a:pt x="98" y="1642"/>
                    </a:lnTo>
                    <a:cubicBezTo>
                      <a:pt x="89" y="1651"/>
                      <a:pt x="89" y="1651"/>
                      <a:pt x="89" y="1660"/>
                    </a:cubicBezTo>
                    <a:cubicBezTo>
                      <a:pt x="81" y="1695"/>
                      <a:pt x="72" y="1740"/>
                      <a:pt x="54" y="1776"/>
                    </a:cubicBezTo>
                    <a:cubicBezTo>
                      <a:pt x="36" y="1856"/>
                      <a:pt x="18" y="1927"/>
                      <a:pt x="18" y="1999"/>
                    </a:cubicBezTo>
                    <a:cubicBezTo>
                      <a:pt x="0" y="2079"/>
                      <a:pt x="0" y="2150"/>
                      <a:pt x="0" y="2222"/>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973;p67">
                <a:extLst>
                  <a:ext uri="{FF2B5EF4-FFF2-40B4-BE49-F238E27FC236}">
                    <a16:creationId xmlns:a16="http://schemas.microsoft.com/office/drawing/2014/main" id="{A73E9F77-7DD1-5EC7-D65E-55D3CC69F183}"/>
                  </a:ext>
                </a:extLst>
              </p:cNvPr>
              <p:cNvSpPr/>
              <p:nvPr/>
            </p:nvSpPr>
            <p:spPr>
              <a:xfrm>
                <a:off x="11566575" y="2895849"/>
                <a:ext cx="80384" cy="116859"/>
              </a:xfrm>
              <a:custGeom>
                <a:avLst/>
                <a:gdLst/>
                <a:ahLst/>
                <a:cxnLst/>
                <a:rect l="l" t="t" r="r" b="b"/>
                <a:pathLst>
                  <a:path w="1946" h="2829" extrusionOk="0">
                    <a:moveTo>
                      <a:pt x="90" y="2676"/>
                    </a:moveTo>
                    <a:cubicBezTo>
                      <a:pt x="214" y="2676"/>
                      <a:pt x="366" y="2632"/>
                      <a:pt x="527" y="2534"/>
                    </a:cubicBezTo>
                    <a:cubicBezTo>
                      <a:pt x="1178" y="2159"/>
                      <a:pt x="1731" y="1205"/>
                      <a:pt x="1731" y="455"/>
                    </a:cubicBezTo>
                    <a:cubicBezTo>
                      <a:pt x="1731" y="339"/>
                      <a:pt x="1722" y="143"/>
                      <a:pt x="1633" y="0"/>
                    </a:cubicBezTo>
                    <a:cubicBezTo>
                      <a:pt x="1909" y="63"/>
                      <a:pt x="1945" y="437"/>
                      <a:pt x="1945" y="607"/>
                    </a:cubicBezTo>
                    <a:cubicBezTo>
                      <a:pt x="1945" y="1356"/>
                      <a:pt x="1392" y="2311"/>
                      <a:pt x="741" y="2685"/>
                    </a:cubicBezTo>
                    <a:cubicBezTo>
                      <a:pt x="580" y="2784"/>
                      <a:pt x="429" y="2828"/>
                      <a:pt x="295" y="2828"/>
                    </a:cubicBezTo>
                    <a:cubicBezTo>
                      <a:pt x="152" y="2828"/>
                      <a:pt x="63" y="2766"/>
                      <a:pt x="0" y="2668"/>
                    </a:cubicBezTo>
                    <a:cubicBezTo>
                      <a:pt x="27" y="2676"/>
                      <a:pt x="54" y="2676"/>
                      <a:pt x="90" y="2676"/>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974;p67">
                <a:extLst>
                  <a:ext uri="{FF2B5EF4-FFF2-40B4-BE49-F238E27FC236}">
                    <a16:creationId xmlns:a16="http://schemas.microsoft.com/office/drawing/2014/main" id="{D1F70DE6-CC91-7DD0-3F21-49833A99CC51}"/>
                  </a:ext>
                </a:extLst>
              </p:cNvPr>
              <p:cNvSpPr/>
              <p:nvPr/>
            </p:nvSpPr>
            <p:spPr>
              <a:xfrm>
                <a:off x="11566203" y="2905061"/>
                <a:ext cx="74477" cy="104301"/>
              </a:xfrm>
              <a:custGeom>
                <a:avLst/>
                <a:gdLst/>
                <a:ahLst/>
                <a:cxnLst/>
                <a:rect l="l" t="t" r="r" b="b"/>
                <a:pathLst>
                  <a:path w="1803" h="2525" extrusionOk="0">
                    <a:moveTo>
                      <a:pt x="27" y="2462"/>
                    </a:moveTo>
                    <a:lnTo>
                      <a:pt x="322" y="1829"/>
                    </a:lnTo>
                    <a:cubicBezTo>
                      <a:pt x="223" y="1758"/>
                      <a:pt x="170" y="1624"/>
                      <a:pt x="170" y="1445"/>
                    </a:cubicBezTo>
                    <a:cubicBezTo>
                      <a:pt x="170" y="1428"/>
                      <a:pt x="170" y="1410"/>
                      <a:pt x="170" y="1392"/>
                    </a:cubicBezTo>
                    <a:lnTo>
                      <a:pt x="0" y="1428"/>
                    </a:lnTo>
                    <a:cubicBezTo>
                      <a:pt x="0" y="1419"/>
                      <a:pt x="0" y="1419"/>
                      <a:pt x="9" y="1410"/>
                    </a:cubicBezTo>
                    <a:lnTo>
                      <a:pt x="9" y="1401"/>
                    </a:lnTo>
                    <a:cubicBezTo>
                      <a:pt x="27" y="1329"/>
                      <a:pt x="54" y="1258"/>
                      <a:pt x="81" y="1187"/>
                    </a:cubicBezTo>
                    <a:cubicBezTo>
                      <a:pt x="99" y="1151"/>
                      <a:pt x="107" y="1115"/>
                      <a:pt x="134" y="1071"/>
                    </a:cubicBezTo>
                    <a:lnTo>
                      <a:pt x="250" y="1044"/>
                    </a:lnTo>
                    <a:cubicBezTo>
                      <a:pt x="339" y="839"/>
                      <a:pt x="473" y="634"/>
                      <a:pt x="634" y="491"/>
                    </a:cubicBezTo>
                    <a:lnTo>
                      <a:pt x="634" y="304"/>
                    </a:lnTo>
                    <a:cubicBezTo>
                      <a:pt x="670" y="268"/>
                      <a:pt x="714" y="232"/>
                      <a:pt x="750" y="196"/>
                    </a:cubicBezTo>
                    <a:cubicBezTo>
                      <a:pt x="759" y="179"/>
                      <a:pt x="777" y="170"/>
                      <a:pt x="785" y="152"/>
                    </a:cubicBezTo>
                    <a:cubicBezTo>
                      <a:pt x="803" y="134"/>
                      <a:pt x="821" y="125"/>
                      <a:pt x="839" y="107"/>
                    </a:cubicBezTo>
                    <a:cubicBezTo>
                      <a:pt x="866" y="89"/>
                      <a:pt x="884" y="72"/>
                      <a:pt x="910" y="54"/>
                    </a:cubicBezTo>
                    <a:lnTo>
                      <a:pt x="910" y="330"/>
                    </a:lnTo>
                    <a:cubicBezTo>
                      <a:pt x="1080" y="277"/>
                      <a:pt x="1223" y="321"/>
                      <a:pt x="1303" y="428"/>
                    </a:cubicBezTo>
                    <a:lnTo>
                      <a:pt x="1767" y="0"/>
                    </a:lnTo>
                    <a:cubicBezTo>
                      <a:pt x="1794" y="98"/>
                      <a:pt x="1802" y="205"/>
                      <a:pt x="1802" y="286"/>
                    </a:cubicBezTo>
                    <a:lnTo>
                      <a:pt x="1392" y="678"/>
                    </a:lnTo>
                    <a:cubicBezTo>
                      <a:pt x="1392" y="696"/>
                      <a:pt x="1392" y="714"/>
                      <a:pt x="1392" y="741"/>
                    </a:cubicBezTo>
                    <a:cubicBezTo>
                      <a:pt x="1392" y="919"/>
                      <a:pt x="1339" y="1106"/>
                      <a:pt x="1240" y="1285"/>
                    </a:cubicBezTo>
                    <a:lnTo>
                      <a:pt x="1446" y="1490"/>
                    </a:lnTo>
                    <a:cubicBezTo>
                      <a:pt x="1383" y="1597"/>
                      <a:pt x="1303" y="1704"/>
                      <a:pt x="1232" y="1811"/>
                    </a:cubicBezTo>
                    <a:lnTo>
                      <a:pt x="1026" y="1597"/>
                    </a:lnTo>
                    <a:cubicBezTo>
                      <a:pt x="955" y="1677"/>
                      <a:pt x="866" y="1749"/>
                      <a:pt x="785" y="1802"/>
                    </a:cubicBezTo>
                    <a:cubicBezTo>
                      <a:pt x="696" y="1847"/>
                      <a:pt x="616" y="1874"/>
                      <a:pt x="545" y="1883"/>
                    </a:cubicBezTo>
                    <a:lnTo>
                      <a:pt x="250" y="2516"/>
                    </a:lnTo>
                    <a:cubicBezTo>
                      <a:pt x="215" y="2525"/>
                      <a:pt x="188" y="2525"/>
                      <a:pt x="161" y="2525"/>
                    </a:cubicBezTo>
                    <a:cubicBezTo>
                      <a:pt x="125" y="2525"/>
                      <a:pt x="107" y="2525"/>
                      <a:pt x="81" y="2516"/>
                    </a:cubicBezTo>
                    <a:lnTo>
                      <a:pt x="72" y="2516"/>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975;p67">
                <a:extLst>
                  <a:ext uri="{FF2B5EF4-FFF2-40B4-BE49-F238E27FC236}">
                    <a16:creationId xmlns:a16="http://schemas.microsoft.com/office/drawing/2014/main" id="{98BF9081-26EF-E71B-3B3B-46DDDE2C5D32}"/>
                  </a:ext>
                </a:extLst>
              </p:cNvPr>
              <p:cNvSpPr/>
              <p:nvPr/>
            </p:nvSpPr>
            <p:spPr>
              <a:xfrm>
                <a:off x="11588674" y="2939676"/>
                <a:ext cx="19580" cy="23628"/>
              </a:xfrm>
              <a:custGeom>
                <a:avLst/>
                <a:gdLst/>
                <a:ahLst/>
                <a:cxnLst/>
                <a:rect l="l" t="t" r="r" b="b"/>
                <a:pathLst>
                  <a:path w="474" h="572" extrusionOk="0">
                    <a:moveTo>
                      <a:pt x="1" y="367"/>
                    </a:moveTo>
                    <a:cubicBezTo>
                      <a:pt x="1" y="242"/>
                      <a:pt x="90" y="99"/>
                      <a:pt x="197" y="36"/>
                    </a:cubicBezTo>
                    <a:cubicBezTo>
                      <a:pt x="250" y="1"/>
                      <a:pt x="295" y="1"/>
                      <a:pt x="331" y="19"/>
                    </a:cubicBezTo>
                    <a:lnTo>
                      <a:pt x="331" y="19"/>
                    </a:lnTo>
                    <a:lnTo>
                      <a:pt x="331" y="19"/>
                    </a:lnTo>
                    <a:lnTo>
                      <a:pt x="473" y="99"/>
                    </a:lnTo>
                    <a:lnTo>
                      <a:pt x="197" y="572"/>
                    </a:lnTo>
                    <a:lnTo>
                      <a:pt x="63" y="491"/>
                    </a:lnTo>
                    <a:cubicBezTo>
                      <a:pt x="63" y="491"/>
                      <a:pt x="63" y="491"/>
                      <a:pt x="63" y="491"/>
                    </a:cubicBezTo>
                    <a:lnTo>
                      <a:pt x="63" y="491"/>
                    </a:lnTo>
                    <a:cubicBezTo>
                      <a:pt x="27" y="474"/>
                      <a:pt x="1" y="429"/>
                      <a:pt x="1" y="367"/>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976;p67">
                <a:extLst>
                  <a:ext uri="{FF2B5EF4-FFF2-40B4-BE49-F238E27FC236}">
                    <a16:creationId xmlns:a16="http://schemas.microsoft.com/office/drawing/2014/main" id="{970718E1-880A-7AB6-B564-6DB9EDAD1887}"/>
                  </a:ext>
                </a:extLst>
              </p:cNvPr>
              <p:cNvSpPr/>
              <p:nvPr/>
            </p:nvSpPr>
            <p:spPr>
              <a:xfrm>
                <a:off x="11594210" y="2941907"/>
                <a:ext cx="16234" cy="23256"/>
              </a:xfrm>
              <a:custGeom>
                <a:avLst/>
                <a:gdLst/>
                <a:ahLst/>
                <a:cxnLst/>
                <a:rect l="l" t="t" r="r" b="b"/>
                <a:pathLst>
                  <a:path w="393" h="563" extrusionOk="0">
                    <a:moveTo>
                      <a:pt x="0" y="393"/>
                    </a:moveTo>
                    <a:cubicBezTo>
                      <a:pt x="0" y="509"/>
                      <a:pt x="90" y="562"/>
                      <a:pt x="197" y="500"/>
                    </a:cubicBezTo>
                    <a:cubicBezTo>
                      <a:pt x="304" y="437"/>
                      <a:pt x="393" y="286"/>
                      <a:pt x="393" y="170"/>
                    </a:cubicBezTo>
                    <a:cubicBezTo>
                      <a:pt x="393" y="45"/>
                      <a:pt x="304" y="0"/>
                      <a:pt x="197" y="54"/>
                    </a:cubicBezTo>
                    <a:cubicBezTo>
                      <a:pt x="90" y="116"/>
                      <a:pt x="0" y="268"/>
                      <a:pt x="0" y="393"/>
                    </a:cubicBez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977;p67">
                <a:extLst>
                  <a:ext uri="{FF2B5EF4-FFF2-40B4-BE49-F238E27FC236}">
                    <a16:creationId xmlns:a16="http://schemas.microsoft.com/office/drawing/2014/main" id="{4FE79036-CC18-2A67-EA3B-5F5E84FFAD5A}"/>
                  </a:ext>
                </a:extLst>
              </p:cNvPr>
              <p:cNvSpPr/>
              <p:nvPr/>
            </p:nvSpPr>
            <p:spPr>
              <a:xfrm>
                <a:off x="10726009" y="3283851"/>
                <a:ext cx="190180" cy="102856"/>
              </a:xfrm>
              <a:custGeom>
                <a:avLst/>
                <a:gdLst/>
                <a:ahLst/>
                <a:cxnLst/>
                <a:rect l="l" t="t" r="r" b="b"/>
                <a:pathLst>
                  <a:path w="4604" h="2490" extrusionOk="0">
                    <a:moveTo>
                      <a:pt x="4113" y="2490"/>
                    </a:moveTo>
                    <a:lnTo>
                      <a:pt x="0" y="1"/>
                    </a:lnTo>
                    <a:lnTo>
                      <a:pt x="3952" y="367"/>
                    </a:lnTo>
                    <a:lnTo>
                      <a:pt x="4604" y="1749"/>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978;p67">
                <a:extLst>
                  <a:ext uri="{FF2B5EF4-FFF2-40B4-BE49-F238E27FC236}">
                    <a16:creationId xmlns:a16="http://schemas.microsoft.com/office/drawing/2014/main" id="{48D4D5DD-6EDD-F2D2-9712-DF0126612822}"/>
                  </a:ext>
                </a:extLst>
              </p:cNvPr>
              <p:cNvSpPr/>
              <p:nvPr/>
            </p:nvSpPr>
            <p:spPr>
              <a:xfrm>
                <a:off x="10701307" y="3289014"/>
                <a:ext cx="176218" cy="212321"/>
              </a:xfrm>
              <a:custGeom>
                <a:avLst/>
                <a:gdLst/>
                <a:ahLst/>
                <a:cxnLst/>
                <a:rect l="l" t="t" r="r" b="b"/>
                <a:pathLst>
                  <a:path w="4266" h="5140" extrusionOk="0">
                    <a:moveTo>
                      <a:pt x="1" y="3311"/>
                    </a:moveTo>
                    <a:cubicBezTo>
                      <a:pt x="1" y="2213"/>
                      <a:pt x="786" y="866"/>
                      <a:pt x="1740" y="304"/>
                    </a:cubicBezTo>
                    <a:cubicBezTo>
                      <a:pt x="2222" y="28"/>
                      <a:pt x="2659" y="1"/>
                      <a:pt x="2971" y="179"/>
                    </a:cubicBezTo>
                    <a:lnTo>
                      <a:pt x="2971" y="179"/>
                    </a:lnTo>
                    <a:lnTo>
                      <a:pt x="2980" y="179"/>
                    </a:lnTo>
                    <a:lnTo>
                      <a:pt x="2980" y="179"/>
                    </a:lnTo>
                    <a:lnTo>
                      <a:pt x="4265" y="920"/>
                    </a:lnTo>
                    <a:lnTo>
                      <a:pt x="1740" y="5139"/>
                    </a:lnTo>
                    <a:lnTo>
                      <a:pt x="518" y="4435"/>
                    </a:lnTo>
                    <a:cubicBezTo>
                      <a:pt x="509" y="4435"/>
                      <a:pt x="509" y="4435"/>
                      <a:pt x="509" y="4435"/>
                    </a:cubicBezTo>
                    <a:lnTo>
                      <a:pt x="509" y="4435"/>
                    </a:lnTo>
                    <a:lnTo>
                      <a:pt x="509" y="4435"/>
                    </a:lnTo>
                    <a:cubicBezTo>
                      <a:pt x="197" y="4247"/>
                      <a:pt x="1" y="3864"/>
                      <a:pt x="1" y="331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79;p67">
                <a:extLst>
                  <a:ext uri="{FF2B5EF4-FFF2-40B4-BE49-F238E27FC236}">
                    <a16:creationId xmlns:a16="http://schemas.microsoft.com/office/drawing/2014/main" id="{F3C6C56C-2D58-FCCD-45EF-5AD7373951C8}"/>
                  </a:ext>
                </a:extLst>
              </p:cNvPr>
              <p:cNvSpPr/>
              <p:nvPr/>
            </p:nvSpPr>
            <p:spPr>
              <a:xfrm>
                <a:off x="10751784" y="3307437"/>
                <a:ext cx="144163" cy="211205"/>
              </a:xfrm>
              <a:custGeom>
                <a:avLst/>
                <a:gdLst/>
                <a:ahLst/>
                <a:cxnLst/>
                <a:rect l="l" t="t" r="r" b="b"/>
                <a:pathLst>
                  <a:path w="3490" h="5113" extrusionOk="0">
                    <a:moveTo>
                      <a:pt x="1" y="3569"/>
                    </a:moveTo>
                    <a:cubicBezTo>
                      <a:pt x="1" y="4667"/>
                      <a:pt x="786" y="5113"/>
                      <a:pt x="1749" y="4560"/>
                    </a:cubicBezTo>
                    <a:cubicBezTo>
                      <a:pt x="2713" y="4006"/>
                      <a:pt x="3489" y="2659"/>
                      <a:pt x="3489" y="1553"/>
                    </a:cubicBezTo>
                    <a:cubicBezTo>
                      <a:pt x="3489" y="447"/>
                      <a:pt x="2713" y="1"/>
                      <a:pt x="1749" y="554"/>
                    </a:cubicBezTo>
                    <a:cubicBezTo>
                      <a:pt x="786" y="1116"/>
                      <a:pt x="1" y="2463"/>
                      <a:pt x="1" y="3569"/>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980;p67">
                <a:extLst>
                  <a:ext uri="{FF2B5EF4-FFF2-40B4-BE49-F238E27FC236}">
                    <a16:creationId xmlns:a16="http://schemas.microsoft.com/office/drawing/2014/main" id="{F73CE4BA-83F7-636E-5C55-B06904C318E4}"/>
                  </a:ext>
                </a:extLst>
              </p:cNvPr>
              <p:cNvSpPr/>
              <p:nvPr/>
            </p:nvSpPr>
            <p:spPr>
              <a:xfrm>
                <a:off x="10781650" y="3354239"/>
                <a:ext cx="84433" cy="117602"/>
              </a:xfrm>
              <a:custGeom>
                <a:avLst/>
                <a:gdLst/>
                <a:ahLst/>
                <a:cxnLst/>
                <a:rect l="l" t="t" r="r" b="b"/>
                <a:pathLst>
                  <a:path w="2044" h="2847" extrusionOk="0">
                    <a:moveTo>
                      <a:pt x="1" y="2231"/>
                    </a:moveTo>
                    <a:cubicBezTo>
                      <a:pt x="1" y="2347"/>
                      <a:pt x="9" y="2561"/>
                      <a:pt x="117" y="2704"/>
                    </a:cubicBezTo>
                    <a:cubicBezTo>
                      <a:pt x="125" y="2722"/>
                      <a:pt x="143" y="2740"/>
                      <a:pt x="161" y="2757"/>
                    </a:cubicBezTo>
                    <a:lnTo>
                      <a:pt x="170" y="2757"/>
                    </a:lnTo>
                    <a:cubicBezTo>
                      <a:pt x="188" y="2784"/>
                      <a:pt x="215" y="2802"/>
                      <a:pt x="250" y="2820"/>
                    </a:cubicBezTo>
                    <a:cubicBezTo>
                      <a:pt x="295" y="2838"/>
                      <a:pt x="340" y="2847"/>
                      <a:pt x="402" y="2847"/>
                    </a:cubicBezTo>
                    <a:cubicBezTo>
                      <a:pt x="429" y="2847"/>
                      <a:pt x="456" y="2838"/>
                      <a:pt x="491" y="2838"/>
                    </a:cubicBezTo>
                    <a:cubicBezTo>
                      <a:pt x="598" y="2820"/>
                      <a:pt x="714" y="2775"/>
                      <a:pt x="839" y="2704"/>
                    </a:cubicBezTo>
                    <a:cubicBezTo>
                      <a:pt x="1062" y="2570"/>
                      <a:pt x="1285" y="2365"/>
                      <a:pt x="1473" y="2124"/>
                    </a:cubicBezTo>
                    <a:cubicBezTo>
                      <a:pt x="1553" y="2026"/>
                      <a:pt x="1624" y="1919"/>
                      <a:pt x="1687" y="1803"/>
                    </a:cubicBezTo>
                    <a:cubicBezTo>
                      <a:pt x="1910" y="1428"/>
                      <a:pt x="2043" y="1000"/>
                      <a:pt x="2043" y="625"/>
                    </a:cubicBezTo>
                    <a:lnTo>
                      <a:pt x="2043" y="608"/>
                    </a:lnTo>
                    <a:cubicBezTo>
                      <a:pt x="2043" y="527"/>
                      <a:pt x="2035" y="420"/>
                      <a:pt x="2008" y="313"/>
                    </a:cubicBezTo>
                    <a:cubicBezTo>
                      <a:pt x="1963" y="153"/>
                      <a:pt x="1865" y="1"/>
                      <a:pt x="1651" y="1"/>
                    </a:cubicBezTo>
                    <a:cubicBezTo>
                      <a:pt x="1517" y="1"/>
                      <a:pt x="1374" y="54"/>
                      <a:pt x="1205" y="153"/>
                    </a:cubicBezTo>
                    <a:cubicBezTo>
                      <a:pt x="1187" y="161"/>
                      <a:pt x="1169" y="170"/>
                      <a:pt x="1151" y="179"/>
                    </a:cubicBezTo>
                    <a:cubicBezTo>
                      <a:pt x="1151" y="179"/>
                      <a:pt x="1142" y="179"/>
                      <a:pt x="1142" y="188"/>
                    </a:cubicBezTo>
                    <a:cubicBezTo>
                      <a:pt x="1098" y="215"/>
                      <a:pt x="1044" y="251"/>
                      <a:pt x="1000" y="286"/>
                    </a:cubicBezTo>
                    <a:cubicBezTo>
                      <a:pt x="973" y="313"/>
                      <a:pt x="955" y="331"/>
                      <a:pt x="928" y="349"/>
                    </a:cubicBezTo>
                    <a:cubicBezTo>
                      <a:pt x="910" y="367"/>
                      <a:pt x="893" y="376"/>
                      <a:pt x="875" y="393"/>
                    </a:cubicBezTo>
                    <a:cubicBezTo>
                      <a:pt x="866" y="402"/>
                      <a:pt x="848" y="420"/>
                      <a:pt x="839" y="429"/>
                    </a:cubicBezTo>
                    <a:cubicBezTo>
                      <a:pt x="803" y="465"/>
                      <a:pt x="768" y="509"/>
                      <a:pt x="732" y="545"/>
                    </a:cubicBezTo>
                    <a:cubicBezTo>
                      <a:pt x="527" y="759"/>
                      <a:pt x="348" y="1036"/>
                      <a:pt x="224" y="1312"/>
                    </a:cubicBezTo>
                    <a:cubicBezTo>
                      <a:pt x="206" y="1348"/>
                      <a:pt x="188" y="1393"/>
                      <a:pt x="170" y="1428"/>
                    </a:cubicBezTo>
                    <a:cubicBezTo>
                      <a:pt x="143" y="1491"/>
                      <a:pt x="117" y="1562"/>
                      <a:pt x="99" y="1633"/>
                    </a:cubicBezTo>
                    <a:lnTo>
                      <a:pt x="99" y="1642"/>
                    </a:lnTo>
                    <a:cubicBezTo>
                      <a:pt x="90" y="1651"/>
                      <a:pt x="90" y="1660"/>
                      <a:pt x="90" y="1669"/>
                    </a:cubicBezTo>
                    <a:cubicBezTo>
                      <a:pt x="81" y="1705"/>
                      <a:pt x="72" y="1740"/>
                      <a:pt x="63" y="1785"/>
                    </a:cubicBezTo>
                    <a:cubicBezTo>
                      <a:pt x="36" y="1856"/>
                      <a:pt x="27" y="1937"/>
                      <a:pt x="18" y="2008"/>
                    </a:cubicBezTo>
                    <a:cubicBezTo>
                      <a:pt x="9" y="2088"/>
                      <a:pt x="1" y="2160"/>
                      <a:pt x="1" y="223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981;p67">
                <a:extLst>
                  <a:ext uri="{FF2B5EF4-FFF2-40B4-BE49-F238E27FC236}">
                    <a16:creationId xmlns:a16="http://schemas.microsoft.com/office/drawing/2014/main" id="{5E21BA12-1316-1CF0-8508-03ABC496DFD2}"/>
                  </a:ext>
                </a:extLst>
              </p:cNvPr>
              <p:cNvSpPr/>
              <p:nvPr/>
            </p:nvSpPr>
            <p:spPr>
              <a:xfrm>
                <a:off x="10786070" y="3354982"/>
                <a:ext cx="80013" cy="116859"/>
              </a:xfrm>
              <a:custGeom>
                <a:avLst/>
                <a:gdLst/>
                <a:ahLst/>
                <a:cxnLst/>
                <a:rect l="l" t="t" r="r" b="b"/>
                <a:pathLst>
                  <a:path w="1937" h="2829" extrusionOk="0">
                    <a:moveTo>
                      <a:pt x="81" y="2677"/>
                    </a:moveTo>
                    <a:cubicBezTo>
                      <a:pt x="206" y="2677"/>
                      <a:pt x="357" y="2624"/>
                      <a:pt x="518" y="2534"/>
                    </a:cubicBezTo>
                    <a:cubicBezTo>
                      <a:pt x="1178" y="2151"/>
                      <a:pt x="1731" y="1205"/>
                      <a:pt x="1731" y="447"/>
                    </a:cubicBezTo>
                    <a:cubicBezTo>
                      <a:pt x="1731" y="340"/>
                      <a:pt x="1713" y="135"/>
                      <a:pt x="1624" y="1"/>
                    </a:cubicBezTo>
                    <a:cubicBezTo>
                      <a:pt x="1910" y="54"/>
                      <a:pt x="1936" y="438"/>
                      <a:pt x="1936" y="607"/>
                    </a:cubicBezTo>
                    <a:cubicBezTo>
                      <a:pt x="1936" y="1357"/>
                      <a:pt x="1383" y="2311"/>
                      <a:pt x="732" y="2686"/>
                    </a:cubicBezTo>
                    <a:cubicBezTo>
                      <a:pt x="572" y="2784"/>
                      <a:pt x="420" y="2829"/>
                      <a:pt x="295" y="2829"/>
                    </a:cubicBezTo>
                    <a:cubicBezTo>
                      <a:pt x="143" y="2829"/>
                      <a:pt x="54" y="2757"/>
                      <a:pt x="1" y="2668"/>
                    </a:cubicBezTo>
                    <a:cubicBezTo>
                      <a:pt x="18" y="2668"/>
                      <a:pt x="45" y="2677"/>
                      <a:pt x="81" y="2677"/>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982;p67">
                <a:extLst>
                  <a:ext uri="{FF2B5EF4-FFF2-40B4-BE49-F238E27FC236}">
                    <a16:creationId xmlns:a16="http://schemas.microsoft.com/office/drawing/2014/main" id="{8DEF34C8-2862-99C1-EECC-2920CA077B01}"/>
                  </a:ext>
                </a:extLst>
              </p:cNvPr>
              <p:cNvSpPr/>
              <p:nvPr/>
            </p:nvSpPr>
            <p:spPr>
              <a:xfrm>
                <a:off x="10785326" y="3363822"/>
                <a:ext cx="74477" cy="104715"/>
              </a:xfrm>
              <a:custGeom>
                <a:avLst/>
                <a:gdLst/>
                <a:ahLst/>
                <a:cxnLst/>
                <a:rect l="l" t="t" r="r" b="b"/>
                <a:pathLst>
                  <a:path w="1803" h="2535" extrusionOk="0">
                    <a:moveTo>
                      <a:pt x="28" y="2472"/>
                    </a:moveTo>
                    <a:lnTo>
                      <a:pt x="322" y="1830"/>
                    </a:lnTo>
                    <a:cubicBezTo>
                      <a:pt x="233" y="1767"/>
                      <a:pt x="170" y="1633"/>
                      <a:pt x="170" y="1455"/>
                    </a:cubicBezTo>
                    <a:cubicBezTo>
                      <a:pt x="170" y="1437"/>
                      <a:pt x="170" y="1419"/>
                      <a:pt x="170" y="1401"/>
                    </a:cubicBezTo>
                    <a:lnTo>
                      <a:pt x="1" y="1437"/>
                    </a:lnTo>
                    <a:cubicBezTo>
                      <a:pt x="1" y="1428"/>
                      <a:pt x="1" y="1419"/>
                      <a:pt x="10" y="1410"/>
                    </a:cubicBezTo>
                    <a:lnTo>
                      <a:pt x="10" y="1401"/>
                    </a:lnTo>
                    <a:cubicBezTo>
                      <a:pt x="28" y="1330"/>
                      <a:pt x="54" y="1259"/>
                      <a:pt x="81" y="1196"/>
                    </a:cubicBezTo>
                    <a:cubicBezTo>
                      <a:pt x="99" y="1161"/>
                      <a:pt x="117" y="1116"/>
                      <a:pt x="135" y="1080"/>
                    </a:cubicBezTo>
                    <a:lnTo>
                      <a:pt x="251" y="1054"/>
                    </a:lnTo>
                    <a:cubicBezTo>
                      <a:pt x="340" y="839"/>
                      <a:pt x="474" y="643"/>
                      <a:pt x="643" y="500"/>
                    </a:cubicBezTo>
                    <a:lnTo>
                      <a:pt x="643" y="313"/>
                    </a:lnTo>
                    <a:cubicBezTo>
                      <a:pt x="679" y="277"/>
                      <a:pt x="714" y="233"/>
                      <a:pt x="750" y="197"/>
                    </a:cubicBezTo>
                    <a:cubicBezTo>
                      <a:pt x="759" y="188"/>
                      <a:pt x="777" y="170"/>
                      <a:pt x="786" y="161"/>
                    </a:cubicBezTo>
                    <a:cubicBezTo>
                      <a:pt x="804" y="144"/>
                      <a:pt x="821" y="135"/>
                      <a:pt x="839" y="117"/>
                    </a:cubicBezTo>
                    <a:cubicBezTo>
                      <a:pt x="866" y="99"/>
                      <a:pt x="884" y="81"/>
                      <a:pt x="911" y="54"/>
                    </a:cubicBezTo>
                    <a:lnTo>
                      <a:pt x="911" y="340"/>
                    </a:lnTo>
                    <a:cubicBezTo>
                      <a:pt x="1080" y="277"/>
                      <a:pt x="1223" y="322"/>
                      <a:pt x="1303" y="438"/>
                    </a:cubicBezTo>
                    <a:lnTo>
                      <a:pt x="1767" y="1"/>
                    </a:lnTo>
                    <a:cubicBezTo>
                      <a:pt x="1794" y="108"/>
                      <a:pt x="1803" y="215"/>
                      <a:pt x="1803" y="295"/>
                    </a:cubicBezTo>
                    <a:lnTo>
                      <a:pt x="1392" y="688"/>
                    </a:lnTo>
                    <a:cubicBezTo>
                      <a:pt x="1392" y="706"/>
                      <a:pt x="1392" y="723"/>
                      <a:pt x="1392" y="750"/>
                    </a:cubicBezTo>
                    <a:cubicBezTo>
                      <a:pt x="1392" y="920"/>
                      <a:pt x="1339" y="1116"/>
                      <a:pt x="1250" y="1294"/>
                    </a:cubicBezTo>
                    <a:lnTo>
                      <a:pt x="1446" y="1491"/>
                    </a:lnTo>
                    <a:cubicBezTo>
                      <a:pt x="1384" y="1607"/>
                      <a:pt x="1312" y="1714"/>
                      <a:pt x="1232" y="1812"/>
                    </a:cubicBezTo>
                    <a:lnTo>
                      <a:pt x="1027" y="1607"/>
                    </a:lnTo>
                    <a:cubicBezTo>
                      <a:pt x="955" y="1687"/>
                      <a:pt x="875" y="1758"/>
                      <a:pt x="786" y="1803"/>
                    </a:cubicBezTo>
                    <a:cubicBezTo>
                      <a:pt x="697" y="1856"/>
                      <a:pt x="616" y="1883"/>
                      <a:pt x="545" y="1892"/>
                    </a:cubicBezTo>
                    <a:lnTo>
                      <a:pt x="251" y="2525"/>
                    </a:lnTo>
                    <a:cubicBezTo>
                      <a:pt x="215" y="2525"/>
                      <a:pt x="188" y="2534"/>
                      <a:pt x="161" y="2534"/>
                    </a:cubicBezTo>
                    <a:cubicBezTo>
                      <a:pt x="135" y="2534"/>
                      <a:pt x="108" y="2525"/>
                      <a:pt x="81" y="2525"/>
                    </a:cubicBezTo>
                    <a:lnTo>
                      <a:pt x="72" y="2525"/>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983;p67">
                <a:extLst>
                  <a:ext uri="{FF2B5EF4-FFF2-40B4-BE49-F238E27FC236}">
                    <a16:creationId xmlns:a16="http://schemas.microsoft.com/office/drawing/2014/main" id="{1778E6BA-CF88-9100-7A1D-BF0C11B0400C}"/>
                  </a:ext>
                </a:extLst>
              </p:cNvPr>
              <p:cNvSpPr/>
              <p:nvPr/>
            </p:nvSpPr>
            <p:spPr>
              <a:xfrm>
                <a:off x="10808169" y="3398851"/>
                <a:ext cx="19208" cy="23256"/>
              </a:xfrm>
              <a:custGeom>
                <a:avLst/>
                <a:gdLst/>
                <a:ahLst/>
                <a:cxnLst/>
                <a:rect l="l" t="t" r="r" b="b"/>
                <a:pathLst>
                  <a:path w="465" h="563" extrusionOk="0">
                    <a:moveTo>
                      <a:pt x="1" y="366"/>
                    </a:moveTo>
                    <a:cubicBezTo>
                      <a:pt x="1" y="241"/>
                      <a:pt x="81" y="90"/>
                      <a:pt x="188" y="27"/>
                    </a:cubicBezTo>
                    <a:cubicBezTo>
                      <a:pt x="242" y="0"/>
                      <a:pt x="286" y="0"/>
                      <a:pt x="322" y="18"/>
                    </a:cubicBezTo>
                    <a:lnTo>
                      <a:pt x="322" y="18"/>
                    </a:lnTo>
                    <a:lnTo>
                      <a:pt x="322" y="18"/>
                    </a:lnTo>
                    <a:lnTo>
                      <a:pt x="465" y="98"/>
                    </a:lnTo>
                    <a:lnTo>
                      <a:pt x="188" y="562"/>
                    </a:lnTo>
                    <a:lnTo>
                      <a:pt x="54" y="482"/>
                    </a:lnTo>
                    <a:lnTo>
                      <a:pt x="54" y="482"/>
                    </a:lnTo>
                    <a:lnTo>
                      <a:pt x="54" y="482"/>
                    </a:lnTo>
                    <a:lnTo>
                      <a:pt x="54" y="482"/>
                    </a:lnTo>
                    <a:cubicBezTo>
                      <a:pt x="19" y="464"/>
                      <a:pt x="1" y="420"/>
                      <a:pt x="1" y="366"/>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984;p67">
                <a:extLst>
                  <a:ext uri="{FF2B5EF4-FFF2-40B4-BE49-F238E27FC236}">
                    <a16:creationId xmlns:a16="http://schemas.microsoft.com/office/drawing/2014/main" id="{D792EAE5-020E-B98D-D4C7-E8E974DF5666}"/>
                  </a:ext>
                </a:extLst>
              </p:cNvPr>
              <p:cNvSpPr/>
              <p:nvPr/>
            </p:nvSpPr>
            <p:spPr>
              <a:xfrm>
                <a:off x="10813704" y="3400668"/>
                <a:ext cx="15903" cy="23256"/>
              </a:xfrm>
              <a:custGeom>
                <a:avLst/>
                <a:gdLst/>
                <a:ahLst/>
                <a:cxnLst/>
                <a:rect l="l" t="t" r="r" b="b"/>
                <a:pathLst>
                  <a:path w="385" h="563" extrusionOk="0">
                    <a:moveTo>
                      <a:pt x="1" y="393"/>
                    </a:moveTo>
                    <a:cubicBezTo>
                      <a:pt x="1" y="518"/>
                      <a:pt x="81" y="563"/>
                      <a:pt x="188" y="509"/>
                    </a:cubicBezTo>
                    <a:cubicBezTo>
                      <a:pt x="295" y="447"/>
                      <a:pt x="384" y="295"/>
                      <a:pt x="384" y="170"/>
                    </a:cubicBezTo>
                    <a:cubicBezTo>
                      <a:pt x="384" y="54"/>
                      <a:pt x="295" y="1"/>
                      <a:pt x="188" y="63"/>
                    </a:cubicBezTo>
                    <a:cubicBezTo>
                      <a:pt x="81" y="126"/>
                      <a:pt x="1" y="277"/>
                      <a:pt x="1" y="393"/>
                    </a:cubicBez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985;p67">
                <a:extLst>
                  <a:ext uri="{FF2B5EF4-FFF2-40B4-BE49-F238E27FC236}">
                    <a16:creationId xmlns:a16="http://schemas.microsoft.com/office/drawing/2014/main" id="{8D50F352-4FA3-6BDF-6E98-FA86A44D7C3B}"/>
                  </a:ext>
                </a:extLst>
              </p:cNvPr>
              <p:cNvSpPr/>
              <p:nvPr/>
            </p:nvSpPr>
            <p:spPr>
              <a:xfrm>
                <a:off x="10562018" y="2567124"/>
                <a:ext cx="1236003" cy="1007531"/>
              </a:xfrm>
              <a:custGeom>
                <a:avLst/>
                <a:gdLst/>
                <a:ahLst/>
                <a:cxnLst/>
                <a:rect l="l" t="t" r="r" b="b"/>
                <a:pathLst>
                  <a:path w="29922" h="24391" extrusionOk="0">
                    <a:moveTo>
                      <a:pt x="1" y="19484"/>
                    </a:moveTo>
                    <a:lnTo>
                      <a:pt x="1" y="24391"/>
                    </a:lnTo>
                    <a:lnTo>
                      <a:pt x="4479" y="21920"/>
                    </a:lnTo>
                    <a:lnTo>
                      <a:pt x="4631" y="21821"/>
                    </a:lnTo>
                    <a:cubicBezTo>
                      <a:pt x="4595" y="21679"/>
                      <a:pt x="4577" y="21518"/>
                      <a:pt x="4577" y="21331"/>
                    </a:cubicBezTo>
                    <a:cubicBezTo>
                      <a:pt x="4577" y="20207"/>
                      <a:pt x="5371" y="18824"/>
                      <a:pt x="6352" y="18262"/>
                    </a:cubicBezTo>
                    <a:cubicBezTo>
                      <a:pt x="7289" y="17727"/>
                      <a:pt x="8056" y="18101"/>
                      <a:pt x="8128" y="19109"/>
                    </a:cubicBezTo>
                    <a:cubicBezTo>
                      <a:pt x="8137" y="19163"/>
                      <a:pt x="8137" y="19216"/>
                      <a:pt x="8137" y="19270"/>
                    </a:cubicBezTo>
                    <a:lnTo>
                      <a:pt x="8137" y="19279"/>
                    </a:lnTo>
                    <a:cubicBezTo>
                      <a:pt x="8137" y="19332"/>
                      <a:pt x="8137" y="19377"/>
                      <a:pt x="8128" y="19431"/>
                    </a:cubicBezTo>
                    <a:cubicBezTo>
                      <a:pt x="8128" y="19448"/>
                      <a:pt x="8128" y="19466"/>
                      <a:pt x="8128" y="19484"/>
                    </a:cubicBezTo>
                    <a:cubicBezTo>
                      <a:pt x="8119" y="19547"/>
                      <a:pt x="8119" y="19609"/>
                      <a:pt x="8110" y="19663"/>
                    </a:cubicBezTo>
                    <a:cubicBezTo>
                      <a:pt x="8101" y="19725"/>
                      <a:pt x="8092" y="19770"/>
                      <a:pt x="8083" y="19832"/>
                    </a:cubicBezTo>
                    <a:lnTo>
                      <a:pt x="8092" y="19823"/>
                    </a:lnTo>
                    <a:lnTo>
                      <a:pt x="17040" y="14435"/>
                    </a:lnTo>
                    <a:lnTo>
                      <a:pt x="23499" y="10545"/>
                    </a:lnTo>
                    <a:cubicBezTo>
                      <a:pt x="23490" y="10474"/>
                      <a:pt x="23490" y="10394"/>
                      <a:pt x="23490" y="10313"/>
                    </a:cubicBezTo>
                    <a:lnTo>
                      <a:pt x="23490" y="10295"/>
                    </a:lnTo>
                    <a:cubicBezTo>
                      <a:pt x="23490" y="10251"/>
                      <a:pt x="23490" y="10215"/>
                      <a:pt x="23490" y="10171"/>
                    </a:cubicBezTo>
                    <a:cubicBezTo>
                      <a:pt x="23490" y="10153"/>
                      <a:pt x="23490" y="10144"/>
                      <a:pt x="23499" y="10126"/>
                    </a:cubicBezTo>
                    <a:cubicBezTo>
                      <a:pt x="23499" y="10117"/>
                      <a:pt x="23499" y="10099"/>
                      <a:pt x="23499" y="10090"/>
                    </a:cubicBezTo>
                    <a:cubicBezTo>
                      <a:pt x="23508" y="10028"/>
                      <a:pt x="23508" y="9974"/>
                      <a:pt x="23525" y="9912"/>
                    </a:cubicBezTo>
                    <a:lnTo>
                      <a:pt x="23525" y="9903"/>
                    </a:lnTo>
                    <a:cubicBezTo>
                      <a:pt x="23534" y="9841"/>
                      <a:pt x="23543" y="9778"/>
                      <a:pt x="23552" y="9716"/>
                    </a:cubicBezTo>
                    <a:cubicBezTo>
                      <a:pt x="23766" y="8743"/>
                      <a:pt x="24453" y="7708"/>
                      <a:pt x="25274" y="7244"/>
                    </a:cubicBezTo>
                    <a:cubicBezTo>
                      <a:pt x="26112" y="6763"/>
                      <a:pt x="26817" y="7021"/>
                      <a:pt x="27005" y="7807"/>
                    </a:cubicBezTo>
                    <a:cubicBezTo>
                      <a:pt x="27014" y="7851"/>
                      <a:pt x="27022" y="7905"/>
                      <a:pt x="27031" y="7958"/>
                    </a:cubicBezTo>
                    <a:cubicBezTo>
                      <a:pt x="27040" y="8021"/>
                      <a:pt x="27049" y="8092"/>
                      <a:pt x="27049" y="8163"/>
                    </a:cubicBezTo>
                    <a:cubicBezTo>
                      <a:pt x="27049" y="8199"/>
                      <a:pt x="27049" y="8226"/>
                      <a:pt x="27049" y="8253"/>
                    </a:cubicBezTo>
                    <a:cubicBezTo>
                      <a:pt x="27049" y="8333"/>
                      <a:pt x="27049" y="8422"/>
                      <a:pt x="27040" y="8502"/>
                    </a:cubicBezTo>
                    <a:lnTo>
                      <a:pt x="29110" y="7307"/>
                    </a:lnTo>
                    <a:lnTo>
                      <a:pt x="29922" y="6843"/>
                    </a:lnTo>
                    <a:lnTo>
                      <a:pt x="29922" y="1963"/>
                    </a:lnTo>
                    <a:lnTo>
                      <a:pt x="25898" y="2820"/>
                    </a:lnTo>
                    <a:lnTo>
                      <a:pt x="24864" y="1"/>
                    </a:lnTo>
                    <a:lnTo>
                      <a:pt x="11562" y="8083"/>
                    </a:lnTo>
                    <a:lnTo>
                      <a:pt x="9983" y="12419"/>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986;p67">
                <a:extLst>
                  <a:ext uri="{FF2B5EF4-FFF2-40B4-BE49-F238E27FC236}">
                    <a16:creationId xmlns:a16="http://schemas.microsoft.com/office/drawing/2014/main" id="{B78F00D4-374B-CCDB-356E-25D8FCFD5001}"/>
                  </a:ext>
                </a:extLst>
              </p:cNvPr>
              <p:cNvSpPr/>
              <p:nvPr/>
            </p:nvSpPr>
            <p:spPr>
              <a:xfrm>
                <a:off x="10987279" y="2716740"/>
                <a:ext cx="633492" cy="562360"/>
              </a:xfrm>
              <a:custGeom>
                <a:avLst/>
                <a:gdLst/>
                <a:ahLst/>
                <a:cxnLst/>
                <a:rect l="l" t="t" r="r" b="b"/>
                <a:pathLst>
                  <a:path w="15336" h="13614" extrusionOk="0">
                    <a:moveTo>
                      <a:pt x="0" y="9261"/>
                    </a:moveTo>
                    <a:lnTo>
                      <a:pt x="0" y="13614"/>
                    </a:lnTo>
                    <a:lnTo>
                      <a:pt x="170" y="13516"/>
                    </a:lnTo>
                    <a:lnTo>
                      <a:pt x="12900" y="5764"/>
                    </a:lnTo>
                    <a:cubicBezTo>
                      <a:pt x="12900" y="5746"/>
                      <a:pt x="12900" y="5737"/>
                      <a:pt x="12900" y="5719"/>
                    </a:cubicBezTo>
                    <a:cubicBezTo>
                      <a:pt x="12900" y="4595"/>
                      <a:pt x="13694" y="3212"/>
                      <a:pt x="14685" y="2650"/>
                    </a:cubicBezTo>
                    <a:cubicBezTo>
                      <a:pt x="14916" y="2516"/>
                      <a:pt x="15131" y="2436"/>
                      <a:pt x="15336" y="2409"/>
                    </a:cubicBezTo>
                    <a:lnTo>
                      <a:pt x="15336" y="1"/>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987;p67">
                <a:extLst>
                  <a:ext uri="{FF2B5EF4-FFF2-40B4-BE49-F238E27FC236}">
                    <a16:creationId xmlns:a16="http://schemas.microsoft.com/office/drawing/2014/main" id="{EDCA0CC3-345F-2C9B-732E-AE76ED178D56}"/>
                  </a:ext>
                </a:extLst>
              </p:cNvPr>
              <p:cNvSpPr/>
              <p:nvPr/>
            </p:nvSpPr>
            <p:spPr>
              <a:xfrm>
                <a:off x="10994259" y="2718227"/>
                <a:ext cx="619530" cy="548729"/>
              </a:xfrm>
              <a:custGeom>
                <a:avLst/>
                <a:gdLst/>
                <a:ahLst/>
                <a:cxnLst/>
                <a:rect l="l" t="t" r="r" b="b"/>
                <a:pathLst>
                  <a:path w="14998" h="13284" extrusionOk="0">
                    <a:moveTo>
                      <a:pt x="12562" y="5629"/>
                    </a:moveTo>
                    <a:cubicBezTo>
                      <a:pt x="12589" y="4461"/>
                      <a:pt x="13418" y="3051"/>
                      <a:pt x="14426" y="2462"/>
                    </a:cubicBezTo>
                    <a:cubicBezTo>
                      <a:pt x="14623" y="2355"/>
                      <a:pt x="14810" y="2275"/>
                      <a:pt x="14997" y="2230"/>
                    </a:cubicBezTo>
                    <a:lnTo>
                      <a:pt x="14997" y="0"/>
                    </a:lnTo>
                    <a:lnTo>
                      <a:pt x="1" y="9010"/>
                    </a:lnTo>
                    <a:lnTo>
                      <a:pt x="1" y="13284"/>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988;p67">
                <a:extLst>
                  <a:ext uri="{FF2B5EF4-FFF2-40B4-BE49-F238E27FC236}">
                    <a16:creationId xmlns:a16="http://schemas.microsoft.com/office/drawing/2014/main" id="{ADA72019-8596-B0C3-9EF9-0EDB5434B901}"/>
                  </a:ext>
                </a:extLst>
              </p:cNvPr>
              <p:cNvSpPr/>
              <p:nvPr/>
            </p:nvSpPr>
            <p:spPr>
              <a:xfrm>
                <a:off x="10562018" y="2653002"/>
                <a:ext cx="1236003" cy="724120"/>
              </a:xfrm>
              <a:custGeom>
                <a:avLst/>
                <a:gdLst/>
                <a:ahLst/>
                <a:cxnLst/>
                <a:rect l="l" t="t" r="r" b="b"/>
                <a:pathLst>
                  <a:path w="29922" h="17530" extrusionOk="0">
                    <a:moveTo>
                      <a:pt x="1" y="17530"/>
                    </a:moveTo>
                    <a:lnTo>
                      <a:pt x="29922" y="0"/>
                    </a:lnTo>
                    <a:lnTo>
                      <a:pt x="25907" y="857"/>
                    </a:lnTo>
                    <a:lnTo>
                      <a:pt x="10295" y="10250"/>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989;p67">
                <a:extLst>
                  <a:ext uri="{FF2B5EF4-FFF2-40B4-BE49-F238E27FC236}">
                    <a16:creationId xmlns:a16="http://schemas.microsoft.com/office/drawing/2014/main" id="{C9FAEED8-E240-3CF2-B3B9-0C27246B0702}"/>
                  </a:ext>
                </a:extLst>
              </p:cNvPr>
              <p:cNvSpPr/>
              <p:nvPr/>
            </p:nvSpPr>
            <p:spPr>
              <a:xfrm>
                <a:off x="10562018" y="2648211"/>
                <a:ext cx="1236003" cy="723790"/>
              </a:xfrm>
              <a:custGeom>
                <a:avLst/>
                <a:gdLst/>
                <a:ahLst/>
                <a:cxnLst/>
                <a:rect l="l" t="t" r="r" b="b"/>
                <a:pathLst>
                  <a:path w="29922" h="17522" extrusionOk="0">
                    <a:moveTo>
                      <a:pt x="1" y="17521"/>
                    </a:moveTo>
                    <a:lnTo>
                      <a:pt x="29922" y="0"/>
                    </a:lnTo>
                    <a:lnTo>
                      <a:pt x="25907" y="857"/>
                    </a:lnTo>
                    <a:lnTo>
                      <a:pt x="10295" y="10242"/>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990;p67">
                <a:extLst>
                  <a:ext uri="{FF2B5EF4-FFF2-40B4-BE49-F238E27FC236}">
                    <a16:creationId xmlns:a16="http://schemas.microsoft.com/office/drawing/2014/main" id="{B4719580-6644-8723-E069-AE0B08F01FCA}"/>
                  </a:ext>
                </a:extLst>
              </p:cNvPr>
              <p:cNvSpPr/>
              <p:nvPr/>
            </p:nvSpPr>
            <p:spPr>
              <a:xfrm>
                <a:off x="10987279" y="2591082"/>
                <a:ext cx="633492" cy="480200"/>
              </a:xfrm>
              <a:custGeom>
                <a:avLst/>
                <a:gdLst/>
                <a:ahLst/>
                <a:cxnLst/>
                <a:rect l="l" t="t" r="r" b="b"/>
                <a:pathLst>
                  <a:path w="15336" h="11625" extrusionOk="0">
                    <a:moveTo>
                      <a:pt x="15336" y="2365"/>
                    </a:moveTo>
                    <a:lnTo>
                      <a:pt x="14390" y="1"/>
                    </a:lnTo>
                    <a:lnTo>
                      <a:pt x="1419" y="7887"/>
                    </a:lnTo>
                    <a:lnTo>
                      <a:pt x="0" y="11625"/>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991;p67">
                <a:extLst>
                  <a:ext uri="{FF2B5EF4-FFF2-40B4-BE49-F238E27FC236}">
                    <a16:creationId xmlns:a16="http://schemas.microsoft.com/office/drawing/2014/main" id="{4FC6D2A7-981E-24FE-0EE1-E1E902164161}"/>
                  </a:ext>
                </a:extLst>
              </p:cNvPr>
              <p:cNvSpPr/>
              <p:nvPr/>
            </p:nvSpPr>
            <p:spPr>
              <a:xfrm>
                <a:off x="11000910" y="2601038"/>
                <a:ext cx="611392" cy="454383"/>
              </a:xfrm>
              <a:custGeom>
                <a:avLst/>
                <a:gdLst/>
                <a:ahLst/>
                <a:cxnLst/>
                <a:rect l="l" t="t" r="r" b="b"/>
                <a:pathLst>
                  <a:path w="14801" h="11000" extrusionOk="0">
                    <a:moveTo>
                      <a:pt x="1" y="11000"/>
                    </a:moveTo>
                    <a:lnTo>
                      <a:pt x="2704" y="9367"/>
                    </a:lnTo>
                    <a:lnTo>
                      <a:pt x="9082" y="5514"/>
                    </a:lnTo>
                    <a:lnTo>
                      <a:pt x="12624" y="3364"/>
                    </a:lnTo>
                    <a:lnTo>
                      <a:pt x="14783" y="2061"/>
                    </a:lnTo>
                    <a:lnTo>
                      <a:pt x="14801" y="2052"/>
                    </a:lnTo>
                    <a:lnTo>
                      <a:pt x="13971" y="0"/>
                    </a:lnTo>
                    <a:lnTo>
                      <a:pt x="10242" y="2266"/>
                    </a:lnTo>
                    <a:lnTo>
                      <a:pt x="6709" y="4425"/>
                    </a:lnTo>
                    <a:lnTo>
                      <a:pt x="1223" y="7762"/>
                    </a:lnTo>
                    <a:lnTo>
                      <a:pt x="928" y="8547"/>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992;p67">
                <a:extLst>
                  <a:ext uri="{FF2B5EF4-FFF2-40B4-BE49-F238E27FC236}">
                    <a16:creationId xmlns:a16="http://schemas.microsoft.com/office/drawing/2014/main" id="{65EF57A0-8A95-A8E5-40D0-4CBE6F27811A}"/>
                  </a:ext>
                </a:extLst>
              </p:cNvPr>
              <p:cNvSpPr/>
              <p:nvPr/>
            </p:nvSpPr>
            <p:spPr>
              <a:xfrm>
                <a:off x="11039243" y="2783823"/>
                <a:ext cx="336863" cy="204183"/>
              </a:xfrm>
              <a:custGeom>
                <a:avLst/>
                <a:gdLst/>
                <a:ahLst/>
                <a:cxnLst/>
                <a:rect l="l" t="t" r="r" b="b"/>
                <a:pathLst>
                  <a:path w="8155" h="4943" extrusionOk="0">
                    <a:moveTo>
                      <a:pt x="0" y="4122"/>
                    </a:moveTo>
                    <a:lnTo>
                      <a:pt x="1776" y="4942"/>
                    </a:lnTo>
                    <a:lnTo>
                      <a:pt x="8154" y="1089"/>
                    </a:lnTo>
                    <a:lnTo>
                      <a:pt x="5781" y="0"/>
                    </a:lnTo>
                    <a:lnTo>
                      <a:pt x="295" y="3337"/>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993;p67">
                <a:extLst>
                  <a:ext uri="{FF2B5EF4-FFF2-40B4-BE49-F238E27FC236}">
                    <a16:creationId xmlns:a16="http://schemas.microsoft.com/office/drawing/2014/main" id="{49E8F66C-E433-9548-0977-6BA7CB601AE7}"/>
                  </a:ext>
                </a:extLst>
              </p:cNvPr>
              <p:cNvSpPr/>
              <p:nvPr/>
            </p:nvSpPr>
            <p:spPr>
              <a:xfrm>
                <a:off x="11522706" y="2601038"/>
                <a:ext cx="89224" cy="85176"/>
              </a:xfrm>
              <a:custGeom>
                <a:avLst/>
                <a:gdLst/>
                <a:ahLst/>
                <a:cxnLst/>
                <a:rect l="l" t="t" r="r" b="b"/>
                <a:pathLst>
                  <a:path w="2160" h="2062" extrusionOk="0">
                    <a:moveTo>
                      <a:pt x="1" y="821"/>
                    </a:moveTo>
                    <a:lnTo>
                      <a:pt x="2151" y="2061"/>
                    </a:lnTo>
                    <a:lnTo>
                      <a:pt x="2160" y="2052"/>
                    </a:lnTo>
                    <a:lnTo>
                      <a:pt x="1339"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994;p67">
                <a:extLst>
                  <a:ext uri="{FF2B5EF4-FFF2-40B4-BE49-F238E27FC236}">
                    <a16:creationId xmlns:a16="http://schemas.microsoft.com/office/drawing/2014/main" id="{D2A37F9B-E50F-A929-B673-D43298E05AC5}"/>
                  </a:ext>
                </a:extLst>
              </p:cNvPr>
              <p:cNvSpPr/>
              <p:nvPr/>
            </p:nvSpPr>
            <p:spPr>
              <a:xfrm>
                <a:off x="11423940" y="2601038"/>
                <a:ext cx="188362" cy="138958"/>
              </a:xfrm>
              <a:custGeom>
                <a:avLst/>
                <a:gdLst/>
                <a:ahLst/>
                <a:cxnLst/>
                <a:rect l="l" t="t" r="r" b="b"/>
                <a:pathLst>
                  <a:path w="4560" h="3364" extrusionOk="0">
                    <a:moveTo>
                      <a:pt x="1" y="2266"/>
                    </a:moveTo>
                    <a:lnTo>
                      <a:pt x="2383" y="3364"/>
                    </a:lnTo>
                    <a:lnTo>
                      <a:pt x="4542" y="2061"/>
                    </a:lnTo>
                    <a:lnTo>
                      <a:pt x="4560" y="2052"/>
                    </a:lnTo>
                    <a:lnTo>
                      <a:pt x="373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995;p67">
                <a:extLst>
                  <a:ext uri="{FF2B5EF4-FFF2-40B4-BE49-F238E27FC236}">
                    <a16:creationId xmlns:a16="http://schemas.microsoft.com/office/drawing/2014/main" id="{77BEEF1D-9D91-01C8-9C56-03BBDD97BCA9}"/>
                  </a:ext>
                </a:extLst>
              </p:cNvPr>
              <p:cNvSpPr/>
              <p:nvPr/>
            </p:nvSpPr>
            <p:spPr>
              <a:xfrm>
                <a:off x="10169927" y="3148982"/>
                <a:ext cx="392132" cy="424930"/>
              </a:xfrm>
              <a:custGeom>
                <a:avLst/>
                <a:gdLst/>
                <a:ahLst/>
                <a:cxnLst/>
                <a:rect l="l" t="t" r="r" b="b"/>
                <a:pathLst>
                  <a:path w="9493" h="10287" extrusionOk="0">
                    <a:moveTo>
                      <a:pt x="9493" y="10287"/>
                    </a:moveTo>
                    <a:lnTo>
                      <a:pt x="1" y="4881"/>
                    </a:lnTo>
                    <a:lnTo>
                      <a:pt x="1" y="1"/>
                    </a:lnTo>
                    <a:lnTo>
                      <a:pt x="9493" y="5398"/>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996;p67">
                <a:extLst>
                  <a:ext uri="{FF2B5EF4-FFF2-40B4-BE49-F238E27FC236}">
                    <a16:creationId xmlns:a16="http://schemas.microsoft.com/office/drawing/2014/main" id="{4564F223-E0C5-E7CF-BCB3-1D3ECD021762}"/>
                  </a:ext>
                </a:extLst>
              </p:cNvPr>
              <p:cNvSpPr/>
              <p:nvPr/>
            </p:nvSpPr>
            <p:spPr>
              <a:xfrm>
                <a:off x="10169927" y="2857144"/>
                <a:ext cx="804505" cy="514857"/>
              </a:xfrm>
              <a:custGeom>
                <a:avLst/>
                <a:gdLst/>
                <a:ahLst/>
                <a:cxnLst/>
                <a:rect l="l" t="t" r="r" b="b"/>
                <a:pathLst>
                  <a:path w="19476" h="12464" extrusionOk="0">
                    <a:moveTo>
                      <a:pt x="9493" y="12463"/>
                    </a:moveTo>
                    <a:lnTo>
                      <a:pt x="1" y="7066"/>
                    </a:lnTo>
                    <a:lnTo>
                      <a:pt x="9983" y="0"/>
                    </a:lnTo>
                    <a:lnTo>
                      <a:pt x="19475" y="5398"/>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997;p67">
                <a:extLst>
                  <a:ext uri="{FF2B5EF4-FFF2-40B4-BE49-F238E27FC236}">
                    <a16:creationId xmlns:a16="http://schemas.microsoft.com/office/drawing/2014/main" id="{33A8448D-85AC-D459-56E9-E4C8FAD227AD}"/>
                  </a:ext>
                </a:extLst>
              </p:cNvPr>
              <p:cNvSpPr/>
              <p:nvPr/>
            </p:nvSpPr>
            <p:spPr>
              <a:xfrm>
                <a:off x="10647524" y="2343816"/>
                <a:ext cx="941563" cy="556866"/>
              </a:xfrm>
              <a:custGeom>
                <a:avLst/>
                <a:gdLst/>
                <a:ahLst/>
                <a:cxnLst/>
                <a:rect l="l" t="t" r="r" b="b"/>
                <a:pathLst>
                  <a:path w="22794" h="13481" extrusionOk="0">
                    <a:moveTo>
                      <a:pt x="9492" y="13480"/>
                    </a:moveTo>
                    <a:lnTo>
                      <a:pt x="22794" y="5407"/>
                    </a:lnTo>
                    <a:lnTo>
                      <a:pt x="13293" y="1"/>
                    </a:lnTo>
                    <a:lnTo>
                      <a:pt x="0" y="8083"/>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998;p67">
                <a:extLst>
                  <a:ext uri="{FF2B5EF4-FFF2-40B4-BE49-F238E27FC236}">
                    <a16:creationId xmlns:a16="http://schemas.microsoft.com/office/drawing/2014/main" id="{6C2B6DAD-B33E-0086-C7AB-12835C6D7CD3}"/>
                  </a:ext>
                </a:extLst>
              </p:cNvPr>
              <p:cNvSpPr/>
              <p:nvPr/>
            </p:nvSpPr>
            <p:spPr>
              <a:xfrm>
                <a:off x="10647524" y="2343816"/>
                <a:ext cx="941563" cy="333889"/>
              </a:xfrm>
              <a:custGeom>
                <a:avLst/>
                <a:gdLst/>
                <a:ahLst/>
                <a:cxnLst/>
                <a:rect l="l" t="t" r="r" b="b"/>
                <a:pathLst>
                  <a:path w="22794" h="8083" extrusionOk="0">
                    <a:moveTo>
                      <a:pt x="22794" y="5407"/>
                    </a:moveTo>
                    <a:lnTo>
                      <a:pt x="0" y="8083"/>
                    </a:lnTo>
                    <a:lnTo>
                      <a:pt x="1329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2999;p67">
                <a:extLst>
                  <a:ext uri="{FF2B5EF4-FFF2-40B4-BE49-F238E27FC236}">
                    <a16:creationId xmlns:a16="http://schemas.microsoft.com/office/drawing/2014/main" id="{A2D4DF95-5697-9659-8501-88F4F055E5C7}"/>
                  </a:ext>
                </a:extLst>
              </p:cNvPr>
              <p:cNvSpPr/>
              <p:nvPr/>
            </p:nvSpPr>
            <p:spPr>
              <a:xfrm>
                <a:off x="10799701" y="2655935"/>
                <a:ext cx="634979" cy="245119"/>
              </a:xfrm>
              <a:custGeom>
                <a:avLst/>
                <a:gdLst/>
                <a:ahLst/>
                <a:cxnLst/>
                <a:rect l="l" t="t" r="r" b="b"/>
                <a:pathLst>
                  <a:path w="15372" h="5934" extrusionOk="0">
                    <a:moveTo>
                      <a:pt x="15372" y="1"/>
                    </a:moveTo>
                    <a:lnTo>
                      <a:pt x="1" y="2623"/>
                    </a:lnTo>
                    <a:lnTo>
                      <a:pt x="5808" y="5933"/>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3000;p67">
                <a:extLst>
                  <a:ext uri="{FF2B5EF4-FFF2-40B4-BE49-F238E27FC236}">
                    <a16:creationId xmlns:a16="http://schemas.microsoft.com/office/drawing/2014/main" id="{B9C0704E-0E74-480D-D095-6D6A3C078821}"/>
                  </a:ext>
                </a:extLst>
              </p:cNvPr>
              <p:cNvSpPr/>
              <p:nvPr/>
            </p:nvSpPr>
            <p:spPr>
              <a:xfrm>
                <a:off x="10608447" y="2708272"/>
                <a:ext cx="145609" cy="138215"/>
              </a:xfrm>
              <a:custGeom>
                <a:avLst/>
                <a:gdLst/>
                <a:ahLst/>
                <a:cxnLst/>
                <a:rect l="l" t="t" r="r" b="b"/>
                <a:pathLst>
                  <a:path w="3525" h="3346" extrusionOk="0">
                    <a:moveTo>
                      <a:pt x="1" y="3346"/>
                    </a:moveTo>
                    <a:lnTo>
                      <a:pt x="3524" y="1312"/>
                    </a:lnTo>
                    <a:lnTo>
                      <a:pt x="1214"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3001;p67">
                <a:extLst>
                  <a:ext uri="{FF2B5EF4-FFF2-40B4-BE49-F238E27FC236}">
                    <a16:creationId xmlns:a16="http://schemas.microsoft.com/office/drawing/2014/main" id="{52A4C246-D956-9925-A8A5-9A8A9BF58488}"/>
                  </a:ext>
                </a:extLst>
              </p:cNvPr>
              <p:cNvSpPr/>
              <p:nvPr/>
            </p:nvSpPr>
            <p:spPr>
              <a:xfrm>
                <a:off x="10788300" y="2814391"/>
                <a:ext cx="21026" cy="22513"/>
              </a:xfrm>
              <a:custGeom>
                <a:avLst/>
                <a:gdLst/>
                <a:ahLst/>
                <a:cxnLst/>
                <a:rect l="l" t="t" r="r" b="b"/>
                <a:pathLst>
                  <a:path w="509" h="545" extrusionOk="0">
                    <a:moveTo>
                      <a:pt x="36" y="322"/>
                    </a:moveTo>
                    <a:lnTo>
                      <a:pt x="384" y="527"/>
                    </a:lnTo>
                    <a:cubicBezTo>
                      <a:pt x="410" y="545"/>
                      <a:pt x="446" y="536"/>
                      <a:pt x="455" y="500"/>
                    </a:cubicBezTo>
                    <a:lnTo>
                      <a:pt x="500" y="366"/>
                    </a:lnTo>
                    <a:cubicBezTo>
                      <a:pt x="509" y="340"/>
                      <a:pt x="500" y="313"/>
                      <a:pt x="473" y="304"/>
                    </a:cubicBezTo>
                    <a:lnTo>
                      <a:pt x="330" y="215"/>
                    </a:lnTo>
                    <a:lnTo>
                      <a:pt x="419" y="27"/>
                    </a:lnTo>
                    <a:lnTo>
                      <a:pt x="366" y="1"/>
                    </a:lnTo>
                    <a:lnTo>
                      <a:pt x="277" y="188"/>
                    </a:lnTo>
                    <a:lnTo>
                      <a:pt x="125" y="99"/>
                    </a:lnTo>
                    <a:cubicBezTo>
                      <a:pt x="98" y="81"/>
                      <a:pt x="63" y="90"/>
                      <a:pt x="54" y="126"/>
                    </a:cubicBezTo>
                    <a:lnTo>
                      <a:pt x="9" y="259"/>
                    </a:lnTo>
                    <a:cubicBezTo>
                      <a:pt x="0" y="286"/>
                      <a:pt x="9" y="313"/>
                      <a:pt x="36" y="322"/>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3002;p67">
                <a:extLst>
                  <a:ext uri="{FF2B5EF4-FFF2-40B4-BE49-F238E27FC236}">
                    <a16:creationId xmlns:a16="http://schemas.microsoft.com/office/drawing/2014/main" id="{B79854C9-7216-ECF8-2082-5EFE689C7114}"/>
                  </a:ext>
                </a:extLst>
              </p:cNvPr>
              <p:cNvSpPr/>
              <p:nvPr/>
            </p:nvSpPr>
            <p:spPr>
              <a:xfrm>
                <a:off x="10607332" y="2834301"/>
                <a:ext cx="363754" cy="215253"/>
              </a:xfrm>
              <a:custGeom>
                <a:avLst/>
                <a:gdLst/>
                <a:ahLst/>
                <a:cxnLst/>
                <a:rect l="l" t="t" r="r" b="b"/>
                <a:pathLst>
                  <a:path w="8806" h="5211" extrusionOk="0">
                    <a:moveTo>
                      <a:pt x="1" y="322"/>
                    </a:moveTo>
                    <a:lnTo>
                      <a:pt x="536" y="0"/>
                    </a:lnTo>
                    <a:lnTo>
                      <a:pt x="8806" y="4675"/>
                    </a:lnTo>
                    <a:lnTo>
                      <a:pt x="8610" y="521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3003;p67">
                <a:extLst>
                  <a:ext uri="{FF2B5EF4-FFF2-40B4-BE49-F238E27FC236}">
                    <a16:creationId xmlns:a16="http://schemas.microsoft.com/office/drawing/2014/main" id="{AF010CF7-DD39-A540-42E3-821590C78E57}"/>
                  </a:ext>
                </a:extLst>
              </p:cNvPr>
              <p:cNvSpPr/>
              <p:nvPr/>
            </p:nvSpPr>
            <p:spPr>
              <a:xfrm>
                <a:off x="10700935" y="2900641"/>
                <a:ext cx="297827" cy="148914"/>
              </a:xfrm>
              <a:custGeom>
                <a:avLst/>
                <a:gdLst/>
                <a:ahLst/>
                <a:cxnLst/>
                <a:rect l="l" t="t" r="r" b="b"/>
                <a:pathLst>
                  <a:path w="7210" h="3605" extrusionOk="0">
                    <a:moveTo>
                      <a:pt x="7209" y="1240"/>
                    </a:moveTo>
                    <a:lnTo>
                      <a:pt x="1" y="0"/>
                    </a:lnTo>
                    <a:lnTo>
                      <a:pt x="6344" y="3604"/>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3004;p67">
                <a:extLst>
                  <a:ext uri="{FF2B5EF4-FFF2-40B4-BE49-F238E27FC236}">
                    <a16:creationId xmlns:a16="http://schemas.microsoft.com/office/drawing/2014/main" id="{15AFD673-B68F-9326-AAD4-0D1831DB2D5C}"/>
                  </a:ext>
                </a:extLst>
              </p:cNvPr>
              <p:cNvSpPr/>
              <p:nvPr/>
            </p:nvSpPr>
            <p:spPr>
              <a:xfrm>
                <a:off x="10608076" y="2708272"/>
                <a:ext cx="405764" cy="201994"/>
              </a:xfrm>
              <a:custGeom>
                <a:avLst/>
                <a:gdLst/>
                <a:ahLst/>
                <a:cxnLst/>
                <a:rect l="l" t="t" r="r" b="b"/>
                <a:pathLst>
                  <a:path w="9823" h="4890" extrusionOk="0">
                    <a:moveTo>
                      <a:pt x="9823" y="4889"/>
                    </a:moveTo>
                    <a:lnTo>
                      <a:pt x="1" y="3373"/>
                    </a:lnTo>
                    <a:lnTo>
                      <a:pt x="122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3005;p67">
                <a:extLst>
                  <a:ext uri="{FF2B5EF4-FFF2-40B4-BE49-F238E27FC236}">
                    <a16:creationId xmlns:a16="http://schemas.microsoft.com/office/drawing/2014/main" id="{A00742BA-AB06-DF1C-CC31-CAD52C38F480}"/>
                  </a:ext>
                </a:extLst>
              </p:cNvPr>
              <p:cNvSpPr/>
              <p:nvPr/>
            </p:nvSpPr>
            <p:spPr>
              <a:xfrm>
                <a:off x="10784211" y="2800016"/>
                <a:ext cx="53493" cy="54609"/>
              </a:xfrm>
              <a:custGeom>
                <a:avLst/>
                <a:gdLst/>
                <a:ahLst/>
                <a:cxnLst/>
                <a:rect l="l" t="t" r="r" b="b"/>
                <a:pathLst>
                  <a:path w="1295" h="1322" extrusionOk="0">
                    <a:moveTo>
                      <a:pt x="81" y="759"/>
                    </a:moveTo>
                    <a:lnTo>
                      <a:pt x="964" y="1285"/>
                    </a:lnTo>
                    <a:cubicBezTo>
                      <a:pt x="1045" y="1321"/>
                      <a:pt x="1134" y="1285"/>
                      <a:pt x="1161" y="1205"/>
                    </a:cubicBezTo>
                    <a:lnTo>
                      <a:pt x="1277" y="866"/>
                    </a:lnTo>
                    <a:cubicBezTo>
                      <a:pt x="1295" y="804"/>
                      <a:pt x="1268" y="732"/>
                      <a:pt x="1214" y="705"/>
                    </a:cubicBezTo>
                    <a:lnTo>
                      <a:pt x="840" y="482"/>
                    </a:lnTo>
                    <a:lnTo>
                      <a:pt x="1027" y="81"/>
                    </a:lnTo>
                    <a:lnTo>
                      <a:pt x="893" y="1"/>
                    </a:lnTo>
                    <a:lnTo>
                      <a:pt x="706" y="402"/>
                    </a:lnTo>
                    <a:lnTo>
                      <a:pt x="322" y="179"/>
                    </a:lnTo>
                    <a:cubicBezTo>
                      <a:pt x="251" y="135"/>
                      <a:pt x="153" y="170"/>
                      <a:pt x="135" y="250"/>
                    </a:cubicBezTo>
                    <a:lnTo>
                      <a:pt x="19" y="598"/>
                    </a:lnTo>
                    <a:cubicBezTo>
                      <a:pt x="1" y="661"/>
                      <a:pt x="28" y="732"/>
                      <a:pt x="81" y="759"/>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3006;p67">
                <a:extLst>
                  <a:ext uri="{FF2B5EF4-FFF2-40B4-BE49-F238E27FC236}">
                    <a16:creationId xmlns:a16="http://schemas.microsoft.com/office/drawing/2014/main" id="{FE53AB68-29F8-E867-4972-0FE73C203301}"/>
                  </a:ext>
                </a:extLst>
              </p:cNvPr>
              <p:cNvSpPr/>
              <p:nvPr/>
            </p:nvSpPr>
            <p:spPr>
              <a:xfrm>
                <a:off x="10260597" y="2888455"/>
                <a:ext cx="658565" cy="437446"/>
              </a:xfrm>
              <a:custGeom>
                <a:avLst/>
                <a:gdLst/>
                <a:ahLst/>
                <a:cxnLst/>
                <a:rect l="l" t="t" r="r" b="b"/>
                <a:pathLst>
                  <a:path w="15943" h="10590" extrusionOk="0">
                    <a:moveTo>
                      <a:pt x="15942" y="3881"/>
                    </a:moveTo>
                    <a:lnTo>
                      <a:pt x="5335" y="10590"/>
                    </a:lnTo>
                    <a:lnTo>
                      <a:pt x="0" y="7557"/>
                    </a:lnTo>
                    <a:lnTo>
                      <a:pt x="9126" y="1"/>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3007;p67">
                <a:extLst>
                  <a:ext uri="{FF2B5EF4-FFF2-40B4-BE49-F238E27FC236}">
                    <a16:creationId xmlns:a16="http://schemas.microsoft.com/office/drawing/2014/main" id="{BCE0BC26-5D15-3B00-6709-9781CC430C7D}"/>
                  </a:ext>
                </a:extLst>
              </p:cNvPr>
              <p:cNvSpPr/>
              <p:nvPr/>
            </p:nvSpPr>
            <p:spPr>
              <a:xfrm>
                <a:off x="10253203" y="2884035"/>
                <a:ext cx="658194" cy="437446"/>
              </a:xfrm>
              <a:custGeom>
                <a:avLst/>
                <a:gdLst/>
                <a:ahLst/>
                <a:cxnLst/>
                <a:rect l="l" t="t" r="r" b="b"/>
                <a:pathLst>
                  <a:path w="15934" h="10590" extrusionOk="0">
                    <a:moveTo>
                      <a:pt x="15934" y="3881"/>
                    </a:moveTo>
                    <a:lnTo>
                      <a:pt x="5327" y="10590"/>
                    </a:lnTo>
                    <a:lnTo>
                      <a:pt x="1" y="7557"/>
                    </a:lnTo>
                    <a:lnTo>
                      <a:pt x="9118" y="1"/>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3008;p67">
                <a:extLst>
                  <a:ext uri="{FF2B5EF4-FFF2-40B4-BE49-F238E27FC236}">
                    <a16:creationId xmlns:a16="http://schemas.microsoft.com/office/drawing/2014/main" id="{C457FD66-666E-D92C-0436-D93F2950312C}"/>
                  </a:ext>
                </a:extLst>
              </p:cNvPr>
              <p:cNvSpPr/>
              <p:nvPr/>
            </p:nvSpPr>
            <p:spPr>
              <a:xfrm>
                <a:off x="10362296" y="2958843"/>
                <a:ext cx="405392" cy="303693"/>
              </a:xfrm>
              <a:custGeom>
                <a:avLst/>
                <a:gdLst/>
                <a:ahLst/>
                <a:cxnLst/>
                <a:rect l="l" t="t" r="r" b="b"/>
                <a:pathLst>
                  <a:path w="9814" h="7352" extrusionOk="0">
                    <a:moveTo>
                      <a:pt x="170" y="7352"/>
                    </a:moveTo>
                    <a:lnTo>
                      <a:pt x="9814" y="99"/>
                    </a:lnTo>
                    <a:lnTo>
                      <a:pt x="9662" y="1"/>
                    </a:lnTo>
                    <a:lnTo>
                      <a:pt x="0" y="7253"/>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3009;p67">
                <a:extLst>
                  <a:ext uri="{FF2B5EF4-FFF2-40B4-BE49-F238E27FC236}">
                    <a16:creationId xmlns:a16="http://schemas.microsoft.com/office/drawing/2014/main" id="{DE018679-3E2B-49A6-3DC3-65C4415CCA77}"/>
                  </a:ext>
                </a:extLst>
              </p:cNvPr>
              <p:cNvSpPr/>
              <p:nvPr/>
            </p:nvSpPr>
            <p:spPr>
              <a:xfrm>
                <a:off x="10866785" y="3041045"/>
                <a:ext cx="19580" cy="16606"/>
              </a:xfrm>
              <a:custGeom>
                <a:avLst/>
                <a:gdLst/>
                <a:ahLst/>
                <a:cxnLst/>
                <a:rect l="l" t="t" r="r" b="b"/>
                <a:pathLst>
                  <a:path w="474" h="402" extrusionOk="0">
                    <a:moveTo>
                      <a:pt x="0" y="366"/>
                    </a:moveTo>
                    <a:lnTo>
                      <a:pt x="411" y="0"/>
                    </a:lnTo>
                    <a:lnTo>
                      <a:pt x="473" y="36"/>
                    </a:lnTo>
                    <a:lnTo>
                      <a:pt x="63" y="40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3010;p67">
                <a:extLst>
                  <a:ext uri="{FF2B5EF4-FFF2-40B4-BE49-F238E27FC236}">
                    <a16:creationId xmlns:a16="http://schemas.microsoft.com/office/drawing/2014/main" id="{65665AD3-8D86-2F98-2B05-64AD08C26332}"/>
                  </a:ext>
                </a:extLst>
              </p:cNvPr>
              <p:cNvSpPr/>
              <p:nvPr/>
            </p:nvSpPr>
            <p:spPr>
              <a:xfrm>
                <a:off x="10860506" y="3037327"/>
                <a:ext cx="19208" cy="16647"/>
              </a:xfrm>
              <a:custGeom>
                <a:avLst/>
                <a:gdLst/>
                <a:ahLst/>
                <a:cxnLst/>
                <a:rect l="l" t="t" r="r" b="b"/>
                <a:pathLst>
                  <a:path w="465" h="403" extrusionOk="0">
                    <a:moveTo>
                      <a:pt x="1" y="358"/>
                    </a:moveTo>
                    <a:lnTo>
                      <a:pt x="402" y="1"/>
                    </a:lnTo>
                    <a:lnTo>
                      <a:pt x="465" y="37"/>
                    </a:lnTo>
                    <a:lnTo>
                      <a:pt x="63"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3011;p67">
                <a:extLst>
                  <a:ext uri="{FF2B5EF4-FFF2-40B4-BE49-F238E27FC236}">
                    <a16:creationId xmlns:a16="http://schemas.microsoft.com/office/drawing/2014/main" id="{7DB8EFF4-A860-2999-09DB-BEE965F754F7}"/>
                  </a:ext>
                </a:extLst>
              </p:cNvPr>
              <p:cNvSpPr/>
              <p:nvPr/>
            </p:nvSpPr>
            <p:spPr>
              <a:xfrm>
                <a:off x="10853897" y="3033651"/>
                <a:ext cx="19538" cy="16647"/>
              </a:xfrm>
              <a:custGeom>
                <a:avLst/>
                <a:gdLst/>
                <a:ahLst/>
                <a:cxnLst/>
                <a:rect l="l" t="t" r="r" b="b"/>
                <a:pathLst>
                  <a:path w="473" h="403" extrusionOk="0">
                    <a:moveTo>
                      <a:pt x="0" y="357"/>
                    </a:moveTo>
                    <a:lnTo>
                      <a:pt x="410" y="1"/>
                    </a:lnTo>
                    <a:lnTo>
                      <a:pt x="473" y="36"/>
                    </a:lnTo>
                    <a:lnTo>
                      <a:pt x="63"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3012;p67">
                <a:extLst>
                  <a:ext uri="{FF2B5EF4-FFF2-40B4-BE49-F238E27FC236}">
                    <a16:creationId xmlns:a16="http://schemas.microsoft.com/office/drawing/2014/main" id="{A69F3877-B3A9-13D7-D962-C826D0EC5C14}"/>
                  </a:ext>
                </a:extLst>
              </p:cNvPr>
              <p:cNvSpPr/>
              <p:nvPr/>
            </p:nvSpPr>
            <p:spPr>
              <a:xfrm>
                <a:off x="10847618" y="3029975"/>
                <a:ext cx="19208" cy="16234"/>
              </a:xfrm>
              <a:custGeom>
                <a:avLst/>
                <a:gdLst/>
                <a:ahLst/>
                <a:cxnLst/>
                <a:rect l="l" t="t" r="r" b="b"/>
                <a:pathLst>
                  <a:path w="465" h="393" extrusionOk="0">
                    <a:moveTo>
                      <a:pt x="0" y="357"/>
                    </a:moveTo>
                    <a:lnTo>
                      <a:pt x="402" y="0"/>
                    </a:lnTo>
                    <a:lnTo>
                      <a:pt x="464" y="36"/>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3013;p67">
                <a:extLst>
                  <a:ext uri="{FF2B5EF4-FFF2-40B4-BE49-F238E27FC236}">
                    <a16:creationId xmlns:a16="http://schemas.microsoft.com/office/drawing/2014/main" id="{0E10D161-46BB-5CBF-08E7-07149E110559}"/>
                  </a:ext>
                </a:extLst>
              </p:cNvPr>
              <p:cNvSpPr/>
              <p:nvPr/>
            </p:nvSpPr>
            <p:spPr>
              <a:xfrm>
                <a:off x="10840967" y="3026298"/>
                <a:ext cx="19580" cy="16234"/>
              </a:xfrm>
              <a:custGeom>
                <a:avLst/>
                <a:gdLst/>
                <a:ahLst/>
                <a:cxnLst/>
                <a:rect l="l" t="t" r="r" b="b"/>
                <a:pathLst>
                  <a:path w="474" h="393" extrusionOk="0">
                    <a:moveTo>
                      <a:pt x="1" y="357"/>
                    </a:moveTo>
                    <a:lnTo>
                      <a:pt x="411" y="0"/>
                    </a:lnTo>
                    <a:lnTo>
                      <a:pt x="474" y="36"/>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8" name="Google Shape;3014;p67">
                <a:extLst>
                  <a:ext uri="{FF2B5EF4-FFF2-40B4-BE49-F238E27FC236}">
                    <a16:creationId xmlns:a16="http://schemas.microsoft.com/office/drawing/2014/main" id="{EC278CC0-B7C8-ED68-6D9B-07E08A811578}"/>
                  </a:ext>
                </a:extLst>
              </p:cNvPr>
              <p:cNvSpPr/>
              <p:nvPr/>
            </p:nvSpPr>
            <p:spPr>
              <a:xfrm>
                <a:off x="10834730" y="3022581"/>
                <a:ext cx="19208" cy="16275"/>
              </a:xfrm>
              <a:custGeom>
                <a:avLst/>
                <a:gdLst/>
                <a:ahLst/>
                <a:cxnLst/>
                <a:rect l="l" t="t" r="r" b="b"/>
                <a:pathLst>
                  <a:path w="465" h="394" extrusionOk="0">
                    <a:moveTo>
                      <a:pt x="0" y="358"/>
                    </a:moveTo>
                    <a:lnTo>
                      <a:pt x="402" y="1"/>
                    </a:lnTo>
                    <a:lnTo>
                      <a:pt x="464" y="37"/>
                    </a:lnTo>
                    <a:lnTo>
                      <a:pt x="63" y="394"/>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9" name="Google Shape;3015;p67">
                <a:extLst>
                  <a:ext uri="{FF2B5EF4-FFF2-40B4-BE49-F238E27FC236}">
                    <a16:creationId xmlns:a16="http://schemas.microsoft.com/office/drawing/2014/main" id="{FE38EE07-CDD8-A6E6-9835-E5499B6F68EA}"/>
                  </a:ext>
                </a:extLst>
              </p:cNvPr>
              <p:cNvSpPr/>
              <p:nvPr/>
            </p:nvSpPr>
            <p:spPr>
              <a:xfrm>
                <a:off x="10828079" y="3018904"/>
                <a:ext cx="19580" cy="16275"/>
              </a:xfrm>
              <a:custGeom>
                <a:avLst/>
                <a:gdLst/>
                <a:ahLst/>
                <a:cxnLst/>
                <a:rect l="l" t="t" r="r" b="b"/>
                <a:pathLst>
                  <a:path w="474" h="394" extrusionOk="0">
                    <a:moveTo>
                      <a:pt x="1" y="358"/>
                    </a:moveTo>
                    <a:lnTo>
                      <a:pt x="411" y="1"/>
                    </a:lnTo>
                    <a:lnTo>
                      <a:pt x="473" y="36"/>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0" name="Google Shape;3016;p67">
                <a:extLst>
                  <a:ext uri="{FF2B5EF4-FFF2-40B4-BE49-F238E27FC236}">
                    <a16:creationId xmlns:a16="http://schemas.microsoft.com/office/drawing/2014/main" id="{7ED5703D-7994-1E37-2693-DE459EF8A49C}"/>
                  </a:ext>
                </a:extLst>
              </p:cNvPr>
              <p:cNvSpPr/>
              <p:nvPr/>
            </p:nvSpPr>
            <p:spPr>
              <a:xfrm>
                <a:off x="10821470" y="3015228"/>
                <a:ext cx="19538" cy="16275"/>
              </a:xfrm>
              <a:custGeom>
                <a:avLst/>
                <a:gdLst/>
                <a:ahLst/>
                <a:cxnLst/>
                <a:rect l="l" t="t" r="r" b="b"/>
                <a:pathLst>
                  <a:path w="473" h="394" extrusionOk="0">
                    <a:moveTo>
                      <a:pt x="0" y="357"/>
                    </a:moveTo>
                    <a:lnTo>
                      <a:pt x="410" y="1"/>
                    </a:lnTo>
                    <a:lnTo>
                      <a:pt x="473" y="36"/>
                    </a:lnTo>
                    <a:lnTo>
                      <a:pt x="71"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1" name="Google Shape;3017;p67">
                <a:extLst>
                  <a:ext uri="{FF2B5EF4-FFF2-40B4-BE49-F238E27FC236}">
                    <a16:creationId xmlns:a16="http://schemas.microsoft.com/office/drawing/2014/main" id="{32238E56-4885-D857-3066-F94043280DB3}"/>
                  </a:ext>
                </a:extLst>
              </p:cNvPr>
              <p:cNvSpPr/>
              <p:nvPr/>
            </p:nvSpPr>
            <p:spPr>
              <a:xfrm>
                <a:off x="10815191" y="3011552"/>
                <a:ext cx="19580" cy="16234"/>
              </a:xfrm>
              <a:custGeom>
                <a:avLst/>
                <a:gdLst/>
                <a:ahLst/>
                <a:cxnLst/>
                <a:rect l="l" t="t" r="r" b="b"/>
                <a:pathLst>
                  <a:path w="474" h="393" extrusionOk="0">
                    <a:moveTo>
                      <a:pt x="0" y="357"/>
                    </a:moveTo>
                    <a:lnTo>
                      <a:pt x="411" y="0"/>
                    </a:lnTo>
                    <a:lnTo>
                      <a:pt x="473" y="36"/>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2" name="Google Shape;3018;p67">
                <a:extLst>
                  <a:ext uri="{FF2B5EF4-FFF2-40B4-BE49-F238E27FC236}">
                    <a16:creationId xmlns:a16="http://schemas.microsoft.com/office/drawing/2014/main" id="{65597FB0-AA77-674E-F274-11FC526B3E8C}"/>
                  </a:ext>
                </a:extLst>
              </p:cNvPr>
              <p:cNvSpPr/>
              <p:nvPr/>
            </p:nvSpPr>
            <p:spPr>
              <a:xfrm>
                <a:off x="10808541" y="3007875"/>
                <a:ext cx="19580" cy="16234"/>
              </a:xfrm>
              <a:custGeom>
                <a:avLst/>
                <a:gdLst/>
                <a:ahLst/>
                <a:cxnLst/>
                <a:rect l="l" t="t" r="r" b="b"/>
                <a:pathLst>
                  <a:path w="474" h="393" extrusionOk="0">
                    <a:moveTo>
                      <a:pt x="1" y="357"/>
                    </a:moveTo>
                    <a:lnTo>
                      <a:pt x="411" y="0"/>
                    </a:lnTo>
                    <a:lnTo>
                      <a:pt x="474" y="36"/>
                    </a:lnTo>
                    <a:lnTo>
                      <a:pt x="72"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3" name="Google Shape;3019;p67">
                <a:extLst>
                  <a:ext uri="{FF2B5EF4-FFF2-40B4-BE49-F238E27FC236}">
                    <a16:creationId xmlns:a16="http://schemas.microsoft.com/office/drawing/2014/main" id="{E41D2C09-4ACF-319C-E487-55EC64E1C73C}"/>
                  </a:ext>
                </a:extLst>
              </p:cNvPr>
              <p:cNvSpPr/>
              <p:nvPr/>
            </p:nvSpPr>
            <p:spPr>
              <a:xfrm>
                <a:off x="10802304" y="3004157"/>
                <a:ext cx="19538" cy="16275"/>
              </a:xfrm>
              <a:custGeom>
                <a:avLst/>
                <a:gdLst/>
                <a:ahLst/>
                <a:cxnLst/>
                <a:rect l="l" t="t" r="r" b="b"/>
                <a:pathLst>
                  <a:path w="473" h="394" extrusionOk="0">
                    <a:moveTo>
                      <a:pt x="0" y="358"/>
                    </a:moveTo>
                    <a:lnTo>
                      <a:pt x="410" y="1"/>
                    </a:lnTo>
                    <a:lnTo>
                      <a:pt x="473" y="37"/>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4" name="Google Shape;3020;p67">
                <a:extLst>
                  <a:ext uri="{FF2B5EF4-FFF2-40B4-BE49-F238E27FC236}">
                    <a16:creationId xmlns:a16="http://schemas.microsoft.com/office/drawing/2014/main" id="{2D664210-39FF-FB3E-4C08-D1C03A395208}"/>
                  </a:ext>
                </a:extLst>
              </p:cNvPr>
              <p:cNvSpPr/>
              <p:nvPr/>
            </p:nvSpPr>
            <p:spPr>
              <a:xfrm>
                <a:off x="10795653" y="3000481"/>
                <a:ext cx="19580" cy="16275"/>
              </a:xfrm>
              <a:custGeom>
                <a:avLst/>
                <a:gdLst/>
                <a:ahLst/>
                <a:cxnLst/>
                <a:rect l="l" t="t" r="r" b="b"/>
                <a:pathLst>
                  <a:path w="474" h="394" extrusionOk="0">
                    <a:moveTo>
                      <a:pt x="1" y="358"/>
                    </a:moveTo>
                    <a:lnTo>
                      <a:pt x="411" y="1"/>
                    </a:lnTo>
                    <a:lnTo>
                      <a:pt x="473" y="36"/>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5" name="Google Shape;3021;p67">
                <a:extLst>
                  <a:ext uri="{FF2B5EF4-FFF2-40B4-BE49-F238E27FC236}">
                    <a16:creationId xmlns:a16="http://schemas.microsoft.com/office/drawing/2014/main" id="{2EE475DB-B4D3-64CA-A7B4-3B3791E3BD21}"/>
                  </a:ext>
                </a:extLst>
              </p:cNvPr>
              <p:cNvSpPr/>
              <p:nvPr/>
            </p:nvSpPr>
            <p:spPr>
              <a:xfrm>
                <a:off x="10789374" y="2996433"/>
                <a:ext cx="19580" cy="16647"/>
              </a:xfrm>
              <a:custGeom>
                <a:avLst/>
                <a:gdLst/>
                <a:ahLst/>
                <a:cxnLst/>
                <a:rect l="l" t="t" r="r" b="b"/>
                <a:pathLst>
                  <a:path w="474" h="403" extrusionOk="0">
                    <a:moveTo>
                      <a:pt x="1" y="366"/>
                    </a:moveTo>
                    <a:lnTo>
                      <a:pt x="411" y="1"/>
                    </a:lnTo>
                    <a:lnTo>
                      <a:pt x="474" y="45"/>
                    </a:lnTo>
                    <a:lnTo>
                      <a:pt x="63"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6" name="Google Shape;3022;p67">
                <a:extLst>
                  <a:ext uri="{FF2B5EF4-FFF2-40B4-BE49-F238E27FC236}">
                    <a16:creationId xmlns:a16="http://schemas.microsoft.com/office/drawing/2014/main" id="{AD24B457-7BA8-AE9D-586E-6D224B9F51FB}"/>
                  </a:ext>
                </a:extLst>
              </p:cNvPr>
              <p:cNvSpPr/>
              <p:nvPr/>
            </p:nvSpPr>
            <p:spPr>
              <a:xfrm>
                <a:off x="10782765" y="2992757"/>
                <a:ext cx="19580" cy="16606"/>
              </a:xfrm>
              <a:custGeom>
                <a:avLst/>
                <a:gdLst/>
                <a:ahLst/>
                <a:cxnLst/>
                <a:rect l="l" t="t" r="r" b="b"/>
                <a:pathLst>
                  <a:path w="474" h="402" extrusionOk="0">
                    <a:moveTo>
                      <a:pt x="0" y="366"/>
                    </a:moveTo>
                    <a:lnTo>
                      <a:pt x="411" y="0"/>
                    </a:lnTo>
                    <a:lnTo>
                      <a:pt x="473" y="45"/>
                    </a:lnTo>
                    <a:lnTo>
                      <a:pt x="63"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7" name="Google Shape;3023;p67">
                <a:extLst>
                  <a:ext uri="{FF2B5EF4-FFF2-40B4-BE49-F238E27FC236}">
                    <a16:creationId xmlns:a16="http://schemas.microsoft.com/office/drawing/2014/main" id="{03B5D350-06CE-9EE7-3875-6C106ACC15BF}"/>
                  </a:ext>
                </a:extLst>
              </p:cNvPr>
              <p:cNvSpPr/>
              <p:nvPr/>
            </p:nvSpPr>
            <p:spPr>
              <a:xfrm>
                <a:off x="10776486" y="2989080"/>
                <a:ext cx="19580" cy="16606"/>
              </a:xfrm>
              <a:custGeom>
                <a:avLst/>
                <a:gdLst/>
                <a:ahLst/>
                <a:cxnLst/>
                <a:rect l="l" t="t" r="r" b="b"/>
                <a:pathLst>
                  <a:path w="474" h="402" extrusionOk="0">
                    <a:moveTo>
                      <a:pt x="1" y="366"/>
                    </a:moveTo>
                    <a:lnTo>
                      <a:pt x="402" y="0"/>
                    </a:lnTo>
                    <a:lnTo>
                      <a:pt x="473" y="36"/>
                    </a:lnTo>
                    <a:lnTo>
                      <a:pt x="63"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8" name="Google Shape;3024;p67">
                <a:extLst>
                  <a:ext uri="{FF2B5EF4-FFF2-40B4-BE49-F238E27FC236}">
                    <a16:creationId xmlns:a16="http://schemas.microsoft.com/office/drawing/2014/main" id="{8A85FEF7-42AD-01D4-0E14-4808CA773F32}"/>
                  </a:ext>
                </a:extLst>
              </p:cNvPr>
              <p:cNvSpPr/>
              <p:nvPr/>
            </p:nvSpPr>
            <p:spPr>
              <a:xfrm>
                <a:off x="10769877" y="2985363"/>
                <a:ext cx="19538" cy="16647"/>
              </a:xfrm>
              <a:custGeom>
                <a:avLst/>
                <a:gdLst/>
                <a:ahLst/>
                <a:cxnLst/>
                <a:rect l="l" t="t" r="r" b="b"/>
                <a:pathLst>
                  <a:path w="473" h="403" extrusionOk="0">
                    <a:moveTo>
                      <a:pt x="0" y="367"/>
                    </a:moveTo>
                    <a:lnTo>
                      <a:pt x="410" y="1"/>
                    </a:lnTo>
                    <a:lnTo>
                      <a:pt x="473" y="37"/>
                    </a:lnTo>
                    <a:lnTo>
                      <a:pt x="63"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9" name="Google Shape;3025;p67">
                <a:extLst>
                  <a:ext uri="{FF2B5EF4-FFF2-40B4-BE49-F238E27FC236}">
                    <a16:creationId xmlns:a16="http://schemas.microsoft.com/office/drawing/2014/main" id="{7063C775-5228-5BF8-196C-49086554F275}"/>
                  </a:ext>
                </a:extLst>
              </p:cNvPr>
              <p:cNvSpPr/>
              <p:nvPr/>
            </p:nvSpPr>
            <p:spPr>
              <a:xfrm>
                <a:off x="10763598" y="2981686"/>
                <a:ext cx="19580" cy="16647"/>
              </a:xfrm>
              <a:custGeom>
                <a:avLst/>
                <a:gdLst/>
                <a:ahLst/>
                <a:cxnLst/>
                <a:rect l="l" t="t" r="r" b="b"/>
                <a:pathLst>
                  <a:path w="474" h="403" extrusionOk="0">
                    <a:moveTo>
                      <a:pt x="0" y="367"/>
                    </a:moveTo>
                    <a:lnTo>
                      <a:pt x="402" y="1"/>
                    </a:lnTo>
                    <a:lnTo>
                      <a:pt x="473" y="36"/>
                    </a:lnTo>
                    <a:lnTo>
                      <a:pt x="63"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0" name="Google Shape;3026;p67">
                <a:extLst>
                  <a:ext uri="{FF2B5EF4-FFF2-40B4-BE49-F238E27FC236}">
                    <a16:creationId xmlns:a16="http://schemas.microsoft.com/office/drawing/2014/main" id="{D6DABD94-A654-A668-DAD4-508353759243}"/>
                  </a:ext>
                </a:extLst>
              </p:cNvPr>
              <p:cNvSpPr/>
              <p:nvPr/>
            </p:nvSpPr>
            <p:spPr>
              <a:xfrm>
                <a:off x="10756948" y="2978010"/>
                <a:ext cx="19580" cy="16606"/>
              </a:xfrm>
              <a:custGeom>
                <a:avLst/>
                <a:gdLst/>
                <a:ahLst/>
                <a:cxnLst/>
                <a:rect l="l" t="t" r="r" b="b"/>
                <a:pathLst>
                  <a:path w="474" h="402" extrusionOk="0">
                    <a:moveTo>
                      <a:pt x="1" y="366"/>
                    </a:moveTo>
                    <a:lnTo>
                      <a:pt x="411" y="1"/>
                    </a:lnTo>
                    <a:lnTo>
                      <a:pt x="474" y="36"/>
                    </a:lnTo>
                    <a:lnTo>
                      <a:pt x="63"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1" name="Google Shape;3027;p67">
                <a:extLst>
                  <a:ext uri="{FF2B5EF4-FFF2-40B4-BE49-F238E27FC236}">
                    <a16:creationId xmlns:a16="http://schemas.microsoft.com/office/drawing/2014/main" id="{FEAA63A9-D54A-4F96-5175-7C9AD7BD2A96}"/>
                  </a:ext>
                </a:extLst>
              </p:cNvPr>
              <p:cNvSpPr/>
              <p:nvPr/>
            </p:nvSpPr>
            <p:spPr>
              <a:xfrm>
                <a:off x="10726380" y="2958843"/>
                <a:ext cx="19580" cy="16275"/>
              </a:xfrm>
              <a:custGeom>
                <a:avLst/>
                <a:gdLst/>
                <a:ahLst/>
                <a:cxnLst/>
                <a:rect l="l" t="t" r="r" b="b"/>
                <a:pathLst>
                  <a:path w="474" h="394" extrusionOk="0">
                    <a:moveTo>
                      <a:pt x="0" y="358"/>
                    </a:moveTo>
                    <a:lnTo>
                      <a:pt x="402" y="1"/>
                    </a:lnTo>
                    <a:lnTo>
                      <a:pt x="473" y="36"/>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2" name="Google Shape;3028;p67">
                <a:extLst>
                  <a:ext uri="{FF2B5EF4-FFF2-40B4-BE49-F238E27FC236}">
                    <a16:creationId xmlns:a16="http://schemas.microsoft.com/office/drawing/2014/main" id="{2D8A4CA6-1CEC-C2EB-7EA7-DE880E79BE43}"/>
                  </a:ext>
                </a:extLst>
              </p:cNvPr>
              <p:cNvSpPr/>
              <p:nvPr/>
            </p:nvSpPr>
            <p:spPr>
              <a:xfrm>
                <a:off x="10719730" y="2955167"/>
                <a:ext cx="19580" cy="16234"/>
              </a:xfrm>
              <a:custGeom>
                <a:avLst/>
                <a:gdLst/>
                <a:ahLst/>
                <a:cxnLst/>
                <a:rect l="l" t="t" r="r" b="b"/>
                <a:pathLst>
                  <a:path w="474" h="393" extrusionOk="0">
                    <a:moveTo>
                      <a:pt x="1" y="357"/>
                    </a:moveTo>
                    <a:lnTo>
                      <a:pt x="411" y="0"/>
                    </a:lnTo>
                    <a:lnTo>
                      <a:pt x="474" y="36"/>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3" name="Google Shape;3029;p67">
                <a:extLst>
                  <a:ext uri="{FF2B5EF4-FFF2-40B4-BE49-F238E27FC236}">
                    <a16:creationId xmlns:a16="http://schemas.microsoft.com/office/drawing/2014/main" id="{3B1007E3-4CCC-BD03-12DD-DECA82202A05}"/>
                  </a:ext>
                </a:extLst>
              </p:cNvPr>
              <p:cNvSpPr/>
              <p:nvPr/>
            </p:nvSpPr>
            <p:spPr>
              <a:xfrm>
                <a:off x="10713492" y="2951490"/>
                <a:ext cx="19208" cy="16234"/>
              </a:xfrm>
              <a:custGeom>
                <a:avLst/>
                <a:gdLst/>
                <a:ahLst/>
                <a:cxnLst/>
                <a:rect l="l" t="t" r="r" b="b"/>
                <a:pathLst>
                  <a:path w="465" h="393" extrusionOk="0">
                    <a:moveTo>
                      <a:pt x="0" y="357"/>
                    </a:moveTo>
                    <a:lnTo>
                      <a:pt x="402" y="0"/>
                    </a:lnTo>
                    <a:lnTo>
                      <a:pt x="464" y="36"/>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4" name="Google Shape;3030;p67">
                <a:extLst>
                  <a:ext uri="{FF2B5EF4-FFF2-40B4-BE49-F238E27FC236}">
                    <a16:creationId xmlns:a16="http://schemas.microsoft.com/office/drawing/2014/main" id="{CF2FB21F-A282-0EAF-7098-FB7E232E804F}"/>
                  </a:ext>
                </a:extLst>
              </p:cNvPr>
              <p:cNvSpPr/>
              <p:nvPr/>
            </p:nvSpPr>
            <p:spPr>
              <a:xfrm>
                <a:off x="10706842" y="2947814"/>
                <a:ext cx="19580" cy="16234"/>
              </a:xfrm>
              <a:custGeom>
                <a:avLst/>
                <a:gdLst/>
                <a:ahLst/>
                <a:cxnLst/>
                <a:rect l="l" t="t" r="r" b="b"/>
                <a:pathLst>
                  <a:path w="474" h="393" extrusionOk="0">
                    <a:moveTo>
                      <a:pt x="1" y="357"/>
                    </a:moveTo>
                    <a:lnTo>
                      <a:pt x="411" y="0"/>
                    </a:lnTo>
                    <a:lnTo>
                      <a:pt x="473" y="36"/>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5" name="Google Shape;3031;p67">
                <a:extLst>
                  <a:ext uri="{FF2B5EF4-FFF2-40B4-BE49-F238E27FC236}">
                    <a16:creationId xmlns:a16="http://schemas.microsoft.com/office/drawing/2014/main" id="{7D5FA3F1-6A0C-0E17-5A50-B8723256F6C2}"/>
                  </a:ext>
                </a:extLst>
              </p:cNvPr>
              <p:cNvSpPr/>
              <p:nvPr/>
            </p:nvSpPr>
            <p:spPr>
              <a:xfrm>
                <a:off x="10700563" y="2944096"/>
                <a:ext cx="19208" cy="16275"/>
              </a:xfrm>
              <a:custGeom>
                <a:avLst/>
                <a:gdLst/>
                <a:ahLst/>
                <a:cxnLst/>
                <a:rect l="l" t="t" r="r" b="b"/>
                <a:pathLst>
                  <a:path w="465" h="394" extrusionOk="0">
                    <a:moveTo>
                      <a:pt x="1" y="358"/>
                    </a:moveTo>
                    <a:lnTo>
                      <a:pt x="402" y="1"/>
                    </a:lnTo>
                    <a:lnTo>
                      <a:pt x="465" y="37"/>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6" name="Google Shape;3032;p67">
                <a:extLst>
                  <a:ext uri="{FF2B5EF4-FFF2-40B4-BE49-F238E27FC236}">
                    <a16:creationId xmlns:a16="http://schemas.microsoft.com/office/drawing/2014/main" id="{F5409FB2-8556-2D86-6576-B4A2303B9931}"/>
                  </a:ext>
                </a:extLst>
              </p:cNvPr>
              <p:cNvSpPr/>
              <p:nvPr/>
            </p:nvSpPr>
            <p:spPr>
              <a:xfrm>
                <a:off x="10693954" y="2940420"/>
                <a:ext cx="19580" cy="16275"/>
              </a:xfrm>
              <a:custGeom>
                <a:avLst/>
                <a:gdLst/>
                <a:ahLst/>
                <a:cxnLst/>
                <a:rect l="l" t="t" r="r" b="b"/>
                <a:pathLst>
                  <a:path w="474" h="394" extrusionOk="0">
                    <a:moveTo>
                      <a:pt x="0" y="357"/>
                    </a:moveTo>
                    <a:lnTo>
                      <a:pt x="411" y="1"/>
                    </a:lnTo>
                    <a:lnTo>
                      <a:pt x="473" y="36"/>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7" name="Google Shape;3033;p67">
                <a:extLst>
                  <a:ext uri="{FF2B5EF4-FFF2-40B4-BE49-F238E27FC236}">
                    <a16:creationId xmlns:a16="http://schemas.microsoft.com/office/drawing/2014/main" id="{CE8DE272-9768-8478-0847-732692DBF826}"/>
                  </a:ext>
                </a:extLst>
              </p:cNvPr>
              <p:cNvSpPr/>
              <p:nvPr/>
            </p:nvSpPr>
            <p:spPr>
              <a:xfrm>
                <a:off x="10687675" y="2936744"/>
                <a:ext cx="19208" cy="16234"/>
              </a:xfrm>
              <a:custGeom>
                <a:avLst/>
                <a:gdLst/>
                <a:ahLst/>
                <a:cxnLst/>
                <a:rect l="l" t="t" r="r" b="b"/>
                <a:pathLst>
                  <a:path w="465" h="393" extrusionOk="0">
                    <a:moveTo>
                      <a:pt x="1" y="357"/>
                    </a:moveTo>
                    <a:lnTo>
                      <a:pt x="402" y="0"/>
                    </a:lnTo>
                    <a:lnTo>
                      <a:pt x="465" y="36"/>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8" name="Google Shape;3034;p67">
                <a:extLst>
                  <a:ext uri="{FF2B5EF4-FFF2-40B4-BE49-F238E27FC236}">
                    <a16:creationId xmlns:a16="http://schemas.microsoft.com/office/drawing/2014/main" id="{0824F114-AF8F-6C48-89CA-53BFD3D7F70E}"/>
                  </a:ext>
                </a:extLst>
              </p:cNvPr>
              <p:cNvSpPr/>
              <p:nvPr/>
            </p:nvSpPr>
            <p:spPr>
              <a:xfrm>
                <a:off x="10681066" y="2933067"/>
                <a:ext cx="19538" cy="16234"/>
              </a:xfrm>
              <a:custGeom>
                <a:avLst/>
                <a:gdLst/>
                <a:ahLst/>
                <a:cxnLst/>
                <a:rect l="l" t="t" r="r" b="b"/>
                <a:pathLst>
                  <a:path w="473" h="393" extrusionOk="0">
                    <a:moveTo>
                      <a:pt x="0" y="357"/>
                    </a:moveTo>
                    <a:lnTo>
                      <a:pt x="410" y="0"/>
                    </a:lnTo>
                    <a:lnTo>
                      <a:pt x="473" y="36"/>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9" name="Google Shape;3035;p67">
                <a:extLst>
                  <a:ext uri="{FF2B5EF4-FFF2-40B4-BE49-F238E27FC236}">
                    <a16:creationId xmlns:a16="http://schemas.microsoft.com/office/drawing/2014/main" id="{1B9CC1F9-2FA3-AEC3-2D70-AF964D27C363}"/>
                  </a:ext>
                </a:extLst>
              </p:cNvPr>
              <p:cNvSpPr/>
              <p:nvPr/>
            </p:nvSpPr>
            <p:spPr>
              <a:xfrm>
                <a:off x="10674787" y="2929350"/>
                <a:ext cx="19208" cy="16275"/>
              </a:xfrm>
              <a:custGeom>
                <a:avLst/>
                <a:gdLst/>
                <a:ahLst/>
                <a:cxnLst/>
                <a:rect l="l" t="t" r="r" b="b"/>
                <a:pathLst>
                  <a:path w="465" h="394" extrusionOk="0">
                    <a:moveTo>
                      <a:pt x="0" y="358"/>
                    </a:moveTo>
                    <a:lnTo>
                      <a:pt x="402" y="1"/>
                    </a:lnTo>
                    <a:lnTo>
                      <a:pt x="464" y="37"/>
                    </a:lnTo>
                    <a:lnTo>
                      <a:pt x="63" y="394"/>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0" name="Google Shape;3036;p67">
                <a:extLst>
                  <a:ext uri="{FF2B5EF4-FFF2-40B4-BE49-F238E27FC236}">
                    <a16:creationId xmlns:a16="http://schemas.microsoft.com/office/drawing/2014/main" id="{3C5A8D83-1285-E6C5-D6DB-2D18EDFBD9E6}"/>
                  </a:ext>
                </a:extLst>
              </p:cNvPr>
              <p:cNvSpPr/>
              <p:nvPr/>
            </p:nvSpPr>
            <p:spPr>
              <a:xfrm>
                <a:off x="10668137" y="2925301"/>
                <a:ext cx="19580" cy="16647"/>
              </a:xfrm>
              <a:custGeom>
                <a:avLst/>
                <a:gdLst/>
                <a:ahLst/>
                <a:cxnLst/>
                <a:rect l="l" t="t" r="r" b="b"/>
                <a:pathLst>
                  <a:path w="474" h="403" extrusionOk="0">
                    <a:moveTo>
                      <a:pt x="1" y="367"/>
                    </a:moveTo>
                    <a:lnTo>
                      <a:pt x="411" y="1"/>
                    </a:lnTo>
                    <a:lnTo>
                      <a:pt x="474" y="45"/>
                    </a:lnTo>
                    <a:lnTo>
                      <a:pt x="63"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1" name="Google Shape;3037;p67">
                <a:extLst>
                  <a:ext uri="{FF2B5EF4-FFF2-40B4-BE49-F238E27FC236}">
                    <a16:creationId xmlns:a16="http://schemas.microsoft.com/office/drawing/2014/main" id="{A5565147-6DAF-3D4B-184F-BD17A396A240}"/>
                  </a:ext>
                </a:extLst>
              </p:cNvPr>
              <p:cNvSpPr/>
              <p:nvPr/>
            </p:nvSpPr>
            <p:spPr>
              <a:xfrm>
                <a:off x="10661899" y="2921625"/>
                <a:ext cx="19208" cy="16647"/>
              </a:xfrm>
              <a:custGeom>
                <a:avLst/>
                <a:gdLst/>
                <a:ahLst/>
                <a:cxnLst/>
                <a:rect l="l" t="t" r="r" b="b"/>
                <a:pathLst>
                  <a:path w="465" h="403" extrusionOk="0">
                    <a:moveTo>
                      <a:pt x="0" y="366"/>
                    </a:moveTo>
                    <a:lnTo>
                      <a:pt x="402" y="1"/>
                    </a:lnTo>
                    <a:lnTo>
                      <a:pt x="464" y="45"/>
                    </a:lnTo>
                    <a:lnTo>
                      <a:pt x="63"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2" name="Google Shape;3038;p67">
                <a:extLst>
                  <a:ext uri="{FF2B5EF4-FFF2-40B4-BE49-F238E27FC236}">
                    <a16:creationId xmlns:a16="http://schemas.microsoft.com/office/drawing/2014/main" id="{27322F76-9984-BF5F-7837-DB156F9DAA1F}"/>
                  </a:ext>
                </a:extLst>
              </p:cNvPr>
              <p:cNvSpPr/>
              <p:nvPr/>
            </p:nvSpPr>
            <p:spPr>
              <a:xfrm>
                <a:off x="10655249" y="2917949"/>
                <a:ext cx="19580" cy="16606"/>
              </a:xfrm>
              <a:custGeom>
                <a:avLst/>
                <a:gdLst/>
                <a:ahLst/>
                <a:cxnLst/>
                <a:rect l="l" t="t" r="r" b="b"/>
                <a:pathLst>
                  <a:path w="474" h="402" extrusionOk="0">
                    <a:moveTo>
                      <a:pt x="1" y="366"/>
                    </a:moveTo>
                    <a:lnTo>
                      <a:pt x="411" y="0"/>
                    </a:lnTo>
                    <a:lnTo>
                      <a:pt x="473" y="36"/>
                    </a:lnTo>
                    <a:lnTo>
                      <a:pt x="63"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3" name="Google Shape;3039;p67">
                <a:extLst>
                  <a:ext uri="{FF2B5EF4-FFF2-40B4-BE49-F238E27FC236}">
                    <a16:creationId xmlns:a16="http://schemas.microsoft.com/office/drawing/2014/main" id="{3544B9DE-A289-F560-5810-0CB2C269ABEF}"/>
                  </a:ext>
                </a:extLst>
              </p:cNvPr>
              <p:cNvSpPr/>
              <p:nvPr/>
            </p:nvSpPr>
            <p:spPr>
              <a:xfrm>
                <a:off x="10648970" y="2914272"/>
                <a:ext cx="19208" cy="16606"/>
              </a:xfrm>
              <a:custGeom>
                <a:avLst/>
                <a:gdLst/>
                <a:ahLst/>
                <a:cxnLst/>
                <a:rect l="l" t="t" r="r" b="b"/>
                <a:pathLst>
                  <a:path w="465" h="402" extrusionOk="0">
                    <a:moveTo>
                      <a:pt x="1" y="366"/>
                    </a:moveTo>
                    <a:lnTo>
                      <a:pt x="402" y="0"/>
                    </a:lnTo>
                    <a:lnTo>
                      <a:pt x="465" y="36"/>
                    </a:lnTo>
                    <a:lnTo>
                      <a:pt x="63"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4" name="Google Shape;3040;p67">
                <a:extLst>
                  <a:ext uri="{FF2B5EF4-FFF2-40B4-BE49-F238E27FC236}">
                    <a16:creationId xmlns:a16="http://schemas.microsoft.com/office/drawing/2014/main" id="{EC210C22-8E09-9417-527D-09BC91A413A6}"/>
                  </a:ext>
                </a:extLst>
              </p:cNvPr>
              <p:cNvSpPr/>
              <p:nvPr/>
            </p:nvSpPr>
            <p:spPr>
              <a:xfrm>
                <a:off x="10642361" y="2910596"/>
                <a:ext cx="19580" cy="16606"/>
              </a:xfrm>
              <a:custGeom>
                <a:avLst/>
                <a:gdLst/>
                <a:ahLst/>
                <a:cxnLst/>
                <a:rect l="l" t="t" r="r" b="b"/>
                <a:pathLst>
                  <a:path w="474" h="402" extrusionOk="0">
                    <a:moveTo>
                      <a:pt x="0" y="366"/>
                    </a:moveTo>
                    <a:lnTo>
                      <a:pt x="411" y="0"/>
                    </a:lnTo>
                    <a:lnTo>
                      <a:pt x="473" y="36"/>
                    </a:lnTo>
                    <a:lnTo>
                      <a:pt x="63" y="40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5" name="Google Shape;3041;p67">
                <a:extLst>
                  <a:ext uri="{FF2B5EF4-FFF2-40B4-BE49-F238E27FC236}">
                    <a16:creationId xmlns:a16="http://schemas.microsoft.com/office/drawing/2014/main" id="{A9ECA207-5A95-2090-B93E-2979A0E33D54}"/>
                  </a:ext>
                </a:extLst>
              </p:cNvPr>
              <p:cNvSpPr/>
              <p:nvPr/>
            </p:nvSpPr>
            <p:spPr>
              <a:xfrm>
                <a:off x="10635710" y="2906878"/>
                <a:ext cx="19580" cy="16647"/>
              </a:xfrm>
              <a:custGeom>
                <a:avLst/>
                <a:gdLst/>
                <a:ahLst/>
                <a:cxnLst/>
                <a:rect l="l" t="t" r="r" b="b"/>
                <a:pathLst>
                  <a:path w="474" h="403" extrusionOk="0">
                    <a:moveTo>
                      <a:pt x="1" y="367"/>
                    </a:moveTo>
                    <a:lnTo>
                      <a:pt x="411" y="1"/>
                    </a:lnTo>
                    <a:lnTo>
                      <a:pt x="474" y="36"/>
                    </a:lnTo>
                    <a:lnTo>
                      <a:pt x="72"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6" name="Google Shape;3042;p67">
                <a:extLst>
                  <a:ext uri="{FF2B5EF4-FFF2-40B4-BE49-F238E27FC236}">
                    <a16:creationId xmlns:a16="http://schemas.microsoft.com/office/drawing/2014/main" id="{FFD3C865-8C93-DAA9-E85E-C01749C5C098}"/>
                  </a:ext>
                </a:extLst>
              </p:cNvPr>
              <p:cNvSpPr/>
              <p:nvPr/>
            </p:nvSpPr>
            <p:spPr>
              <a:xfrm>
                <a:off x="10629473" y="2903202"/>
                <a:ext cx="19538" cy="16647"/>
              </a:xfrm>
              <a:custGeom>
                <a:avLst/>
                <a:gdLst/>
                <a:ahLst/>
                <a:cxnLst/>
                <a:rect l="l" t="t" r="r" b="b"/>
                <a:pathLst>
                  <a:path w="473" h="403" extrusionOk="0">
                    <a:moveTo>
                      <a:pt x="0" y="366"/>
                    </a:moveTo>
                    <a:lnTo>
                      <a:pt x="411" y="1"/>
                    </a:lnTo>
                    <a:lnTo>
                      <a:pt x="473" y="36"/>
                    </a:lnTo>
                    <a:lnTo>
                      <a:pt x="63"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7" name="Google Shape;3043;p67">
                <a:extLst>
                  <a:ext uri="{FF2B5EF4-FFF2-40B4-BE49-F238E27FC236}">
                    <a16:creationId xmlns:a16="http://schemas.microsoft.com/office/drawing/2014/main" id="{01A43090-9484-99D3-2382-FB0D721230B5}"/>
                  </a:ext>
                </a:extLst>
              </p:cNvPr>
              <p:cNvSpPr/>
              <p:nvPr/>
            </p:nvSpPr>
            <p:spPr>
              <a:xfrm>
                <a:off x="10622822" y="2899526"/>
                <a:ext cx="19580" cy="16606"/>
              </a:xfrm>
              <a:custGeom>
                <a:avLst/>
                <a:gdLst/>
                <a:ahLst/>
                <a:cxnLst/>
                <a:rect l="l" t="t" r="r" b="b"/>
                <a:pathLst>
                  <a:path w="474" h="402" extrusionOk="0">
                    <a:moveTo>
                      <a:pt x="1" y="357"/>
                    </a:moveTo>
                    <a:lnTo>
                      <a:pt x="411" y="0"/>
                    </a:lnTo>
                    <a:lnTo>
                      <a:pt x="473" y="36"/>
                    </a:lnTo>
                    <a:lnTo>
                      <a:pt x="72"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2" name="Google Shape;3044;p67">
                <a:extLst>
                  <a:ext uri="{FF2B5EF4-FFF2-40B4-BE49-F238E27FC236}">
                    <a16:creationId xmlns:a16="http://schemas.microsoft.com/office/drawing/2014/main" id="{04A73293-6FEC-9C41-88C9-39C75E2306BB}"/>
                  </a:ext>
                </a:extLst>
              </p:cNvPr>
              <p:cNvSpPr/>
              <p:nvPr/>
            </p:nvSpPr>
            <p:spPr>
              <a:xfrm>
                <a:off x="10616544" y="2895849"/>
                <a:ext cx="19580" cy="16234"/>
              </a:xfrm>
              <a:custGeom>
                <a:avLst/>
                <a:gdLst/>
                <a:ahLst/>
                <a:cxnLst/>
                <a:rect l="l" t="t" r="r" b="b"/>
                <a:pathLst>
                  <a:path w="474" h="393" extrusionOk="0">
                    <a:moveTo>
                      <a:pt x="1" y="357"/>
                    </a:moveTo>
                    <a:lnTo>
                      <a:pt x="411" y="0"/>
                    </a:lnTo>
                    <a:lnTo>
                      <a:pt x="474" y="36"/>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3" name="Google Shape;3045;p67">
                <a:extLst>
                  <a:ext uri="{FF2B5EF4-FFF2-40B4-BE49-F238E27FC236}">
                    <a16:creationId xmlns:a16="http://schemas.microsoft.com/office/drawing/2014/main" id="{54E30FDC-FA11-D31A-B08B-6A09F6F2A027}"/>
                  </a:ext>
                </a:extLst>
              </p:cNvPr>
              <p:cNvSpPr/>
              <p:nvPr/>
            </p:nvSpPr>
            <p:spPr>
              <a:xfrm>
                <a:off x="11363879" y="2720788"/>
                <a:ext cx="6692" cy="117974"/>
              </a:xfrm>
              <a:custGeom>
                <a:avLst/>
                <a:gdLst/>
                <a:ahLst/>
                <a:cxnLst/>
                <a:rect l="l" t="t" r="r" b="b"/>
                <a:pathLst>
                  <a:path w="162" h="2856" extrusionOk="0">
                    <a:moveTo>
                      <a:pt x="1" y="2855"/>
                    </a:moveTo>
                    <a:lnTo>
                      <a:pt x="161" y="2757"/>
                    </a:lnTo>
                    <a:lnTo>
                      <a:pt x="161" y="1"/>
                    </a:lnTo>
                    <a:lnTo>
                      <a:pt x="1" y="9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4" name="Google Shape;3046;p67">
                <a:extLst>
                  <a:ext uri="{FF2B5EF4-FFF2-40B4-BE49-F238E27FC236}">
                    <a16:creationId xmlns:a16="http://schemas.microsoft.com/office/drawing/2014/main" id="{B5B75AD8-AA7A-5057-6D8D-DB65046FD8ED}"/>
                  </a:ext>
                </a:extLst>
              </p:cNvPr>
              <p:cNvSpPr/>
              <p:nvPr/>
            </p:nvSpPr>
            <p:spPr>
              <a:xfrm>
                <a:off x="11571367" y="2599551"/>
                <a:ext cx="7022" cy="116115"/>
              </a:xfrm>
              <a:custGeom>
                <a:avLst/>
                <a:gdLst/>
                <a:ahLst/>
                <a:cxnLst/>
                <a:rect l="l" t="t" r="r" b="b"/>
                <a:pathLst>
                  <a:path w="170" h="2811" extrusionOk="0">
                    <a:moveTo>
                      <a:pt x="0" y="2811"/>
                    </a:moveTo>
                    <a:lnTo>
                      <a:pt x="170" y="2713"/>
                    </a:lnTo>
                    <a:lnTo>
                      <a:pt x="170" y="1"/>
                    </a:lnTo>
                    <a:lnTo>
                      <a:pt x="0" y="9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5" name="Google Shape;3047;p67">
                <a:extLst>
                  <a:ext uri="{FF2B5EF4-FFF2-40B4-BE49-F238E27FC236}">
                    <a16:creationId xmlns:a16="http://schemas.microsoft.com/office/drawing/2014/main" id="{F0355487-273E-4C28-5F71-1979DF887ABB}"/>
                  </a:ext>
                </a:extLst>
              </p:cNvPr>
              <p:cNvSpPr/>
              <p:nvPr/>
            </p:nvSpPr>
            <p:spPr>
              <a:xfrm>
                <a:off x="11558479" y="2718227"/>
                <a:ext cx="39449" cy="51263"/>
              </a:xfrm>
              <a:custGeom>
                <a:avLst/>
                <a:gdLst/>
                <a:ahLst/>
                <a:cxnLst/>
                <a:rect l="l" t="t" r="r" b="b"/>
                <a:pathLst>
                  <a:path w="955" h="1241" extrusionOk="0">
                    <a:moveTo>
                      <a:pt x="955" y="0"/>
                    </a:moveTo>
                    <a:lnTo>
                      <a:pt x="955" y="669"/>
                    </a:lnTo>
                    <a:lnTo>
                      <a:pt x="0" y="1240"/>
                    </a:lnTo>
                    <a:lnTo>
                      <a:pt x="0" y="571"/>
                    </a:lnTo>
                    <a:lnTo>
                      <a:pt x="955" y="0"/>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6" name="Google Shape;3048;p67">
                <a:extLst>
                  <a:ext uri="{FF2B5EF4-FFF2-40B4-BE49-F238E27FC236}">
                    <a16:creationId xmlns:a16="http://schemas.microsoft.com/office/drawing/2014/main" id="{8D20D544-3E28-3289-2877-0351739B6CD8}"/>
                  </a:ext>
                </a:extLst>
              </p:cNvPr>
              <p:cNvSpPr/>
              <p:nvPr/>
            </p:nvSpPr>
            <p:spPr>
              <a:xfrm>
                <a:off x="11558479" y="2718227"/>
                <a:ext cx="39449" cy="51263"/>
              </a:xfrm>
              <a:custGeom>
                <a:avLst/>
                <a:gdLst/>
                <a:ahLst/>
                <a:cxnLst/>
                <a:rect l="l" t="t" r="r" b="b"/>
                <a:pathLst>
                  <a:path w="955" h="1241" extrusionOk="0">
                    <a:moveTo>
                      <a:pt x="857" y="598"/>
                    </a:moveTo>
                    <a:lnTo>
                      <a:pt x="857" y="63"/>
                    </a:lnTo>
                    <a:lnTo>
                      <a:pt x="955" y="0"/>
                    </a:lnTo>
                    <a:lnTo>
                      <a:pt x="955" y="0"/>
                    </a:lnTo>
                    <a:lnTo>
                      <a:pt x="955" y="669"/>
                    </a:lnTo>
                    <a:lnTo>
                      <a:pt x="0" y="1240"/>
                    </a:lnTo>
                    <a:lnTo>
                      <a:pt x="0" y="1115"/>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7" name="Google Shape;3049;p67">
                <a:extLst>
                  <a:ext uri="{FF2B5EF4-FFF2-40B4-BE49-F238E27FC236}">
                    <a16:creationId xmlns:a16="http://schemas.microsoft.com/office/drawing/2014/main" id="{F9453786-DE92-15D3-5796-3AA5CD4244D0}"/>
                  </a:ext>
                </a:extLst>
              </p:cNvPr>
              <p:cNvSpPr/>
              <p:nvPr/>
            </p:nvSpPr>
            <p:spPr>
              <a:xfrm>
                <a:off x="11593838" y="2718227"/>
                <a:ext cx="4089" cy="27676"/>
              </a:xfrm>
              <a:custGeom>
                <a:avLst/>
                <a:gdLst/>
                <a:ahLst/>
                <a:cxnLst/>
                <a:rect l="l" t="t" r="r" b="b"/>
                <a:pathLst>
                  <a:path w="99" h="670" extrusionOk="0">
                    <a:moveTo>
                      <a:pt x="1" y="63"/>
                    </a:moveTo>
                    <a:lnTo>
                      <a:pt x="1" y="598"/>
                    </a:lnTo>
                    <a:lnTo>
                      <a:pt x="99" y="669"/>
                    </a:lnTo>
                    <a:lnTo>
                      <a:pt x="99" y="0"/>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8" name="Google Shape;3050;p67">
                <a:extLst>
                  <a:ext uri="{FF2B5EF4-FFF2-40B4-BE49-F238E27FC236}">
                    <a16:creationId xmlns:a16="http://schemas.microsoft.com/office/drawing/2014/main" id="{095A3DB5-1B39-64B2-77BC-99F5EF16A91D}"/>
                  </a:ext>
                </a:extLst>
              </p:cNvPr>
              <p:cNvSpPr/>
              <p:nvPr/>
            </p:nvSpPr>
            <p:spPr>
              <a:xfrm>
                <a:off x="10933124" y="3203177"/>
                <a:ext cx="41307" cy="29865"/>
              </a:xfrm>
              <a:custGeom>
                <a:avLst/>
                <a:gdLst/>
                <a:ahLst/>
                <a:cxnLst/>
                <a:rect l="l" t="t" r="r" b="b"/>
                <a:pathLst>
                  <a:path w="1000" h="723" extrusionOk="0">
                    <a:moveTo>
                      <a:pt x="999" y="0"/>
                    </a:moveTo>
                    <a:lnTo>
                      <a:pt x="910" y="197"/>
                    </a:lnTo>
                    <a:lnTo>
                      <a:pt x="0" y="723"/>
                    </a:lnTo>
                    <a:lnTo>
                      <a:pt x="0"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9" name="Google Shape;3051;p67">
                <a:extLst>
                  <a:ext uri="{FF2B5EF4-FFF2-40B4-BE49-F238E27FC236}">
                    <a16:creationId xmlns:a16="http://schemas.microsoft.com/office/drawing/2014/main" id="{F057DA1E-0684-12D7-D1D9-240EE7FE6792}"/>
                  </a:ext>
                </a:extLst>
              </p:cNvPr>
              <p:cNvSpPr/>
              <p:nvPr/>
            </p:nvSpPr>
            <p:spPr>
              <a:xfrm>
                <a:off x="10933124" y="3171825"/>
                <a:ext cx="41307" cy="24371"/>
              </a:xfrm>
              <a:custGeom>
                <a:avLst/>
                <a:gdLst/>
                <a:ahLst/>
                <a:cxnLst/>
                <a:rect l="l" t="t" r="r" b="b"/>
                <a:pathLst>
                  <a:path w="1000" h="590" extrusionOk="0">
                    <a:moveTo>
                      <a:pt x="999" y="99"/>
                    </a:moveTo>
                    <a:lnTo>
                      <a:pt x="170" y="590"/>
                    </a:lnTo>
                    <a:lnTo>
                      <a:pt x="0" y="492"/>
                    </a:lnTo>
                    <a:lnTo>
                      <a:pt x="830" y="1"/>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0" name="Google Shape;3052;p67">
                <a:extLst>
                  <a:ext uri="{FF2B5EF4-FFF2-40B4-BE49-F238E27FC236}">
                    <a16:creationId xmlns:a16="http://schemas.microsoft.com/office/drawing/2014/main" id="{6EB23578-2775-316D-E95A-9018CAC6C74E}"/>
                  </a:ext>
                </a:extLst>
              </p:cNvPr>
              <p:cNvSpPr/>
              <p:nvPr/>
            </p:nvSpPr>
            <p:spPr>
              <a:xfrm>
                <a:off x="10940105" y="3175914"/>
                <a:ext cx="34327" cy="47545"/>
              </a:xfrm>
              <a:custGeom>
                <a:avLst/>
                <a:gdLst/>
                <a:ahLst/>
                <a:cxnLst/>
                <a:rect l="l" t="t" r="r" b="b"/>
                <a:pathLst>
                  <a:path w="831" h="1151" extrusionOk="0">
                    <a:moveTo>
                      <a:pt x="830" y="0"/>
                    </a:moveTo>
                    <a:lnTo>
                      <a:pt x="830" y="669"/>
                    </a:lnTo>
                    <a:lnTo>
                      <a:pt x="1" y="1151"/>
                    </a:lnTo>
                    <a:lnTo>
                      <a:pt x="1" y="491"/>
                    </a:lnTo>
                    <a:lnTo>
                      <a:pt x="830" y="0"/>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1" name="Google Shape;3053;p67">
                <a:extLst>
                  <a:ext uri="{FF2B5EF4-FFF2-40B4-BE49-F238E27FC236}">
                    <a16:creationId xmlns:a16="http://schemas.microsoft.com/office/drawing/2014/main" id="{0CE946E8-406C-230E-D71F-FB61AEC7F0BB}"/>
                  </a:ext>
                </a:extLst>
              </p:cNvPr>
              <p:cNvSpPr/>
              <p:nvPr/>
            </p:nvSpPr>
            <p:spPr>
              <a:xfrm>
                <a:off x="10933124" y="3192107"/>
                <a:ext cx="7022" cy="31352"/>
              </a:xfrm>
              <a:custGeom>
                <a:avLst/>
                <a:gdLst/>
                <a:ahLst/>
                <a:cxnLst/>
                <a:rect l="l" t="t" r="r" b="b"/>
                <a:pathLst>
                  <a:path w="170" h="759" extrusionOk="0">
                    <a:moveTo>
                      <a:pt x="170" y="99"/>
                    </a:moveTo>
                    <a:lnTo>
                      <a:pt x="170" y="759"/>
                    </a:lnTo>
                    <a:lnTo>
                      <a:pt x="0" y="661"/>
                    </a:lnTo>
                    <a:lnTo>
                      <a:pt x="0" y="1"/>
                    </a:ln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2" name="Google Shape;3054;p67">
                <a:extLst>
                  <a:ext uri="{FF2B5EF4-FFF2-40B4-BE49-F238E27FC236}">
                    <a16:creationId xmlns:a16="http://schemas.microsoft.com/office/drawing/2014/main" id="{5156793C-23A6-8AAA-51C4-E3E3838044F5}"/>
                  </a:ext>
                </a:extLst>
              </p:cNvPr>
              <p:cNvSpPr/>
              <p:nvPr/>
            </p:nvSpPr>
            <p:spPr>
              <a:xfrm>
                <a:off x="10169927" y="3077148"/>
                <a:ext cx="804505" cy="294853"/>
              </a:xfrm>
              <a:custGeom>
                <a:avLst/>
                <a:gdLst/>
                <a:ahLst/>
                <a:cxnLst/>
                <a:rect l="l" t="t" r="r" b="b"/>
                <a:pathLst>
                  <a:path w="19476" h="7138" extrusionOk="0">
                    <a:moveTo>
                      <a:pt x="9493" y="6968"/>
                    </a:moveTo>
                    <a:lnTo>
                      <a:pt x="19341" y="0"/>
                    </a:lnTo>
                    <a:lnTo>
                      <a:pt x="19475" y="72"/>
                    </a:lnTo>
                    <a:lnTo>
                      <a:pt x="9493" y="7137"/>
                    </a:lnTo>
                    <a:lnTo>
                      <a:pt x="1" y="1740"/>
                    </a:lnTo>
                    <a:lnTo>
                      <a:pt x="134" y="164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3" name="Google Shape;3055;p67">
                <a:extLst>
                  <a:ext uri="{FF2B5EF4-FFF2-40B4-BE49-F238E27FC236}">
                    <a16:creationId xmlns:a16="http://schemas.microsoft.com/office/drawing/2014/main" id="{D5221FBA-B490-A553-DB43-232BBFD55DE0}"/>
                  </a:ext>
                </a:extLst>
              </p:cNvPr>
              <p:cNvSpPr/>
              <p:nvPr/>
            </p:nvSpPr>
            <p:spPr>
              <a:xfrm>
                <a:off x="10152619" y="3247004"/>
                <a:ext cx="391760" cy="278660"/>
              </a:xfrm>
              <a:custGeom>
                <a:avLst/>
                <a:gdLst/>
                <a:ahLst/>
                <a:cxnLst/>
                <a:rect l="l" t="t" r="r" b="b"/>
                <a:pathLst>
                  <a:path w="9484" h="6746" extrusionOk="0">
                    <a:moveTo>
                      <a:pt x="9483" y="5389"/>
                    </a:moveTo>
                    <a:lnTo>
                      <a:pt x="0" y="1"/>
                    </a:lnTo>
                    <a:lnTo>
                      <a:pt x="0" y="1357"/>
                    </a:lnTo>
                    <a:lnTo>
                      <a:pt x="9483" y="6745"/>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4" name="Google Shape;3056;p67">
                <a:extLst>
                  <a:ext uri="{FF2B5EF4-FFF2-40B4-BE49-F238E27FC236}">
                    <a16:creationId xmlns:a16="http://schemas.microsoft.com/office/drawing/2014/main" id="{93297FE7-75EC-9433-FFF6-1461E4632FE7}"/>
                  </a:ext>
                </a:extLst>
              </p:cNvPr>
              <p:cNvSpPr/>
              <p:nvPr/>
            </p:nvSpPr>
            <p:spPr>
              <a:xfrm>
                <a:off x="10544338" y="3459284"/>
                <a:ext cx="17349" cy="66381"/>
              </a:xfrm>
              <a:custGeom>
                <a:avLst/>
                <a:gdLst/>
                <a:ahLst/>
                <a:cxnLst/>
                <a:rect l="l" t="t" r="r" b="b"/>
                <a:pathLst>
                  <a:path w="420" h="1607" extrusionOk="0">
                    <a:moveTo>
                      <a:pt x="0" y="1606"/>
                    </a:moveTo>
                    <a:lnTo>
                      <a:pt x="420" y="625"/>
                    </a:lnTo>
                    <a:lnTo>
                      <a:pt x="420" y="0"/>
                    </a:lnTo>
                    <a:lnTo>
                      <a:pt x="0" y="250"/>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5" name="Google Shape;3057;p67">
                <a:extLst>
                  <a:ext uri="{FF2B5EF4-FFF2-40B4-BE49-F238E27FC236}">
                    <a16:creationId xmlns:a16="http://schemas.microsoft.com/office/drawing/2014/main" id="{6116A410-325E-2A04-0AE6-F4A336499B3A}"/>
                  </a:ext>
                </a:extLst>
              </p:cNvPr>
              <p:cNvSpPr/>
              <p:nvPr/>
            </p:nvSpPr>
            <p:spPr>
              <a:xfrm>
                <a:off x="10152619" y="3236719"/>
                <a:ext cx="409068" cy="232933"/>
              </a:xfrm>
              <a:custGeom>
                <a:avLst/>
                <a:gdLst/>
                <a:ahLst/>
                <a:cxnLst/>
                <a:rect l="l" t="t" r="r" b="b"/>
                <a:pathLst>
                  <a:path w="9903" h="5639" extrusionOk="0">
                    <a:moveTo>
                      <a:pt x="0" y="250"/>
                    </a:moveTo>
                    <a:lnTo>
                      <a:pt x="420" y="0"/>
                    </a:lnTo>
                    <a:lnTo>
                      <a:pt x="9903" y="5388"/>
                    </a:lnTo>
                    <a:lnTo>
                      <a:pt x="9483" y="5638"/>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6" name="Google Shape;3058;p67">
                <a:extLst>
                  <a:ext uri="{FF2B5EF4-FFF2-40B4-BE49-F238E27FC236}">
                    <a16:creationId xmlns:a16="http://schemas.microsoft.com/office/drawing/2014/main" id="{6F4F51FD-FA72-59F9-9E3C-750D361D94AC}"/>
                  </a:ext>
                </a:extLst>
              </p:cNvPr>
              <p:cNvSpPr/>
              <p:nvPr/>
            </p:nvSpPr>
            <p:spPr>
              <a:xfrm>
                <a:off x="10561646" y="3454864"/>
                <a:ext cx="42795" cy="80756"/>
              </a:xfrm>
              <a:custGeom>
                <a:avLst/>
                <a:gdLst/>
                <a:ahLst/>
                <a:cxnLst/>
                <a:rect l="l" t="t" r="r" b="b"/>
                <a:pathLst>
                  <a:path w="1036" h="1955" extrusionOk="0">
                    <a:moveTo>
                      <a:pt x="1" y="598"/>
                    </a:moveTo>
                    <a:lnTo>
                      <a:pt x="1036" y="0"/>
                    </a:lnTo>
                    <a:lnTo>
                      <a:pt x="1036" y="1356"/>
                    </a:lnTo>
                    <a:lnTo>
                      <a:pt x="1" y="1954"/>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7" name="Google Shape;3059;p67">
                <a:extLst>
                  <a:ext uri="{FF2B5EF4-FFF2-40B4-BE49-F238E27FC236}">
                    <a16:creationId xmlns:a16="http://schemas.microsoft.com/office/drawing/2014/main" id="{FB794607-BFA5-28B3-E0E9-0F37D1A9743A}"/>
                  </a:ext>
                </a:extLst>
              </p:cNvPr>
              <p:cNvSpPr/>
              <p:nvPr/>
            </p:nvSpPr>
            <p:spPr>
              <a:xfrm>
                <a:off x="10544338" y="3469610"/>
                <a:ext cx="17349" cy="66009"/>
              </a:xfrm>
              <a:custGeom>
                <a:avLst/>
                <a:gdLst/>
                <a:ahLst/>
                <a:cxnLst/>
                <a:rect l="l" t="t" r="r" b="b"/>
                <a:pathLst>
                  <a:path w="420" h="1598" extrusionOk="0">
                    <a:moveTo>
                      <a:pt x="420" y="1597"/>
                    </a:moveTo>
                    <a:lnTo>
                      <a:pt x="0" y="1356"/>
                    </a:lnTo>
                    <a:lnTo>
                      <a:pt x="0" y="0"/>
                    </a:lnTo>
                    <a:lnTo>
                      <a:pt x="420" y="241"/>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8" name="Google Shape;3060;p67">
                <a:extLst>
                  <a:ext uri="{FF2B5EF4-FFF2-40B4-BE49-F238E27FC236}">
                    <a16:creationId xmlns:a16="http://schemas.microsoft.com/office/drawing/2014/main" id="{C191A71F-0B11-2CBA-F724-95D01515906B}"/>
                  </a:ext>
                </a:extLst>
              </p:cNvPr>
              <p:cNvSpPr/>
              <p:nvPr/>
            </p:nvSpPr>
            <p:spPr>
              <a:xfrm>
                <a:off x="10544338" y="3444909"/>
                <a:ext cx="60102" cy="34698"/>
              </a:xfrm>
              <a:custGeom>
                <a:avLst/>
                <a:gdLst/>
                <a:ahLst/>
                <a:cxnLst/>
                <a:rect l="l" t="t" r="r" b="b"/>
                <a:pathLst>
                  <a:path w="1455" h="840" extrusionOk="0">
                    <a:moveTo>
                      <a:pt x="1455" y="241"/>
                    </a:moveTo>
                    <a:lnTo>
                      <a:pt x="1035" y="0"/>
                    </a:lnTo>
                    <a:lnTo>
                      <a:pt x="0" y="598"/>
                    </a:lnTo>
                    <a:lnTo>
                      <a:pt x="420" y="839"/>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9" name="Google Shape;3061;p67">
                <a:extLst>
                  <a:ext uri="{FF2B5EF4-FFF2-40B4-BE49-F238E27FC236}">
                    <a16:creationId xmlns:a16="http://schemas.microsoft.com/office/drawing/2014/main" id="{25043C85-6166-1C57-B8CB-542E9E0C41A3}"/>
                  </a:ext>
                </a:extLst>
              </p:cNvPr>
              <p:cNvSpPr/>
              <p:nvPr/>
            </p:nvSpPr>
            <p:spPr>
              <a:xfrm>
                <a:off x="10454412" y="3320366"/>
                <a:ext cx="107647" cy="133795"/>
              </a:xfrm>
              <a:custGeom>
                <a:avLst/>
                <a:gdLst/>
                <a:ahLst/>
                <a:cxnLst/>
                <a:rect l="l" t="t" r="r" b="b"/>
                <a:pathLst>
                  <a:path w="2606" h="3239" extrusionOk="0">
                    <a:moveTo>
                      <a:pt x="2606" y="1490"/>
                    </a:moveTo>
                    <a:lnTo>
                      <a:pt x="1" y="0"/>
                    </a:lnTo>
                    <a:lnTo>
                      <a:pt x="1" y="1740"/>
                    </a:lnTo>
                    <a:lnTo>
                      <a:pt x="2606" y="3238"/>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0" name="Google Shape;3062;p67">
                <a:extLst>
                  <a:ext uri="{FF2B5EF4-FFF2-40B4-BE49-F238E27FC236}">
                    <a16:creationId xmlns:a16="http://schemas.microsoft.com/office/drawing/2014/main" id="{30A90B7E-EF2E-AB0E-8CDE-32B01FEEF037}"/>
                  </a:ext>
                </a:extLst>
              </p:cNvPr>
              <p:cNvSpPr/>
              <p:nvPr/>
            </p:nvSpPr>
            <p:spPr>
              <a:xfrm>
                <a:off x="10460319" y="3330321"/>
                <a:ext cx="95833" cy="113513"/>
              </a:xfrm>
              <a:custGeom>
                <a:avLst/>
                <a:gdLst/>
                <a:ahLst/>
                <a:cxnLst/>
                <a:rect l="l" t="t" r="r" b="b"/>
                <a:pathLst>
                  <a:path w="2320" h="2748" extrusionOk="0">
                    <a:moveTo>
                      <a:pt x="2320" y="1329"/>
                    </a:moveTo>
                    <a:lnTo>
                      <a:pt x="0" y="0"/>
                    </a:lnTo>
                    <a:lnTo>
                      <a:pt x="0" y="1418"/>
                    </a:lnTo>
                    <a:lnTo>
                      <a:pt x="2320" y="2748"/>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1" name="Google Shape;3063;p67">
                <a:extLst>
                  <a:ext uri="{FF2B5EF4-FFF2-40B4-BE49-F238E27FC236}">
                    <a16:creationId xmlns:a16="http://schemas.microsoft.com/office/drawing/2014/main" id="{75DDB967-7DC0-0D35-589E-3826B2D2C4CD}"/>
                  </a:ext>
                </a:extLst>
              </p:cNvPr>
              <p:cNvSpPr/>
              <p:nvPr/>
            </p:nvSpPr>
            <p:spPr>
              <a:xfrm>
                <a:off x="10460319" y="3330321"/>
                <a:ext cx="95833" cy="113513"/>
              </a:xfrm>
              <a:custGeom>
                <a:avLst/>
                <a:gdLst/>
                <a:ahLst/>
                <a:cxnLst/>
                <a:rect l="l" t="t" r="r" b="b"/>
                <a:pathLst>
                  <a:path w="2320" h="2748" extrusionOk="0">
                    <a:moveTo>
                      <a:pt x="241" y="143"/>
                    </a:moveTo>
                    <a:lnTo>
                      <a:pt x="241" y="1285"/>
                    </a:lnTo>
                    <a:lnTo>
                      <a:pt x="2320" y="2480"/>
                    </a:lnTo>
                    <a:lnTo>
                      <a:pt x="2320" y="2748"/>
                    </a:lnTo>
                    <a:lnTo>
                      <a:pt x="0" y="1418"/>
                    </a:lnTo>
                    <a:lnTo>
                      <a:pt x="0" y="0"/>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2" name="Google Shape;3064;p67">
                <a:extLst>
                  <a:ext uri="{FF2B5EF4-FFF2-40B4-BE49-F238E27FC236}">
                    <a16:creationId xmlns:a16="http://schemas.microsoft.com/office/drawing/2014/main" id="{5EB44877-CFB8-176C-F41B-780B5D77AE8C}"/>
                  </a:ext>
                </a:extLst>
              </p:cNvPr>
              <p:cNvSpPr/>
              <p:nvPr/>
            </p:nvSpPr>
            <p:spPr>
              <a:xfrm>
                <a:off x="10460319" y="3383360"/>
                <a:ext cx="95833" cy="60474"/>
              </a:xfrm>
              <a:custGeom>
                <a:avLst/>
                <a:gdLst/>
                <a:ahLst/>
                <a:cxnLst/>
                <a:rect l="l" t="t" r="r" b="b"/>
                <a:pathLst>
                  <a:path w="2320" h="1464" extrusionOk="0">
                    <a:moveTo>
                      <a:pt x="0" y="134"/>
                    </a:moveTo>
                    <a:lnTo>
                      <a:pt x="241" y="1"/>
                    </a:lnTo>
                    <a:lnTo>
                      <a:pt x="2320" y="1196"/>
                    </a:lnTo>
                    <a:lnTo>
                      <a:pt x="2320" y="1464"/>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3" name="Google Shape;3065;p67">
                <a:extLst>
                  <a:ext uri="{FF2B5EF4-FFF2-40B4-BE49-F238E27FC236}">
                    <a16:creationId xmlns:a16="http://schemas.microsoft.com/office/drawing/2014/main" id="{3D758C17-3C97-FBB5-5F1F-7E18F9CD766D}"/>
                  </a:ext>
                </a:extLst>
              </p:cNvPr>
              <p:cNvSpPr/>
              <p:nvPr/>
            </p:nvSpPr>
            <p:spPr>
              <a:xfrm>
                <a:off x="11761133" y="2691666"/>
                <a:ext cx="36888" cy="61961"/>
              </a:xfrm>
              <a:custGeom>
                <a:avLst/>
                <a:gdLst/>
                <a:ahLst/>
                <a:cxnLst/>
                <a:rect l="l" t="t" r="r" b="b"/>
                <a:pathLst>
                  <a:path w="893" h="1500" extrusionOk="0">
                    <a:moveTo>
                      <a:pt x="1" y="536"/>
                    </a:moveTo>
                    <a:lnTo>
                      <a:pt x="893" y="1"/>
                    </a:lnTo>
                    <a:lnTo>
                      <a:pt x="893" y="973"/>
                    </a:lnTo>
                    <a:lnTo>
                      <a:pt x="1" y="1500"/>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4" name="Google Shape;3066;p67">
                <a:extLst>
                  <a:ext uri="{FF2B5EF4-FFF2-40B4-BE49-F238E27FC236}">
                    <a16:creationId xmlns:a16="http://schemas.microsoft.com/office/drawing/2014/main" id="{C2428AB9-7982-2D84-73BD-E9EF2F9D4527}"/>
                  </a:ext>
                </a:extLst>
              </p:cNvPr>
              <p:cNvSpPr/>
              <p:nvPr/>
            </p:nvSpPr>
            <p:spPr>
              <a:xfrm>
                <a:off x="10169927" y="3159308"/>
                <a:ext cx="107647" cy="133795"/>
              </a:xfrm>
              <a:custGeom>
                <a:avLst/>
                <a:gdLst/>
                <a:ahLst/>
                <a:cxnLst/>
                <a:rect l="l" t="t" r="r" b="b"/>
                <a:pathLst>
                  <a:path w="2606" h="3239" extrusionOk="0">
                    <a:moveTo>
                      <a:pt x="2606" y="1490"/>
                    </a:moveTo>
                    <a:lnTo>
                      <a:pt x="1" y="1"/>
                    </a:lnTo>
                    <a:lnTo>
                      <a:pt x="1" y="1740"/>
                    </a:lnTo>
                    <a:lnTo>
                      <a:pt x="2606" y="3239"/>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5" name="Google Shape;3067;p67">
                <a:extLst>
                  <a:ext uri="{FF2B5EF4-FFF2-40B4-BE49-F238E27FC236}">
                    <a16:creationId xmlns:a16="http://schemas.microsoft.com/office/drawing/2014/main" id="{ED102C90-035A-4AE3-24A0-7EEA54AC2C88}"/>
                  </a:ext>
                </a:extLst>
              </p:cNvPr>
              <p:cNvSpPr/>
              <p:nvPr/>
            </p:nvSpPr>
            <p:spPr>
              <a:xfrm>
                <a:off x="10175834" y="3169264"/>
                <a:ext cx="96205" cy="113554"/>
              </a:xfrm>
              <a:custGeom>
                <a:avLst/>
                <a:gdLst/>
                <a:ahLst/>
                <a:cxnLst/>
                <a:rect l="l" t="t" r="r" b="b"/>
                <a:pathLst>
                  <a:path w="2329" h="2749" extrusionOk="0">
                    <a:moveTo>
                      <a:pt x="2329" y="1330"/>
                    </a:moveTo>
                    <a:lnTo>
                      <a:pt x="0" y="1"/>
                    </a:lnTo>
                    <a:lnTo>
                      <a:pt x="0" y="1419"/>
                    </a:lnTo>
                    <a:lnTo>
                      <a:pt x="2329" y="2748"/>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6" name="Google Shape;3068;p67">
                <a:extLst>
                  <a:ext uri="{FF2B5EF4-FFF2-40B4-BE49-F238E27FC236}">
                    <a16:creationId xmlns:a16="http://schemas.microsoft.com/office/drawing/2014/main" id="{CC77ADD1-50AE-8D87-41F7-D86B660DE081}"/>
                  </a:ext>
                </a:extLst>
              </p:cNvPr>
              <p:cNvSpPr/>
              <p:nvPr/>
            </p:nvSpPr>
            <p:spPr>
              <a:xfrm>
                <a:off x="10175834" y="3169264"/>
                <a:ext cx="96205" cy="113926"/>
              </a:xfrm>
              <a:custGeom>
                <a:avLst/>
                <a:gdLst/>
                <a:ahLst/>
                <a:cxnLst/>
                <a:rect l="l" t="t" r="r" b="b"/>
                <a:pathLst>
                  <a:path w="2329" h="2758" extrusionOk="0">
                    <a:moveTo>
                      <a:pt x="241" y="143"/>
                    </a:moveTo>
                    <a:lnTo>
                      <a:pt x="241" y="1285"/>
                    </a:lnTo>
                    <a:lnTo>
                      <a:pt x="2329" y="2481"/>
                    </a:lnTo>
                    <a:lnTo>
                      <a:pt x="2329" y="2757"/>
                    </a:lnTo>
                    <a:lnTo>
                      <a:pt x="0" y="1419"/>
                    </a:lnTo>
                    <a:lnTo>
                      <a:pt x="0" y="1"/>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7" name="Google Shape;3069;p67">
                <a:extLst>
                  <a:ext uri="{FF2B5EF4-FFF2-40B4-BE49-F238E27FC236}">
                    <a16:creationId xmlns:a16="http://schemas.microsoft.com/office/drawing/2014/main" id="{51A7E4D4-1A6E-DE36-A899-7DF1633C3A94}"/>
                  </a:ext>
                </a:extLst>
              </p:cNvPr>
              <p:cNvSpPr/>
              <p:nvPr/>
            </p:nvSpPr>
            <p:spPr>
              <a:xfrm>
                <a:off x="10175834" y="3222344"/>
                <a:ext cx="96205" cy="60474"/>
              </a:xfrm>
              <a:custGeom>
                <a:avLst/>
                <a:gdLst/>
                <a:ahLst/>
                <a:cxnLst/>
                <a:rect l="l" t="t" r="r" b="b"/>
                <a:pathLst>
                  <a:path w="2329" h="1464" extrusionOk="0">
                    <a:moveTo>
                      <a:pt x="0" y="134"/>
                    </a:moveTo>
                    <a:lnTo>
                      <a:pt x="241" y="0"/>
                    </a:lnTo>
                    <a:lnTo>
                      <a:pt x="2329" y="1196"/>
                    </a:lnTo>
                    <a:lnTo>
                      <a:pt x="2329" y="1463"/>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8" name="Google Shape;3070;p67">
                <a:extLst>
                  <a:ext uri="{FF2B5EF4-FFF2-40B4-BE49-F238E27FC236}">
                    <a16:creationId xmlns:a16="http://schemas.microsoft.com/office/drawing/2014/main" id="{43DDF1B7-D744-DB32-52E2-276FA3E03690}"/>
                  </a:ext>
                </a:extLst>
              </p:cNvPr>
              <p:cNvSpPr/>
              <p:nvPr/>
            </p:nvSpPr>
            <p:spPr>
              <a:xfrm>
                <a:off x="10284886" y="3226392"/>
                <a:ext cx="162215" cy="162545"/>
              </a:xfrm>
              <a:custGeom>
                <a:avLst/>
                <a:gdLst/>
                <a:ahLst/>
                <a:cxnLst/>
                <a:rect l="l" t="t" r="r" b="b"/>
                <a:pathLst>
                  <a:path w="3927" h="3935" extrusionOk="0">
                    <a:moveTo>
                      <a:pt x="3926" y="2213"/>
                    </a:moveTo>
                    <a:lnTo>
                      <a:pt x="1" y="0"/>
                    </a:lnTo>
                    <a:lnTo>
                      <a:pt x="1" y="1731"/>
                    </a:lnTo>
                    <a:lnTo>
                      <a:pt x="3926" y="3934"/>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9" name="Google Shape;3071;p67">
                <a:extLst>
                  <a:ext uri="{FF2B5EF4-FFF2-40B4-BE49-F238E27FC236}">
                    <a16:creationId xmlns:a16="http://schemas.microsoft.com/office/drawing/2014/main" id="{823B369A-ADC4-8CE4-2E12-F84C83495533}"/>
                  </a:ext>
                </a:extLst>
              </p:cNvPr>
              <p:cNvSpPr/>
              <p:nvPr/>
            </p:nvSpPr>
            <p:spPr>
              <a:xfrm>
                <a:off x="10291908" y="3230812"/>
                <a:ext cx="155192" cy="150029"/>
              </a:xfrm>
              <a:custGeom>
                <a:avLst/>
                <a:gdLst/>
                <a:ahLst/>
                <a:cxnLst/>
                <a:rect l="l" t="t" r="r" b="b"/>
                <a:pathLst>
                  <a:path w="3757" h="3632" extrusionOk="0">
                    <a:moveTo>
                      <a:pt x="0" y="0"/>
                    </a:moveTo>
                    <a:lnTo>
                      <a:pt x="0" y="1526"/>
                    </a:lnTo>
                    <a:lnTo>
                      <a:pt x="3756" y="3631"/>
                    </a:lnTo>
                    <a:lnTo>
                      <a:pt x="3756" y="2106"/>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0" name="Google Shape;3072;p67">
                <a:extLst>
                  <a:ext uri="{FF2B5EF4-FFF2-40B4-BE49-F238E27FC236}">
                    <a16:creationId xmlns:a16="http://schemas.microsoft.com/office/drawing/2014/main" id="{94CE6498-217D-6837-09A5-B9ACE5040F7D}"/>
                  </a:ext>
                </a:extLst>
              </p:cNvPr>
              <p:cNvSpPr/>
              <p:nvPr/>
            </p:nvSpPr>
            <p:spPr>
              <a:xfrm>
                <a:off x="10291908" y="3235975"/>
                <a:ext cx="155192" cy="93272"/>
              </a:xfrm>
              <a:custGeom>
                <a:avLst/>
                <a:gdLst/>
                <a:ahLst/>
                <a:cxnLst/>
                <a:rect l="l" t="t" r="r" b="b"/>
                <a:pathLst>
                  <a:path w="3757" h="2258" extrusionOk="0">
                    <a:moveTo>
                      <a:pt x="0" y="0"/>
                    </a:moveTo>
                    <a:lnTo>
                      <a:pt x="0" y="205"/>
                    </a:lnTo>
                    <a:lnTo>
                      <a:pt x="3756" y="2257"/>
                    </a:lnTo>
                    <a:lnTo>
                      <a:pt x="3756" y="206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1" name="Google Shape;3073;p67">
                <a:extLst>
                  <a:ext uri="{FF2B5EF4-FFF2-40B4-BE49-F238E27FC236}">
                    <a16:creationId xmlns:a16="http://schemas.microsoft.com/office/drawing/2014/main" id="{DD485223-3703-F961-215E-593A97F86C23}"/>
                  </a:ext>
                </a:extLst>
              </p:cNvPr>
              <p:cNvSpPr/>
              <p:nvPr/>
            </p:nvSpPr>
            <p:spPr>
              <a:xfrm>
                <a:off x="10291908" y="3238908"/>
                <a:ext cx="155192" cy="93272"/>
              </a:xfrm>
              <a:custGeom>
                <a:avLst/>
                <a:gdLst/>
                <a:ahLst/>
                <a:cxnLst/>
                <a:rect l="l" t="t" r="r" b="b"/>
                <a:pathLst>
                  <a:path w="3757" h="2258" extrusionOk="0">
                    <a:moveTo>
                      <a:pt x="0" y="1"/>
                    </a:moveTo>
                    <a:lnTo>
                      <a:pt x="0" y="197"/>
                    </a:lnTo>
                    <a:lnTo>
                      <a:pt x="3756" y="2258"/>
                    </a:lnTo>
                    <a:lnTo>
                      <a:pt x="3756" y="205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2" name="Google Shape;3074;p67">
                <a:extLst>
                  <a:ext uri="{FF2B5EF4-FFF2-40B4-BE49-F238E27FC236}">
                    <a16:creationId xmlns:a16="http://schemas.microsoft.com/office/drawing/2014/main" id="{AE241399-1283-FDDF-AE94-4621B0C8A549}"/>
                  </a:ext>
                </a:extLst>
              </p:cNvPr>
              <p:cNvSpPr/>
              <p:nvPr/>
            </p:nvSpPr>
            <p:spPr>
              <a:xfrm>
                <a:off x="10291908" y="3250722"/>
                <a:ext cx="155192" cy="93272"/>
              </a:xfrm>
              <a:custGeom>
                <a:avLst/>
                <a:gdLst/>
                <a:ahLst/>
                <a:cxnLst/>
                <a:rect l="l" t="t" r="r" b="b"/>
                <a:pathLst>
                  <a:path w="3757" h="2258" extrusionOk="0">
                    <a:moveTo>
                      <a:pt x="0" y="0"/>
                    </a:moveTo>
                    <a:lnTo>
                      <a:pt x="0" y="205"/>
                    </a:lnTo>
                    <a:lnTo>
                      <a:pt x="3756" y="2257"/>
                    </a:lnTo>
                    <a:lnTo>
                      <a:pt x="3756" y="206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3" name="Google Shape;3075;p67">
                <a:extLst>
                  <a:ext uri="{FF2B5EF4-FFF2-40B4-BE49-F238E27FC236}">
                    <a16:creationId xmlns:a16="http://schemas.microsoft.com/office/drawing/2014/main" id="{7055C0D2-B68E-6EA1-2D6B-E42E497CE26F}"/>
                  </a:ext>
                </a:extLst>
              </p:cNvPr>
              <p:cNvSpPr/>
              <p:nvPr/>
            </p:nvSpPr>
            <p:spPr>
              <a:xfrm>
                <a:off x="10291908" y="3253655"/>
                <a:ext cx="155192" cy="93272"/>
              </a:xfrm>
              <a:custGeom>
                <a:avLst/>
                <a:gdLst/>
                <a:ahLst/>
                <a:cxnLst/>
                <a:rect l="l" t="t" r="r" b="b"/>
                <a:pathLst>
                  <a:path w="3757" h="2258" extrusionOk="0">
                    <a:moveTo>
                      <a:pt x="0" y="0"/>
                    </a:moveTo>
                    <a:lnTo>
                      <a:pt x="0" y="197"/>
                    </a:lnTo>
                    <a:lnTo>
                      <a:pt x="3756" y="2257"/>
                    </a:lnTo>
                    <a:lnTo>
                      <a:pt x="3756" y="205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4" name="Google Shape;3076;p67">
                <a:extLst>
                  <a:ext uri="{FF2B5EF4-FFF2-40B4-BE49-F238E27FC236}">
                    <a16:creationId xmlns:a16="http://schemas.microsoft.com/office/drawing/2014/main" id="{9ED6047B-F3E0-D9E6-733A-67004DE394C5}"/>
                  </a:ext>
                </a:extLst>
              </p:cNvPr>
              <p:cNvSpPr/>
              <p:nvPr/>
            </p:nvSpPr>
            <p:spPr>
              <a:xfrm>
                <a:off x="10291908" y="3265427"/>
                <a:ext cx="155192" cy="93272"/>
              </a:xfrm>
              <a:custGeom>
                <a:avLst/>
                <a:gdLst/>
                <a:ahLst/>
                <a:cxnLst/>
                <a:rect l="l" t="t" r="r" b="b"/>
                <a:pathLst>
                  <a:path w="3757" h="2258" extrusionOk="0">
                    <a:moveTo>
                      <a:pt x="0" y="1"/>
                    </a:moveTo>
                    <a:lnTo>
                      <a:pt x="0" y="206"/>
                    </a:lnTo>
                    <a:lnTo>
                      <a:pt x="3756" y="2258"/>
                    </a:lnTo>
                    <a:lnTo>
                      <a:pt x="3756" y="206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5" name="Google Shape;3077;p67">
                <a:extLst>
                  <a:ext uri="{FF2B5EF4-FFF2-40B4-BE49-F238E27FC236}">
                    <a16:creationId xmlns:a16="http://schemas.microsoft.com/office/drawing/2014/main" id="{4318CF81-F3E9-455F-B31D-B05E7B4CF7A9}"/>
                  </a:ext>
                </a:extLst>
              </p:cNvPr>
              <p:cNvSpPr/>
              <p:nvPr/>
            </p:nvSpPr>
            <p:spPr>
              <a:xfrm>
                <a:off x="10291908" y="3268402"/>
                <a:ext cx="155192" cy="93272"/>
              </a:xfrm>
              <a:custGeom>
                <a:avLst/>
                <a:gdLst/>
                <a:ahLst/>
                <a:cxnLst/>
                <a:rect l="l" t="t" r="r" b="b"/>
                <a:pathLst>
                  <a:path w="3757" h="2258" extrusionOk="0">
                    <a:moveTo>
                      <a:pt x="0" y="0"/>
                    </a:moveTo>
                    <a:lnTo>
                      <a:pt x="0" y="197"/>
                    </a:lnTo>
                    <a:lnTo>
                      <a:pt x="3756" y="2257"/>
                    </a:lnTo>
                    <a:lnTo>
                      <a:pt x="3756" y="206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6" name="Google Shape;3078;p67">
                <a:extLst>
                  <a:ext uri="{FF2B5EF4-FFF2-40B4-BE49-F238E27FC236}">
                    <a16:creationId xmlns:a16="http://schemas.microsoft.com/office/drawing/2014/main" id="{BBF6CFA3-E238-A706-F098-E08E9D1D594E}"/>
                  </a:ext>
                </a:extLst>
              </p:cNvPr>
              <p:cNvSpPr/>
              <p:nvPr/>
            </p:nvSpPr>
            <p:spPr>
              <a:xfrm>
                <a:off x="10291908" y="3280174"/>
                <a:ext cx="155192" cy="93272"/>
              </a:xfrm>
              <a:custGeom>
                <a:avLst/>
                <a:gdLst/>
                <a:ahLst/>
                <a:cxnLst/>
                <a:rect l="l" t="t" r="r" b="b"/>
                <a:pathLst>
                  <a:path w="3757" h="2258" extrusionOk="0">
                    <a:moveTo>
                      <a:pt x="0" y="1"/>
                    </a:moveTo>
                    <a:lnTo>
                      <a:pt x="0" y="206"/>
                    </a:lnTo>
                    <a:lnTo>
                      <a:pt x="3756" y="2258"/>
                    </a:lnTo>
                    <a:lnTo>
                      <a:pt x="3756" y="206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7" name="Google Shape;3079;p67">
                <a:extLst>
                  <a:ext uri="{FF2B5EF4-FFF2-40B4-BE49-F238E27FC236}">
                    <a16:creationId xmlns:a16="http://schemas.microsoft.com/office/drawing/2014/main" id="{2B0B44AD-C933-C9CA-5E5D-4C8FAB817923}"/>
                  </a:ext>
                </a:extLst>
              </p:cNvPr>
              <p:cNvSpPr/>
              <p:nvPr/>
            </p:nvSpPr>
            <p:spPr>
              <a:xfrm>
                <a:off x="10291908" y="3283148"/>
                <a:ext cx="155192" cy="93272"/>
              </a:xfrm>
              <a:custGeom>
                <a:avLst/>
                <a:gdLst/>
                <a:ahLst/>
                <a:cxnLst/>
                <a:rect l="l" t="t" r="r" b="b"/>
                <a:pathLst>
                  <a:path w="3757" h="2258" extrusionOk="0">
                    <a:moveTo>
                      <a:pt x="0" y="0"/>
                    </a:moveTo>
                    <a:lnTo>
                      <a:pt x="0" y="196"/>
                    </a:lnTo>
                    <a:lnTo>
                      <a:pt x="3756" y="2257"/>
                    </a:lnTo>
                    <a:lnTo>
                      <a:pt x="3756" y="206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8" name="Google Shape;3080;p67">
                <a:extLst>
                  <a:ext uri="{FF2B5EF4-FFF2-40B4-BE49-F238E27FC236}">
                    <a16:creationId xmlns:a16="http://schemas.microsoft.com/office/drawing/2014/main" id="{BDFFCEC8-B978-C23F-A1A7-66A693ABED66}"/>
                  </a:ext>
                </a:extLst>
              </p:cNvPr>
              <p:cNvSpPr/>
              <p:nvPr/>
            </p:nvSpPr>
            <p:spPr>
              <a:xfrm>
                <a:off x="11310468" y="2860449"/>
                <a:ext cx="39449" cy="51634"/>
              </a:xfrm>
              <a:custGeom>
                <a:avLst/>
                <a:gdLst/>
                <a:ahLst/>
                <a:cxnLst/>
                <a:rect l="l" t="t" r="r" b="b"/>
                <a:pathLst>
                  <a:path w="955" h="1250" extrusionOk="0">
                    <a:moveTo>
                      <a:pt x="955" y="1"/>
                    </a:moveTo>
                    <a:lnTo>
                      <a:pt x="955" y="670"/>
                    </a:lnTo>
                    <a:lnTo>
                      <a:pt x="0" y="1250"/>
                    </a:lnTo>
                    <a:lnTo>
                      <a:pt x="0" y="581"/>
                    </a:lnTo>
                    <a:lnTo>
                      <a:pt x="955" y="1"/>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9" name="Google Shape;3081;p67">
                <a:extLst>
                  <a:ext uri="{FF2B5EF4-FFF2-40B4-BE49-F238E27FC236}">
                    <a16:creationId xmlns:a16="http://schemas.microsoft.com/office/drawing/2014/main" id="{886B46FC-040D-91DA-3CD7-AC3B527867DD}"/>
                  </a:ext>
                </a:extLst>
              </p:cNvPr>
              <p:cNvSpPr/>
              <p:nvPr/>
            </p:nvSpPr>
            <p:spPr>
              <a:xfrm>
                <a:off x="11310097" y="2860449"/>
                <a:ext cx="39820" cy="51634"/>
              </a:xfrm>
              <a:custGeom>
                <a:avLst/>
                <a:gdLst/>
                <a:ahLst/>
                <a:cxnLst/>
                <a:rect l="l" t="t" r="r" b="b"/>
                <a:pathLst>
                  <a:path w="964" h="1250" extrusionOk="0">
                    <a:moveTo>
                      <a:pt x="857" y="598"/>
                    </a:moveTo>
                    <a:lnTo>
                      <a:pt x="857" y="63"/>
                    </a:lnTo>
                    <a:lnTo>
                      <a:pt x="964" y="1"/>
                    </a:lnTo>
                    <a:lnTo>
                      <a:pt x="964" y="1"/>
                    </a:lnTo>
                    <a:lnTo>
                      <a:pt x="964" y="670"/>
                    </a:lnTo>
                    <a:lnTo>
                      <a:pt x="0" y="1250"/>
                    </a:lnTo>
                    <a:lnTo>
                      <a:pt x="0" y="1116"/>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0" name="Google Shape;3082;p67">
                <a:extLst>
                  <a:ext uri="{FF2B5EF4-FFF2-40B4-BE49-F238E27FC236}">
                    <a16:creationId xmlns:a16="http://schemas.microsoft.com/office/drawing/2014/main" id="{4FF38E9D-9BA9-73B4-E3A5-6688DC77929D}"/>
                  </a:ext>
                </a:extLst>
              </p:cNvPr>
              <p:cNvSpPr/>
              <p:nvPr/>
            </p:nvSpPr>
            <p:spPr>
              <a:xfrm>
                <a:off x="11345456" y="2860449"/>
                <a:ext cx="4461" cy="27676"/>
              </a:xfrm>
              <a:custGeom>
                <a:avLst/>
                <a:gdLst/>
                <a:ahLst/>
                <a:cxnLst/>
                <a:rect l="l" t="t" r="r" b="b"/>
                <a:pathLst>
                  <a:path w="108" h="670" extrusionOk="0">
                    <a:moveTo>
                      <a:pt x="1" y="63"/>
                    </a:moveTo>
                    <a:lnTo>
                      <a:pt x="1" y="598"/>
                    </a:lnTo>
                    <a:lnTo>
                      <a:pt x="108" y="670"/>
                    </a:lnTo>
                    <a:lnTo>
                      <a:pt x="108" y="1"/>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1" name="Google Shape;3083;p67">
                <a:extLst>
                  <a:ext uri="{FF2B5EF4-FFF2-40B4-BE49-F238E27FC236}">
                    <a16:creationId xmlns:a16="http://schemas.microsoft.com/office/drawing/2014/main" id="{09630442-E421-6F1B-9632-5E3D61C7ACE0}"/>
                  </a:ext>
                </a:extLst>
              </p:cNvPr>
              <p:cNvSpPr/>
              <p:nvPr/>
            </p:nvSpPr>
            <p:spPr>
              <a:xfrm>
                <a:off x="10290793" y="3329206"/>
                <a:ext cx="118346" cy="116115"/>
              </a:xfrm>
              <a:custGeom>
                <a:avLst/>
                <a:gdLst/>
                <a:ahLst/>
                <a:cxnLst/>
                <a:rect l="l" t="t" r="r" b="b"/>
                <a:pathLst>
                  <a:path w="2865" h="2811" extrusionOk="0">
                    <a:moveTo>
                      <a:pt x="1" y="188"/>
                    </a:moveTo>
                    <a:lnTo>
                      <a:pt x="1" y="1080"/>
                    </a:lnTo>
                    <a:cubicBezTo>
                      <a:pt x="1" y="1178"/>
                      <a:pt x="45" y="1258"/>
                      <a:pt x="135" y="1312"/>
                    </a:cubicBezTo>
                    <a:lnTo>
                      <a:pt x="2632" y="2748"/>
                    </a:lnTo>
                    <a:cubicBezTo>
                      <a:pt x="2739" y="2810"/>
                      <a:pt x="2864" y="2730"/>
                      <a:pt x="2864" y="2614"/>
                    </a:cubicBezTo>
                    <a:lnTo>
                      <a:pt x="2864" y="1722"/>
                    </a:lnTo>
                    <a:cubicBezTo>
                      <a:pt x="2864" y="1633"/>
                      <a:pt x="2811" y="1544"/>
                      <a:pt x="2731" y="1499"/>
                    </a:cubicBezTo>
                    <a:lnTo>
                      <a:pt x="233" y="54"/>
                    </a:lnTo>
                    <a:cubicBezTo>
                      <a:pt x="126" y="0"/>
                      <a:pt x="1" y="72"/>
                      <a:pt x="1" y="188"/>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2" name="Google Shape;3084;p67">
                <a:extLst>
                  <a:ext uri="{FF2B5EF4-FFF2-40B4-BE49-F238E27FC236}">
                    <a16:creationId xmlns:a16="http://schemas.microsoft.com/office/drawing/2014/main" id="{6A2641D7-A331-AFCC-E7AF-59D815375EDE}"/>
                  </a:ext>
                </a:extLst>
              </p:cNvPr>
              <p:cNvSpPr/>
              <p:nvPr/>
            </p:nvSpPr>
            <p:spPr>
              <a:xfrm>
                <a:off x="10390674" y="3445652"/>
                <a:ext cx="60474" cy="52378"/>
              </a:xfrm>
              <a:custGeom>
                <a:avLst/>
                <a:gdLst/>
                <a:ahLst/>
                <a:cxnLst/>
                <a:rect l="l" t="t" r="r" b="b"/>
                <a:pathLst>
                  <a:path w="1464" h="1268" extrusionOk="0">
                    <a:moveTo>
                      <a:pt x="0" y="0"/>
                    </a:moveTo>
                    <a:lnTo>
                      <a:pt x="0" y="429"/>
                    </a:lnTo>
                    <a:lnTo>
                      <a:pt x="1463" y="1267"/>
                    </a:lnTo>
                    <a:lnTo>
                      <a:pt x="1463" y="839"/>
                    </a:lnTo>
                    <a:lnTo>
                      <a:pt x="0"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3" name="Google Shape;3085;p67">
                <a:extLst>
                  <a:ext uri="{FF2B5EF4-FFF2-40B4-BE49-F238E27FC236}">
                    <a16:creationId xmlns:a16="http://schemas.microsoft.com/office/drawing/2014/main" id="{CF57E09C-ECBA-7D8E-CDD0-721A88901A8C}"/>
                  </a:ext>
                </a:extLst>
              </p:cNvPr>
              <p:cNvSpPr/>
              <p:nvPr/>
            </p:nvSpPr>
            <p:spPr>
              <a:xfrm>
                <a:off x="10390674" y="3445652"/>
                <a:ext cx="60474" cy="52378"/>
              </a:xfrm>
              <a:custGeom>
                <a:avLst/>
                <a:gdLst/>
                <a:ahLst/>
                <a:cxnLst/>
                <a:rect l="l" t="t" r="r" b="b"/>
                <a:pathLst>
                  <a:path w="1464" h="1268" extrusionOk="0">
                    <a:moveTo>
                      <a:pt x="0" y="0"/>
                    </a:moveTo>
                    <a:lnTo>
                      <a:pt x="54" y="36"/>
                    </a:lnTo>
                    <a:lnTo>
                      <a:pt x="54" y="402"/>
                    </a:lnTo>
                    <a:lnTo>
                      <a:pt x="1463" y="1205"/>
                    </a:lnTo>
                    <a:lnTo>
                      <a:pt x="1463" y="1267"/>
                    </a:lnTo>
                    <a:lnTo>
                      <a:pt x="0" y="429"/>
                    </a:lnTo>
                    <a:lnTo>
                      <a:pt x="0"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4" name="Google Shape;3086;p67">
                <a:extLst>
                  <a:ext uri="{FF2B5EF4-FFF2-40B4-BE49-F238E27FC236}">
                    <a16:creationId xmlns:a16="http://schemas.microsoft.com/office/drawing/2014/main" id="{4EC60AEC-1EFA-4AA1-55AE-97C32507A256}"/>
                  </a:ext>
                </a:extLst>
              </p:cNvPr>
              <p:cNvSpPr/>
              <p:nvPr/>
            </p:nvSpPr>
            <p:spPr>
              <a:xfrm>
                <a:off x="10390674" y="3445652"/>
                <a:ext cx="2231" cy="17721"/>
              </a:xfrm>
              <a:custGeom>
                <a:avLst/>
                <a:gdLst/>
                <a:ahLst/>
                <a:cxnLst/>
                <a:rect l="l" t="t" r="r" b="b"/>
                <a:pathLst>
                  <a:path w="54" h="429" extrusionOk="0">
                    <a:moveTo>
                      <a:pt x="54" y="36"/>
                    </a:moveTo>
                    <a:lnTo>
                      <a:pt x="54" y="402"/>
                    </a:lnTo>
                    <a:lnTo>
                      <a:pt x="0" y="429"/>
                    </a:lnTo>
                    <a:lnTo>
                      <a:pt x="0"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5" name="Google Shape;3087;p67">
                <a:extLst>
                  <a:ext uri="{FF2B5EF4-FFF2-40B4-BE49-F238E27FC236}">
                    <a16:creationId xmlns:a16="http://schemas.microsoft.com/office/drawing/2014/main" id="{3037007E-6DC4-C883-59CF-E3F227EE258A}"/>
                  </a:ext>
                </a:extLst>
              </p:cNvPr>
              <p:cNvSpPr/>
              <p:nvPr/>
            </p:nvSpPr>
            <p:spPr>
              <a:xfrm>
                <a:off x="10314008" y="3401783"/>
                <a:ext cx="60846" cy="52006"/>
              </a:xfrm>
              <a:custGeom>
                <a:avLst/>
                <a:gdLst/>
                <a:ahLst/>
                <a:cxnLst/>
                <a:rect l="l" t="t" r="r" b="b"/>
                <a:pathLst>
                  <a:path w="1473" h="1259" extrusionOk="0">
                    <a:moveTo>
                      <a:pt x="1" y="1"/>
                    </a:moveTo>
                    <a:lnTo>
                      <a:pt x="1" y="429"/>
                    </a:lnTo>
                    <a:lnTo>
                      <a:pt x="1473" y="1259"/>
                    </a:lnTo>
                    <a:lnTo>
                      <a:pt x="1473" y="830"/>
                    </a:lnTo>
                    <a:lnTo>
                      <a:pt x="1"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6" name="Google Shape;3088;p67">
                <a:extLst>
                  <a:ext uri="{FF2B5EF4-FFF2-40B4-BE49-F238E27FC236}">
                    <a16:creationId xmlns:a16="http://schemas.microsoft.com/office/drawing/2014/main" id="{CBE98AEA-A269-243E-0888-3FAF7D1CBF2D}"/>
                  </a:ext>
                </a:extLst>
              </p:cNvPr>
              <p:cNvSpPr/>
              <p:nvPr/>
            </p:nvSpPr>
            <p:spPr>
              <a:xfrm>
                <a:off x="10314008" y="3401783"/>
                <a:ext cx="60846" cy="52006"/>
              </a:xfrm>
              <a:custGeom>
                <a:avLst/>
                <a:gdLst/>
                <a:ahLst/>
                <a:cxnLst/>
                <a:rect l="l" t="t" r="r" b="b"/>
                <a:pathLst>
                  <a:path w="1473" h="1259" extrusionOk="0">
                    <a:moveTo>
                      <a:pt x="10" y="1"/>
                    </a:moveTo>
                    <a:lnTo>
                      <a:pt x="63" y="36"/>
                    </a:lnTo>
                    <a:lnTo>
                      <a:pt x="63" y="393"/>
                    </a:lnTo>
                    <a:lnTo>
                      <a:pt x="1473" y="1196"/>
                    </a:lnTo>
                    <a:lnTo>
                      <a:pt x="1473" y="1259"/>
                    </a:lnTo>
                    <a:lnTo>
                      <a:pt x="1" y="429"/>
                    </a:lnTo>
                    <a:lnTo>
                      <a:pt x="1"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7" name="Google Shape;3089;p67">
                <a:extLst>
                  <a:ext uri="{FF2B5EF4-FFF2-40B4-BE49-F238E27FC236}">
                    <a16:creationId xmlns:a16="http://schemas.microsoft.com/office/drawing/2014/main" id="{9391E5AC-4655-DD42-23BA-1C30B41C8675}"/>
                  </a:ext>
                </a:extLst>
              </p:cNvPr>
              <p:cNvSpPr/>
              <p:nvPr/>
            </p:nvSpPr>
            <p:spPr>
              <a:xfrm>
                <a:off x="10314008" y="3401783"/>
                <a:ext cx="2644" cy="17721"/>
              </a:xfrm>
              <a:custGeom>
                <a:avLst/>
                <a:gdLst/>
                <a:ahLst/>
                <a:cxnLst/>
                <a:rect l="l" t="t" r="r" b="b"/>
                <a:pathLst>
                  <a:path w="64" h="429" extrusionOk="0">
                    <a:moveTo>
                      <a:pt x="63" y="36"/>
                    </a:moveTo>
                    <a:lnTo>
                      <a:pt x="63" y="393"/>
                    </a:lnTo>
                    <a:lnTo>
                      <a:pt x="1" y="429"/>
                    </a:lnTo>
                    <a:lnTo>
                      <a:pt x="10"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8" name="Google Shape;3090;p67">
                <a:extLst>
                  <a:ext uri="{FF2B5EF4-FFF2-40B4-BE49-F238E27FC236}">
                    <a16:creationId xmlns:a16="http://schemas.microsoft.com/office/drawing/2014/main" id="{77337315-C97A-E7C7-7EA5-794895EB5AB8}"/>
                  </a:ext>
                </a:extLst>
              </p:cNvPr>
              <p:cNvSpPr/>
              <p:nvPr/>
            </p:nvSpPr>
            <p:spPr>
              <a:xfrm>
                <a:off x="10238084" y="3358658"/>
                <a:ext cx="60846" cy="52006"/>
              </a:xfrm>
              <a:custGeom>
                <a:avLst/>
                <a:gdLst/>
                <a:ahLst/>
                <a:cxnLst/>
                <a:rect l="l" t="t" r="r" b="b"/>
                <a:pathLst>
                  <a:path w="1473" h="1259" extrusionOk="0">
                    <a:moveTo>
                      <a:pt x="1" y="1"/>
                    </a:moveTo>
                    <a:lnTo>
                      <a:pt x="1" y="420"/>
                    </a:lnTo>
                    <a:lnTo>
                      <a:pt x="1473" y="1259"/>
                    </a:lnTo>
                    <a:lnTo>
                      <a:pt x="1473" y="831"/>
                    </a:lnTo>
                    <a:lnTo>
                      <a:pt x="1"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9" name="Google Shape;3091;p67">
                <a:extLst>
                  <a:ext uri="{FF2B5EF4-FFF2-40B4-BE49-F238E27FC236}">
                    <a16:creationId xmlns:a16="http://schemas.microsoft.com/office/drawing/2014/main" id="{847F973E-0481-786C-9B09-B96E888C6C88}"/>
                  </a:ext>
                </a:extLst>
              </p:cNvPr>
              <p:cNvSpPr/>
              <p:nvPr/>
            </p:nvSpPr>
            <p:spPr>
              <a:xfrm>
                <a:off x="10238084" y="3358658"/>
                <a:ext cx="60846" cy="52006"/>
              </a:xfrm>
              <a:custGeom>
                <a:avLst/>
                <a:gdLst/>
                <a:ahLst/>
                <a:cxnLst/>
                <a:rect l="l" t="t" r="r" b="b"/>
                <a:pathLst>
                  <a:path w="1473" h="1259" extrusionOk="0">
                    <a:moveTo>
                      <a:pt x="1" y="1"/>
                    </a:moveTo>
                    <a:lnTo>
                      <a:pt x="63" y="28"/>
                    </a:lnTo>
                    <a:lnTo>
                      <a:pt x="63" y="393"/>
                    </a:lnTo>
                    <a:lnTo>
                      <a:pt x="1473" y="1196"/>
                    </a:lnTo>
                    <a:lnTo>
                      <a:pt x="1473" y="1259"/>
                    </a:lnTo>
                    <a:lnTo>
                      <a:pt x="1" y="420"/>
                    </a:lnTo>
                    <a:lnTo>
                      <a:pt x="1"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0" name="Google Shape;3092;p67">
                <a:extLst>
                  <a:ext uri="{FF2B5EF4-FFF2-40B4-BE49-F238E27FC236}">
                    <a16:creationId xmlns:a16="http://schemas.microsoft.com/office/drawing/2014/main" id="{7692E940-DFD4-15C7-2F49-D7F48186AC65}"/>
                  </a:ext>
                </a:extLst>
              </p:cNvPr>
              <p:cNvSpPr/>
              <p:nvPr/>
            </p:nvSpPr>
            <p:spPr>
              <a:xfrm>
                <a:off x="10238084" y="3358658"/>
                <a:ext cx="2644" cy="17390"/>
              </a:xfrm>
              <a:custGeom>
                <a:avLst/>
                <a:gdLst/>
                <a:ahLst/>
                <a:cxnLst/>
                <a:rect l="l" t="t" r="r" b="b"/>
                <a:pathLst>
                  <a:path w="64" h="421" extrusionOk="0">
                    <a:moveTo>
                      <a:pt x="63" y="28"/>
                    </a:moveTo>
                    <a:lnTo>
                      <a:pt x="63" y="393"/>
                    </a:lnTo>
                    <a:lnTo>
                      <a:pt x="1" y="420"/>
                    </a:lnTo>
                    <a:lnTo>
                      <a:pt x="1"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1" name="Google Shape;3093;p67">
                <a:extLst>
                  <a:ext uri="{FF2B5EF4-FFF2-40B4-BE49-F238E27FC236}">
                    <a16:creationId xmlns:a16="http://schemas.microsoft.com/office/drawing/2014/main" id="{16DC9531-53F9-68E9-3EDB-5F8D2C9EC2F8}"/>
                  </a:ext>
                </a:extLst>
              </p:cNvPr>
              <p:cNvSpPr/>
              <p:nvPr/>
            </p:nvSpPr>
            <p:spPr>
              <a:xfrm>
                <a:off x="10153363" y="3357213"/>
                <a:ext cx="391389" cy="227398"/>
              </a:xfrm>
              <a:custGeom>
                <a:avLst/>
                <a:gdLst/>
                <a:ahLst/>
                <a:cxnLst/>
                <a:rect l="l" t="t" r="r" b="b"/>
                <a:pathLst>
                  <a:path w="9475" h="5505" extrusionOk="0">
                    <a:moveTo>
                      <a:pt x="9474" y="5389"/>
                    </a:moveTo>
                    <a:lnTo>
                      <a:pt x="0" y="0"/>
                    </a:lnTo>
                    <a:lnTo>
                      <a:pt x="0" y="116"/>
                    </a:lnTo>
                    <a:lnTo>
                      <a:pt x="9474" y="5505"/>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2" name="Google Shape;3094;p67">
                <a:extLst>
                  <a:ext uri="{FF2B5EF4-FFF2-40B4-BE49-F238E27FC236}">
                    <a16:creationId xmlns:a16="http://schemas.microsoft.com/office/drawing/2014/main" id="{4518B4C5-D7B6-E501-FA27-7C363C9E86D1}"/>
                  </a:ext>
                </a:extLst>
              </p:cNvPr>
              <p:cNvSpPr/>
              <p:nvPr/>
            </p:nvSpPr>
            <p:spPr>
              <a:xfrm>
                <a:off x="10544710" y="3569451"/>
                <a:ext cx="17349" cy="15160"/>
              </a:xfrm>
              <a:custGeom>
                <a:avLst/>
                <a:gdLst/>
                <a:ahLst/>
                <a:cxnLst/>
                <a:rect l="l" t="t" r="r" b="b"/>
                <a:pathLst>
                  <a:path w="420" h="367" extrusionOk="0">
                    <a:moveTo>
                      <a:pt x="0" y="367"/>
                    </a:moveTo>
                    <a:lnTo>
                      <a:pt x="420" y="126"/>
                    </a:lnTo>
                    <a:lnTo>
                      <a:pt x="420" y="1"/>
                    </a:lnTo>
                    <a:lnTo>
                      <a:pt x="0" y="251"/>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3" name="Google Shape;3095;p67">
                <a:extLst>
                  <a:ext uri="{FF2B5EF4-FFF2-40B4-BE49-F238E27FC236}">
                    <a16:creationId xmlns:a16="http://schemas.microsoft.com/office/drawing/2014/main" id="{C058D9D6-CA09-0F14-0B1F-DD10BD1E2200}"/>
                  </a:ext>
                </a:extLst>
              </p:cNvPr>
              <p:cNvSpPr/>
              <p:nvPr/>
            </p:nvSpPr>
            <p:spPr>
              <a:xfrm>
                <a:off x="10153363" y="3346886"/>
                <a:ext cx="408696" cy="232933"/>
              </a:xfrm>
              <a:custGeom>
                <a:avLst/>
                <a:gdLst/>
                <a:ahLst/>
                <a:cxnLst/>
                <a:rect l="l" t="t" r="r" b="b"/>
                <a:pathLst>
                  <a:path w="9894" h="5639" extrusionOk="0">
                    <a:moveTo>
                      <a:pt x="0" y="250"/>
                    </a:moveTo>
                    <a:lnTo>
                      <a:pt x="419" y="0"/>
                    </a:lnTo>
                    <a:lnTo>
                      <a:pt x="9894" y="5389"/>
                    </a:lnTo>
                    <a:lnTo>
                      <a:pt x="9474" y="5639"/>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4" name="Google Shape;3096;p67">
                <a:extLst>
                  <a:ext uri="{FF2B5EF4-FFF2-40B4-BE49-F238E27FC236}">
                    <a16:creationId xmlns:a16="http://schemas.microsoft.com/office/drawing/2014/main" id="{A8584C11-1082-B6DA-7124-4821F0C2C9D0}"/>
                  </a:ext>
                </a:extLst>
              </p:cNvPr>
              <p:cNvSpPr/>
              <p:nvPr/>
            </p:nvSpPr>
            <p:spPr>
              <a:xfrm>
                <a:off x="10897724" y="2968426"/>
                <a:ext cx="637209" cy="401344"/>
              </a:xfrm>
              <a:custGeom>
                <a:avLst/>
                <a:gdLst/>
                <a:ahLst/>
                <a:cxnLst/>
                <a:rect l="l" t="t" r="r" b="b"/>
                <a:pathLst>
                  <a:path w="15426" h="9716" extrusionOk="0">
                    <a:moveTo>
                      <a:pt x="10" y="9564"/>
                    </a:moveTo>
                    <a:cubicBezTo>
                      <a:pt x="10" y="9617"/>
                      <a:pt x="10" y="9662"/>
                      <a:pt x="1" y="9716"/>
                    </a:cubicBezTo>
                    <a:lnTo>
                      <a:pt x="15363" y="456"/>
                    </a:lnTo>
                    <a:cubicBezTo>
                      <a:pt x="15363" y="438"/>
                      <a:pt x="15363" y="429"/>
                      <a:pt x="15372" y="411"/>
                    </a:cubicBezTo>
                    <a:cubicBezTo>
                      <a:pt x="15372" y="340"/>
                      <a:pt x="15381" y="259"/>
                      <a:pt x="15398" y="188"/>
                    </a:cubicBezTo>
                    <a:cubicBezTo>
                      <a:pt x="15407" y="126"/>
                      <a:pt x="15416" y="63"/>
                      <a:pt x="15425" y="1"/>
                    </a:cubicBezTo>
                    <a:lnTo>
                      <a:pt x="1" y="9394"/>
                    </a:lnTo>
                    <a:cubicBezTo>
                      <a:pt x="10" y="9448"/>
                      <a:pt x="10" y="9501"/>
                      <a:pt x="10" y="9555"/>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5" name="Google Shape;3097;p67">
                <a:extLst>
                  <a:ext uri="{FF2B5EF4-FFF2-40B4-BE49-F238E27FC236}">
                    <a16:creationId xmlns:a16="http://schemas.microsoft.com/office/drawing/2014/main" id="{EC53BCDF-FA74-8602-0927-172A27BA7E37}"/>
                  </a:ext>
                </a:extLst>
              </p:cNvPr>
              <p:cNvSpPr/>
              <p:nvPr/>
            </p:nvSpPr>
            <p:spPr>
              <a:xfrm>
                <a:off x="10895906" y="2976151"/>
                <a:ext cx="637912" cy="410225"/>
              </a:xfrm>
              <a:custGeom>
                <a:avLst/>
                <a:gdLst/>
                <a:ahLst/>
                <a:cxnLst/>
                <a:rect l="l" t="t" r="r" b="b"/>
                <a:pathLst>
                  <a:path w="15443" h="9931" extrusionOk="0">
                    <a:moveTo>
                      <a:pt x="0" y="9930"/>
                    </a:moveTo>
                    <a:lnTo>
                      <a:pt x="9" y="9921"/>
                    </a:lnTo>
                    <a:lnTo>
                      <a:pt x="15416" y="643"/>
                    </a:lnTo>
                    <a:cubicBezTo>
                      <a:pt x="15407" y="572"/>
                      <a:pt x="15407" y="492"/>
                      <a:pt x="15407" y="411"/>
                    </a:cubicBezTo>
                    <a:lnTo>
                      <a:pt x="15407" y="393"/>
                    </a:lnTo>
                    <a:cubicBezTo>
                      <a:pt x="15407" y="349"/>
                      <a:pt x="15407" y="313"/>
                      <a:pt x="15407" y="269"/>
                    </a:cubicBezTo>
                    <a:cubicBezTo>
                      <a:pt x="15407" y="251"/>
                      <a:pt x="15407" y="242"/>
                      <a:pt x="15416" y="224"/>
                    </a:cubicBezTo>
                    <a:cubicBezTo>
                      <a:pt x="15416" y="153"/>
                      <a:pt x="15425" y="72"/>
                      <a:pt x="15442" y="1"/>
                    </a:cubicBezTo>
                    <a:lnTo>
                      <a:pt x="54" y="9368"/>
                    </a:lnTo>
                    <a:lnTo>
                      <a:pt x="54" y="9377"/>
                    </a:lnTo>
                    <a:cubicBezTo>
                      <a:pt x="54" y="9430"/>
                      <a:pt x="54" y="9475"/>
                      <a:pt x="45" y="9529"/>
                    </a:cubicBezTo>
                    <a:cubicBezTo>
                      <a:pt x="45" y="9546"/>
                      <a:pt x="45" y="9564"/>
                      <a:pt x="45" y="9582"/>
                    </a:cubicBezTo>
                    <a:cubicBezTo>
                      <a:pt x="36" y="9645"/>
                      <a:pt x="36" y="9707"/>
                      <a:pt x="27" y="9761"/>
                    </a:cubicBezTo>
                    <a:cubicBezTo>
                      <a:pt x="18" y="9823"/>
                      <a:pt x="9" y="9868"/>
                      <a:pt x="0" y="993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6" name="Google Shape;3098;p67">
                <a:extLst>
                  <a:ext uri="{FF2B5EF4-FFF2-40B4-BE49-F238E27FC236}">
                    <a16:creationId xmlns:a16="http://schemas.microsoft.com/office/drawing/2014/main" id="{2D0FCF30-6DE0-832E-EAB0-C53A727ECEE2}"/>
                  </a:ext>
                </a:extLst>
              </p:cNvPr>
              <p:cNvSpPr/>
              <p:nvPr/>
            </p:nvSpPr>
            <p:spPr>
              <a:xfrm>
                <a:off x="11677486" y="2816621"/>
                <a:ext cx="120535" cy="87737"/>
              </a:xfrm>
              <a:custGeom>
                <a:avLst/>
                <a:gdLst/>
                <a:ahLst/>
                <a:cxnLst/>
                <a:rect l="l" t="t" r="r" b="b"/>
                <a:pathLst>
                  <a:path w="2918" h="2124" extrusionOk="0">
                    <a:moveTo>
                      <a:pt x="1" y="1767"/>
                    </a:moveTo>
                    <a:cubicBezTo>
                      <a:pt x="10" y="1811"/>
                      <a:pt x="18" y="1865"/>
                      <a:pt x="27" y="1918"/>
                    </a:cubicBezTo>
                    <a:cubicBezTo>
                      <a:pt x="36" y="1981"/>
                      <a:pt x="45" y="2052"/>
                      <a:pt x="45" y="2123"/>
                    </a:cubicBezTo>
                    <a:lnTo>
                      <a:pt x="2918" y="411"/>
                    </a:lnTo>
                    <a:lnTo>
                      <a:pt x="2918"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099;p67">
                <a:extLst>
                  <a:ext uri="{FF2B5EF4-FFF2-40B4-BE49-F238E27FC236}">
                    <a16:creationId xmlns:a16="http://schemas.microsoft.com/office/drawing/2014/main" id="{A18116EB-8C8F-A6A9-506C-292C7AEF7025}"/>
                  </a:ext>
                </a:extLst>
              </p:cNvPr>
              <p:cNvSpPr/>
              <p:nvPr/>
            </p:nvSpPr>
            <p:spPr>
              <a:xfrm>
                <a:off x="11678601" y="2823602"/>
                <a:ext cx="119420" cy="94759"/>
              </a:xfrm>
              <a:custGeom>
                <a:avLst/>
                <a:gdLst/>
                <a:ahLst/>
                <a:cxnLst/>
                <a:rect l="l" t="t" r="r" b="b"/>
                <a:pathLst>
                  <a:path w="2891" h="2294" extrusionOk="0">
                    <a:moveTo>
                      <a:pt x="18" y="2044"/>
                    </a:moveTo>
                    <a:cubicBezTo>
                      <a:pt x="18" y="2124"/>
                      <a:pt x="18" y="2213"/>
                      <a:pt x="9" y="2293"/>
                    </a:cubicBezTo>
                    <a:lnTo>
                      <a:pt x="2079" y="1098"/>
                    </a:lnTo>
                    <a:lnTo>
                      <a:pt x="2891" y="616"/>
                    </a:lnTo>
                    <a:lnTo>
                      <a:pt x="2891" y="1"/>
                    </a:lnTo>
                    <a:lnTo>
                      <a:pt x="0" y="1749"/>
                    </a:lnTo>
                    <a:cubicBezTo>
                      <a:pt x="9" y="1812"/>
                      <a:pt x="18" y="1883"/>
                      <a:pt x="18" y="1954"/>
                    </a:cubicBezTo>
                    <a:cubicBezTo>
                      <a:pt x="18" y="1990"/>
                      <a:pt x="18" y="2017"/>
                      <a:pt x="18" y="2044"/>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100;p67">
                <a:extLst>
                  <a:ext uri="{FF2B5EF4-FFF2-40B4-BE49-F238E27FC236}">
                    <a16:creationId xmlns:a16="http://schemas.microsoft.com/office/drawing/2014/main" id="{EF23941A-BADA-D83F-599C-6E7817960726}"/>
                  </a:ext>
                </a:extLst>
              </p:cNvPr>
              <p:cNvSpPr/>
              <p:nvPr/>
            </p:nvSpPr>
            <p:spPr>
              <a:xfrm>
                <a:off x="11784720" y="2740698"/>
                <a:ext cx="43166" cy="80756"/>
              </a:xfrm>
              <a:custGeom>
                <a:avLst/>
                <a:gdLst/>
                <a:ahLst/>
                <a:cxnLst/>
                <a:rect l="l" t="t" r="r" b="b"/>
                <a:pathLst>
                  <a:path w="1045" h="1955" extrusionOk="0">
                    <a:moveTo>
                      <a:pt x="1" y="598"/>
                    </a:moveTo>
                    <a:lnTo>
                      <a:pt x="1044" y="0"/>
                    </a:lnTo>
                    <a:lnTo>
                      <a:pt x="1044" y="1356"/>
                    </a:lnTo>
                    <a:lnTo>
                      <a:pt x="1" y="1954"/>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101;p67">
                <a:extLst>
                  <a:ext uri="{FF2B5EF4-FFF2-40B4-BE49-F238E27FC236}">
                    <a16:creationId xmlns:a16="http://schemas.microsoft.com/office/drawing/2014/main" id="{09959E32-AC4C-DD55-7819-9EC2D0F26AAD}"/>
                  </a:ext>
                </a:extLst>
              </p:cNvPr>
              <p:cNvSpPr/>
              <p:nvPr/>
            </p:nvSpPr>
            <p:spPr>
              <a:xfrm>
                <a:off x="11767784" y="2755445"/>
                <a:ext cx="16977" cy="66009"/>
              </a:xfrm>
              <a:custGeom>
                <a:avLst/>
                <a:gdLst/>
                <a:ahLst/>
                <a:cxnLst/>
                <a:rect l="l" t="t" r="r" b="b"/>
                <a:pathLst>
                  <a:path w="411" h="1598" extrusionOk="0">
                    <a:moveTo>
                      <a:pt x="411" y="1597"/>
                    </a:moveTo>
                    <a:lnTo>
                      <a:pt x="0" y="1356"/>
                    </a:lnTo>
                    <a:lnTo>
                      <a:pt x="0" y="0"/>
                    </a:lnTo>
                    <a:lnTo>
                      <a:pt x="411" y="241"/>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102;p67">
                <a:extLst>
                  <a:ext uri="{FF2B5EF4-FFF2-40B4-BE49-F238E27FC236}">
                    <a16:creationId xmlns:a16="http://schemas.microsoft.com/office/drawing/2014/main" id="{F9C7536E-101B-3DF7-E6A6-83FC93FA60E2}"/>
                  </a:ext>
                </a:extLst>
              </p:cNvPr>
              <p:cNvSpPr/>
              <p:nvPr/>
            </p:nvSpPr>
            <p:spPr>
              <a:xfrm>
                <a:off x="11767784" y="2730371"/>
                <a:ext cx="60102" cy="35070"/>
              </a:xfrm>
              <a:custGeom>
                <a:avLst/>
                <a:gdLst/>
                <a:ahLst/>
                <a:cxnLst/>
                <a:rect l="l" t="t" r="r" b="b"/>
                <a:pathLst>
                  <a:path w="1455" h="849" extrusionOk="0">
                    <a:moveTo>
                      <a:pt x="1454" y="250"/>
                    </a:moveTo>
                    <a:lnTo>
                      <a:pt x="1035" y="1"/>
                    </a:lnTo>
                    <a:lnTo>
                      <a:pt x="0" y="607"/>
                    </a:lnTo>
                    <a:lnTo>
                      <a:pt x="411" y="848"/>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103;p67">
                <a:extLst>
                  <a:ext uri="{FF2B5EF4-FFF2-40B4-BE49-F238E27FC236}">
                    <a16:creationId xmlns:a16="http://schemas.microsoft.com/office/drawing/2014/main" id="{A6CC90C5-BB22-FF53-3993-3D600D781D4A}"/>
                  </a:ext>
                </a:extLst>
              </p:cNvPr>
              <p:cNvSpPr/>
              <p:nvPr/>
            </p:nvSpPr>
            <p:spPr>
              <a:xfrm>
                <a:off x="10567925" y="3376008"/>
                <a:ext cx="15160" cy="33583"/>
              </a:xfrm>
              <a:custGeom>
                <a:avLst/>
                <a:gdLst/>
                <a:ahLst/>
                <a:cxnLst/>
                <a:rect l="l" t="t" r="r" b="b"/>
                <a:pathLst>
                  <a:path w="367" h="813" extrusionOk="0">
                    <a:moveTo>
                      <a:pt x="366" y="0"/>
                    </a:moveTo>
                    <a:lnTo>
                      <a:pt x="366" y="616"/>
                    </a:lnTo>
                    <a:lnTo>
                      <a:pt x="0" y="812"/>
                    </a:lnTo>
                    <a:lnTo>
                      <a:pt x="0" y="223"/>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104;p67">
                <a:extLst>
                  <a:ext uri="{FF2B5EF4-FFF2-40B4-BE49-F238E27FC236}">
                    <a16:creationId xmlns:a16="http://schemas.microsoft.com/office/drawing/2014/main" id="{9E79399F-DB7A-702B-485D-1BFFF931F235}"/>
                  </a:ext>
                </a:extLst>
              </p:cNvPr>
              <p:cNvSpPr/>
              <p:nvPr/>
            </p:nvSpPr>
            <p:spPr>
              <a:xfrm>
                <a:off x="10562018" y="2665147"/>
                <a:ext cx="1236003" cy="730441"/>
              </a:xfrm>
              <a:custGeom>
                <a:avLst/>
                <a:gdLst/>
                <a:ahLst/>
                <a:cxnLst/>
                <a:rect l="l" t="t" r="r" b="b"/>
                <a:pathLst>
                  <a:path w="29922" h="17683" extrusionOk="0">
                    <a:moveTo>
                      <a:pt x="1" y="17281"/>
                    </a:moveTo>
                    <a:lnTo>
                      <a:pt x="1" y="17682"/>
                    </a:lnTo>
                    <a:lnTo>
                      <a:pt x="29922" y="402"/>
                    </a:lnTo>
                    <a:lnTo>
                      <a:pt x="29922"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3" name="Google Shape;3105;p67">
                <a:extLst>
                  <a:ext uri="{FF2B5EF4-FFF2-40B4-BE49-F238E27FC236}">
                    <a16:creationId xmlns:a16="http://schemas.microsoft.com/office/drawing/2014/main" id="{4775294A-8268-26F1-FABB-FFA1DCABA82E}"/>
                  </a:ext>
                </a:extLst>
              </p:cNvPr>
              <p:cNvSpPr/>
              <p:nvPr/>
            </p:nvSpPr>
            <p:spPr>
              <a:xfrm>
                <a:off x="10562018" y="2671797"/>
                <a:ext cx="1236003" cy="730027"/>
              </a:xfrm>
              <a:custGeom>
                <a:avLst/>
                <a:gdLst/>
                <a:ahLst/>
                <a:cxnLst/>
                <a:rect l="l" t="t" r="r" b="b"/>
                <a:pathLst>
                  <a:path w="29922" h="17673" extrusionOk="0">
                    <a:moveTo>
                      <a:pt x="1" y="17271"/>
                    </a:moveTo>
                    <a:lnTo>
                      <a:pt x="1" y="17673"/>
                    </a:lnTo>
                    <a:lnTo>
                      <a:pt x="29922" y="402"/>
                    </a:lnTo>
                    <a:lnTo>
                      <a:pt x="29922"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4" name="Google Shape;3106;p67">
                <a:extLst>
                  <a:ext uri="{FF2B5EF4-FFF2-40B4-BE49-F238E27FC236}">
                    <a16:creationId xmlns:a16="http://schemas.microsoft.com/office/drawing/2014/main" id="{B5322135-4FCF-94F7-559D-7840E67B6D26}"/>
                  </a:ext>
                </a:extLst>
              </p:cNvPr>
              <p:cNvSpPr/>
              <p:nvPr/>
            </p:nvSpPr>
            <p:spPr>
              <a:xfrm>
                <a:off x="11363879" y="2839836"/>
                <a:ext cx="6692" cy="203439"/>
              </a:xfrm>
              <a:custGeom>
                <a:avLst/>
                <a:gdLst/>
                <a:ahLst/>
                <a:cxnLst/>
                <a:rect l="l" t="t" r="r" b="b"/>
                <a:pathLst>
                  <a:path w="162" h="4925" extrusionOk="0">
                    <a:moveTo>
                      <a:pt x="1" y="4925"/>
                    </a:moveTo>
                    <a:lnTo>
                      <a:pt x="161" y="4826"/>
                    </a:lnTo>
                    <a:lnTo>
                      <a:pt x="161" y="0"/>
                    </a:lnTo>
                    <a:lnTo>
                      <a:pt x="1" y="98"/>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8" name="Google Shape;3107;p67">
                <a:extLst>
                  <a:ext uri="{FF2B5EF4-FFF2-40B4-BE49-F238E27FC236}">
                    <a16:creationId xmlns:a16="http://schemas.microsoft.com/office/drawing/2014/main" id="{E175A7E1-8705-AF3E-6BEB-8E105ACC7512}"/>
                  </a:ext>
                </a:extLst>
              </p:cNvPr>
              <p:cNvSpPr/>
              <p:nvPr/>
            </p:nvSpPr>
            <p:spPr>
              <a:xfrm>
                <a:off x="11006817" y="3038071"/>
                <a:ext cx="50891" cy="73032"/>
              </a:xfrm>
              <a:custGeom>
                <a:avLst/>
                <a:gdLst/>
                <a:ahLst/>
                <a:cxnLst/>
                <a:rect l="l" t="t" r="r" b="b"/>
                <a:pathLst>
                  <a:path w="1232" h="1768" extrusionOk="0">
                    <a:moveTo>
                      <a:pt x="776" y="1767"/>
                    </a:moveTo>
                    <a:cubicBezTo>
                      <a:pt x="848" y="1767"/>
                      <a:pt x="928" y="1749"/>
                      <a:pt x="991" y="1714"/>
                    </a:cubicBezTo>
                    <a:cubicBezTo>
                      <a:pt x="1142" y="1633"/>
                      <a:pt x="1231" y="1482"/>
                      <a:pt x="1231" y="1312"/>
                    </a:cubicBezTo>
                    <a:lnTo>
                      <a:pt x="1231" y="179"/>
                    </a:lnTo>
                    <a:cubicBezTo>
                      <a:pt x="1231" y="81"/>
                      <a:pt x="1151" y="1"/>
                      <a:pt x="1053" y="1"/>
                    </a:cubicBezTo>
                    <a:cubicBezTo>
                      <a:pt x="955" y="1"/>
                      <a:pt x="875" y="81"/>
                      <a:pt x="875" y="179"/>
                    </a:cubicBezTo>
                    <a:lnTo>
                      <a:pt x="875" y="1312"/>
                    </a:lnTo>
                    <a:cubicBezTo>
                      <a:pt x="875" y="1366"/>
                      <a:pt x="839" y="1392"/>
                      <a:pt x="821" y="1401"/>
                    </a:cubicBezTo>
                    <a:cubicBezTo>
                      <a:pt x="812" y="1410"/>
                      <a:pt x="768" y="1428"/>
                      <a:pt x="723" y="1401"/>
                    </a:cubicBezTo>
                    <a:lnTo>
                      <a:pt x="295" y="1125"/>
                    </a:lnTo>
                    <a:cubicBezTo>
                      <a:pt x="214" y="1071"/>
                      <a:pt x="98" y="1098"/>
                      <a:pt x="54" y="1178"/>
                    </a:cubicBezTo>
                    <a:cubicBezTo>
                      <a:pt x="0" y="1259"/>
                      <a:pt x="27" y="1366"/>
                      <a:pt x="107" y="1419"/>
                    </a:cubicBezTo>
                    <a:lnTo>
                      <a:pt x="536" y="1696"/>
                    </a:lnTo>
                    <a:cubicBezTo>
                      <a:pt x="607" y="1749"/>
                      <a:pt x="687" y="1767"/>
                      <a:pt x="776" y="1767"/>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9" name="Google Shape;3108;p67">
                <a:extLst>
                  <a:ext uri="{FF2B5EF4-FFF2-40B4-BE49-F238E27FC236}">
                    <a16:creationId xmlns:a16="http://schemas.microsoft.com/office/drawing/2014/main" id="{0A6C7C29-86C5-0600-07A7-1BB1A7FE54FD}"/>
                  </a:ext>
                </a:extLst>
              </p:cNvPr>
              <p:cNvSpPr/>
              <p:nvPr/>
            </p:nvSpPr>
            <p:spPr>
              <a:xfrm>
                <a:off x="11018961" y="3021507"/>
                <a:ext cx="77452" cy="71503"/>
              </a:xfrm>
              <a:custGeom>
                <a:avLst/>
                <a:gdLst/>
                <a:ahLst/>
                <a:cxnLst/>
                <a:rect l="l" t="t" r="r" b="b"/>
                <a:pathLst>
                  <a:path w="1875" h="1731" extrusionOk="0">
                    <a:moveTo>
                      <a:pt x="242" y="892"/>
                    </a:moveTo>
                    <a:cubicBezTo>
                      <a:pt x="242" y="892"/>
                      <a:pt x="242" y="892"/>
                      <a:pt x="242" y="892"/>
                    </a:cubicBezTo>
                    <a:cubicBezTo>
                      <a:pt x="429" y="999"/>
                      <a:pt x="607" y="1106"/>
                      <a:pt x="786" y="1205"/>
                    </a:cubicBezTo>
                    <a:cubicBezTo>
                      <a:pt x="893" y="1267"/>
                      <a:pt x="1000" y="1321"/>
                      <a:pt x="1107" y="1392"/>
                    </a:cubicBezTo>
                    <a:cubicBezTo>
                      <a:pt x="1134" y="1410"/>
                      <a:pt x="1160" y="1437"/>
                      <a:pt x="1187" y="1463"/>
                    </a:cubicBezTo>
                    <a:cubicBezTo>
                      <a:pt x="1196" y="1481"/>
                      <a:pt x="1205" y="1508"/>
                      <a:pt x="1223" y="1526"/>
                    </a:cubicBezTo>
                    <a:cubicBezTo>
                      <a:pt x="1250" y="1579"/>
                      <a:pt x="1321" y="1624"/>
                      <a:pt x="1383" y="1642"/>
                    </a:cubicBezTo>
                    <a:cubicBezTo>
                      <a:pt x="1598" y="1731"/>
                      <a:pt x="1776" y="1526"/>
                      <a:pt x="1821" y="1329"/>
                    </a:cubicBezTo>
                    <a:cubicBezTo>
                      <a:pt x="1874" y="1089"/>
                      <a:pt x="1776" y="794"/>
                      <a:pt x="1589" y="634"/>
                    </a:cubicBezTo>
                    <a:cubicBezTo>
                      <a:pt x="1419" y="482"/>
                      <a:pt x="1214" y="366"/>
                      <a:pt x="1018" y="250"/>
                    </a:cubicBezTo>
                    <a:cubicBezTo>
                      <a:pt x="804" y="134"/>
                      <a:pt x="572" y="0"/>
                      <a:pt x="322" y="72"/>
                    </a:cubicBezTo>
                    <a:cubicBezTo>
                      <a:pt x="197" y="107"/>
                      <a:pt x="99" y="188"/>
                      <a:pt x="36" y="295"/>
                    </a:cubicBezTo>
                    <a:cubicBezTo>
                      <a:pt x="1" y="348"/>
                      <a:pt x="10" y="384"/>
                      <a:pt x="36" y="446"/>
                    </a:cubicBezTo>
                    <a:cubicBezTo>
                      <a:pt x="63" y="500"/>
                      <a:pt x="90" y="553"/>
                      <a:pt x="99" y="616"/>
                    </a:cubicBezTo>
                    <a:cubicBezTo>
                      <a:pt x="99" y="660"/>
                      <a:pt x="90" y="696"/>
                      <a:pt x="108" y="750"/>
                    </a:cubicBezTo>
                    <a:cubicBezTo>
                      <a:pt x="135" y="812"/>
                      <a:pt x="179" y="857"/>
                      <a:pt x="242" y="892"/>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0" name="Google Shape;3109;p67">
                <a:extLst>
                  <a:ext uri="{FF2B5EF4-FFF2-40B4-BE49-F238E27FC236}">
                    <a16:creationId xmlns:a16="http://schemas.microsoft.com/office/drawing/2014/main" id="{94563FA4-E444-6F37-8DD3-E27D4500C3F2}"/>
                  </a:ext>
                </a:extLst>
              </p:cNvPr>
              <p:cNvSpPr/>
              <p:nvPr/>
            </p:nvSpPr>
            <p:spPr>
              <a:xfrm>
                <a:off x="11015657" y="3021507"/>
                <a:ext cx="72619" cy="75923"/>
              </a:xfrm>
              <a:custGeom>
                <a:avLst/>
                <a:gdLst/>
                <a:ahLst/>
                <a:cxnLst/>
                <a:rect l="l" t="t" r="r" b="b"/>
                <a:pathLst>
                  <a:path w="1758" h="1838" extrusionOk="0">
                    <a:moveTo>
                      <a:pt x="188" y="990"/>
                    </a:moveTo>
                    <a:cubicBezTo>
                      <a:pt x="259" y="1053"/>
                      <a:pt x="348" y="1098"/>
                      <a:pt x="438" y="1151"/>
                    </a:cubicBezTo>
                    <a:cubicBezTo>
                      <a:pt x="589" y="1240"/>
                      <a:pt x="750" y="1329"/>
                      <a:pt x="901" y="1419"/>
                    </a:cubicBezTo>
                    <a:cubicBezTo>
                      <a:pt x="1098" y="1535"/>
                      <a:pt x="1481" y="1838"/>
                      <a:pt x="1669" y="1570"/>
                    </a:cubicBezTo>
                    <a:cubicBezTo>
                      <a:pt x="1758" y="1445"/>
                      <a:pt x="1749" y="1240"/>
                      <a:pt x="1704" y="1098"/>
                    </a:cubicBezTo>
                    <a:cubicBezTo>
                      <a:pt x="1669" y="964"/>
                      <a:pt x="1588" y="857"/>
                      <a:pt x="1499" y="750"/>
                    </a:cubicBezTo>
                    <a:cubicBezTo>
                      <a:pt x="1419" y="669"/>
                      <a:pt x="1303" y="616"/>
                      <a:pt x="1205" y="562"/>
                    </a:cubicBezTo>
                    <a:cubicBezTo>
                      <a:pt x="1089" y="500"/>
                      <a:pt x="964" y="428"/>
                      <a:pt x="848" y="357"/>
                    </a:cubicBezTo>
                    <a:cubicBezTo>
                      <a:pt x="643" y="241"/>
                      <a:pt x="375" y="0"/>
                      <a:pt x="143" y="179"/>
                    </a:cubicBezTo>
                    <a:cubicBezTo>
                      <a:pt x="45" y="259"/>
                      <a:pt x="18" y="375"/>
                      <a:pt x="9" y="500"/>
                    </a:cubicBezTo>
                    <a:cubicBezTo>
                      <a:pt x="9" y="625"/>
                      <a:pt x="0" y="767"/>
                      <a:pt x="81" y="874"/>
                    </a:cubicBezTo>
                    <a:cubicBezTo>
                      <a:pt x="107" y="919"/>
                      <a:pt x="143" y="955"/>
                      <a:pt x="188" y="99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1" name="Google Shape;3110;p67">
                <a:extLst>
                  <a:ext uri="{FF2B5EF4-FFF2-40B4-BE49-F238E27FC236}">
                    <a16:creationId xmlns:a16="http://schemas.microsoft.com/office/drawing/2014/main" id="{6A57AE98-F283-DA02-DEC9-47FA309D98B0}"/>
                  </a:ext>
                </a:extLst>
              </p:cNvPr>
              <p:cNvSpPr/>
              <p:nvPr/>
            </p:nvSpPr>
            <p:spPr>
              <a:xfrm>
                <a:off x="10562018" y="3359774"/>
                <a:ext cx="37259" cy="94388"/>
              </a:xfrm>
              <a:custGeom>
                <a:avLst/>
                <a:gdLst/>
                <a:ahLst/>
                <a:cxnLst/>
                <a:rect l="l" t="t" r="r" b="b"/>
                <a:pathLst>
                  <a:path w="902" h="2285" extrusionOk="0">
                    <a:moveTo>
                      <a:pt x="1" y="536"/>
                    </a:moveTo>
                    <a:lnTo>
                      <a:pt x="902" y="1"/>
                    </a:lnTo>
                    <a:lnTo>
                      <a:pt x="902" y="1749"/>
                    </a:lnTo>
                    <a:lnTo>
                      <a:pt x="1" y="2284"/>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2" name="Google Shape;3111;p67">
                <a:extLst>
                  <a:ext uri="{FF2B5EF4-FFF2-40B4-BE49-F238E27FC236}">
                    <a16:creationId xmlns:a16="http://schemas.microsoft.com/office/drawing/2014/main" id="{E5078175-383F-DF0B-2AFD-E471132CE8F7}"/>
                  </a:ext>
                </a:extLst>
              </p:cNvPr>
              <p:cNvSpPr/>
              <p:nvPr/>
            </p:nvSpPr>
            <p:spPr>
              <a:xfrm>
                <a:off x="10567925" y="3370101"/>
                <a:ext cx="25445" cy="73734"/>
              </a:xfrm>
              <a:custGeom>
                <a:avLst/>
                <a:gdLst/>
                <a:ahLst/>
                <a:cxnLst/>
                <a:rect l="l" t="t" r="r" b="b"/>
                <a:pathLst>
                  <a:path w="616" h="1785" extrusionOk="0">
                    <a:moveTo>
                      <a:pt x="0" y="366"/>
                    </a:moveTo>
                    <a:lnTo>
                      <a:pt x="616" y="0"/>
                    </a:lnTo>
                    <a:lnTo>
                      <a:pt x="616" y="1419"/>
                    </a:lnTo>
                    <a:lnTo>
                      <a:pt x="0" y="1785"/>
                    </a:ln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3" name="Google Shape;3112;p67">
                <a:extLst>
                  <a:ext uri="{FF2B5EF4-FFF2-40B4-BE49-F238E27FC236}">
                    <a16:creationId xmlns:a16="http://schemas.microsoft.com/office/drawing/2014/main" id="{A295042B-001C-4FEC-9A9F-86DD8B067EFB}"/>
                  </a:ext>
                </a:extLst>
              </p:cNvPr>
              <p:cNvSpPr/>
              <p:nvPr/>
            </p:nvSpPr>
            <p:spPr>
              <a:xfrm>
                <a:off x="10567925" y="3370101"/>
                <a:ext cx="25445" cy="73734"/>
              </a:xfrm>
              <a:custGeom>
                <a:avLst/>
                <a:gdLst/>
                <a:ahLst/>
                <a:cxnLst/>
                <a:rect l="l" t="t" r="r" b="b"/>
                <a:pathLst>
                  <a:path w="616" h="1785" extrusionOk="0">
                    <a:moveTo>
                      <a:pt x="366" y="143"/>
                    </a:moveTo>
                    <a:lnTo>
                      <a:pt x="366" y="1285"/>
                    </a:lnTo>
                    <a:lnTo>
                      <a:pt x="0" y="1517"/>
                    </a:lnTo>
                    <a:lnTo>
                      <a:pt x="0" y="1785"/>
                    </a:lnTo>
                    <a:lnTo>
                      <a:pt x="616" y="1419"/>
                    </a:lnTo>
                    <a:lnTo>
                      <a:pt x="616"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4" name="Google Shape;3113;p67">
                <a:extLst>
                  <a:ext uri="{FF2B5EF4-FFF2-40B4-BE49-F238E27FC236}">
                    <a16:creationId xmlns:a16="http://schemas.microsoft.com/office/drawing/2014/main" id="{7ACE7205-F91F-C653-8AF4-347F624BC757}"/>
                  </a:ext>
                </a:extLst>
              </p:cNvPr>
              <p:cNvSpPr/>
              <p:nvPr/>
            </p:nvSpPr>
            <p:spPr>
              <a:xfrm>
                <a:off x="10567925" y="3423181"/>
                <a:ext cx="25445" cy="20654"/>
              </a:xfrm>
              <a:custGeom>
                <a:avLst/>
                <a:gdLst/>
                <a:ahLst/>
                <a:cxnLst/>
                <a:rect l="l" t="t" r="r" b="b"/>
                <a:pathLst>
                  <a:path w="616" h="500" extrusionOk="0">
                    <a:moveTo>
                      <a:pt x="616" y="134"/>
                    </a:moveTo>
                    <a:lnTo>
                      <a:pt x="366" y="0"/>
                    </a:lnTo>
                    <a:lnTo>
                      <a:pt x="0" y="232"/>
                    </a:lnTo>
                    <a:lnTo>
                      <a:pt x="0" y="50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5" name="Google Shape;3114;p67">
                <a:extLst>
                  <a:ext uri="{FF2B5EF4-FFF2-40B4-BE49-F238E27FC236}">
                    <a16:creationId xmlns:a16="http://schemas.microsoft.com/office/drawing/2014/main" id="{9B3BAC7D-96CF-6A59-C9ED-515961A8299B}"/>
                  </a:ext>
                </a:extLst>
              </p:cNvPr>
              <p:cNvSpPr/>
              <p:nvPr/>
            </p:nvSpPr>
            <p:spPr>
              <a:xfrm>
                <a:off x="10987279" y="3067193"/>
                <a:ext cx="7022" cy="203811"/>
              </a:xfrm>
              <a:custGeom>
                <a:avLst/>
                <a:gdLst/>
                <a:ahLst/>
                <a:cxnLst/>
                <a:rect l="l" t="t" r="r" b="b"/>
                <a:pathLst>
                  <a:path w="170" h="4934" extrusionOk="0">
                    <a:moveTo>
                      <a:pt x="0" y="99"/>
                    </a:moveTo>
                    <a:lnTo>
                      <a:pt x="0" y="4934"/>
                    </a:lnTo>
                    <a:lnTo>
                      <a:pt x="170" y="4836"/>
                    </a:lnTo>
                    <a:lnTo>
                      <a:pt x="170" y="0"/>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6" name="Google Shape;3115;p67">
                <a:extLst>
                  <a:ext uri="{FF2B5EF4-FFF2-40B4-BE49-F238E27FC236}">
                    <a16:creationId xmlns:a16="http://schemas.microsoft.com/office/drawing/2014/main" id="{99FBB507-3450-2A6E-4803-72E11A6D4794}"/>
                  </a:ext>
                </a:extLst>
              </p:cNvPr>
              <p:cNvSpPr/>
              <p:nvPr/>
            </p:nvSpPr>
            <p:spPr>
              <a:xfrm>
                <a:off x="11613748" y="2688733"/>
                <a:ext cx="7022" cy="121651"/>
              </a:xfrm>
              <a:custGeom>
                <a:avLst/>
                <a:gdLst/>
                <a:ahLst/>
                <a:cxnLst/>
                <a:rect l="l" t="t" r="r" b="b"/>
                <a:pathLst>
                  <a:path w="170" h="2945" extrusionOk="0">
                    <a:moveTo>
                      <a:pt x="0" y="99"/>
                    </a:moveTo>
                    <a:lnTo>
                      <a:pt x="0" y="2944"/>
                    </a:lnTo>
                    <a:lnTo>
                      <a:pt x="170" y="2846"/>
                    </a:lnTo>
                    <a:lnTo>
                      <a:pt x="170" y="1"/>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4298" name="Picture 4297">
            <a:extLst>
              <a:ext uri="{FF2B5EF4-FFF2-40B4-BE49-F238E27FC236}">
                <a16:creationId xmlns:a16="http://schemas.microsoft.com/office/drawing/2014/main" id="{533A7FE5-8B15-3F01-2F28-771F4E24547A}"/>
              </a:ext>
            </a:extLst>
          </p:cNvPr>
          <p:cNvPicPr>
            <a:picLocks noChangeAspect="1"/>
          </p:cNvPicPr>
          <p:nvPr/>
        </p:nvPicPr>
        <p:blipFill>
          <a:blip r:embed="rId3"/>
          <a:stretch>
            <a:fillRect/>
          </a:stretch>
        </p:blipFill>
        <p:spPr>
          <a:xfrm>
            <a:off x="0" y="0"/>
            <a:ext cx="9144000" cy="1215098"/>
          </a:xfrm>
          <a:prstGeom prst="rect">
            <a:avLst/>
          </a:prstGeom>
        </p:spPr>
      </p:pic>
      <p:sp>
        <p:nvSpPr>
          <p:cNvPr id="4301" name="TextBox 4300">
            <a:extLst>
              <a:ext uri="{FF2B5EF4-FFF2-40B4-BE49-F238E27FC236}">
                <a16:creationId xmlns:a16="http://schemas.microsoft.com/office/drawing/2014/main" id="{B8D44065-F218-97BA-6E08-8B604A51540B}"/>
              </a:ext>
            </a:extLst>
          </p:cNvPr>
          <p:cNvSpPr txBox="1"/>
          <p:nvPr/>
        </p:nvSpPr>
        <p:spPr>
          <a:xfrm>
            <a:off x="127221" y="3101009"/>
            <a:ext cx="2934031" cy="523220"/>
          </a:xfrm>
          <a:prstGeom prst="rect">
            <a:avLst/>
          </a:prstGeom>
          <a:noFill/>
        </p:spPr>
        <p:txBody>
          <a:bodyPr wrap="square" rtlCol="0">
            <a:spAutoFit/>
          </a:bodyPr>
          <a:lstStyle/>
          <a:p>
            <a:r>
              <a:rPr lang="en-US" dirty="0">
                <a:latin typeface="Rockwell" panose="02060603020205020403" pitchFamily="18" charset="0"/>
              </a:rPr>
              <a:t>UNDER THE GUIDENCE OF:</a:t>
            </a:r>
          </a:p>
          <a:p>
            <a:r>
              <a:rPr lang="en-US" dirty="0">
                <a:latin typeface="Rockwell" panose="02060603020205020403" pitchFamily="18" charset="0"/>
              </a:rPr>
              <a:t>Prof. Revati </a:t>
            </a:r>
            <a:r>
              <a:rPr lang="en-US" dirty="0" err="1">
                <a:latin typeface="Rockwell" panose="02060603020205020403" pitchFamily="18" charset="0"/>
              </a:rPr>
              <a:t>Sugoor</a:t>
            </a:r>
            <a:endParaRPr lang="en-IN" dirty="0">
              <a:latin typeface="Rockwell" panose="02060603020205020403" pitchFamily="18" charset="0"/>
            </a:endParaRPr>
          </a:p>
        </p:txBody>
      </p:sp>
      <p:sp>
        <p:nvSpPr>
          <p:cNvPr id="4302" name="TextBox 4301">
            <a:extLst>
              <a:ext uri="{FF2B5EF4-FFF2-40B4-BE49-F238E27FC236}">
                <a16:creationId xmlns:a16="http://schemas.microsoft.com/office/drawing/2014/main" id="{A4E1C50D-2458-811F-5A4C-BA300ACA43AE}"/>
              </a:ext>
            </a:extLst>
          </p:cNvPr>
          <p:cNvSpPr txBox="1"/>
          <p:nvPr/>
        </p:nvSpPr>
        <p:spPr>
          <a:xfrm>
            <a:off x="6082750" y="3101009"/>
            <a:ext cx="3570136" cy="1169551"/>
          </a:xfrm>
          <a:prstGeom prst="rect">
            <a:avLst/>
          </a:prstGeom>
          <a:noFill/>
        </p:spPr>
        <p:txBody>
          <a:bodyPr wrap="square" rtlCol="0">
            <a:spAutoFit/>
          </a:bodyPr>
          <a:lstStyle/>
          <a:p>
            <a:pPr algn="just"/>
            <a:r>
              <a:rPr lang="en-US" dirty="0">
                <a:latin typeface="Rockwell" panose="02060603020205020403" pitchFamily="18" charset="0"/>
              </a:rPr>
              <a:t>SUBMITTED BY:</a:t>
            </a:r>
          </a:p>
          <a:p>
            <a:pPr algn="just"/>
            <a:r>
              <a:rPr lang="en-US" dirty="0">
                <a:latin typeface="Rockwell" panose="02060603020205020403" pitchFamily="18" charset="0"/>
              </a:rPr>
              <a:t>GANESH RATHOD    (SG22AID018)</a:t>
            </a:r>
          </a:p>
          <a:p>
            <a:pPr algn="just"/>
            <a:r>
              <a:rPr lang="en-US" dirty="0">
                <a:latin typeface="Rockwell" panose="02060603020205020403" pitchFamily="18" charset="0"/>
              </a:rPr>
              <a:t>MAHEEN SULTANA  (SG22AID023)</a:t>
            </a:r>
          </a:p>
          <a:p>
            <a:pPr algn="just"/>
            <a:r>
              <a:rPr lang="en-US" dirty="0">
                <a:latin typeface="Rockwell" panose="02060603020205020403" pitchFamily="18" charset="0"/>
              </a:rPr>
              <a:t>MALLIKARJUN            (SG22AID024)</a:t>
            </a:r>
          </a:p>
          <a:p>
            <a:pPr algn="just"/>
            <a:r>
              <a:rPr lang="en-US" dirty="0">
                <a:latin typeface="Rockwell" panose="02060603020205020403" pitchFamily="18" charset="0"/>
              </a:rPr>
              <a:t>SHRUSTI KULKARNI  (SG22AID044)</a:t>
            </a:r>
            <a:endParaRPr lang="en-IN" dirty="0">
              <a:latin typeface="Rockwell" panose="02060603020205020403"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afterEffect">
                                  <p:stCondLst>
                                    <p:cond delay="0"/>
                                  </p:stCondLst>
                                  <p:childTnLst>
                                    <p:animMotion origin="layout" path="M -0.06423 0.04938 L 0.04965 0.35987 " pathEditMode="relative" rAng="0" ptsTypes="AA">
                                      <p:cBhvr>
                                        <p:cTn id="6" dur="2000" fill="hold"/>
                                        <p:tgtEl>
                                          <p:spTgt spid="4155"/>
                                        </p:tgtEl>
                                        <p:attrNameLst>
                                          <p:attrName>ppt_x</p:attrName>
                                          <p:attrName>ppt_y</p:attrName>
                                        </p:attrNameLst>
                                      </p:cBhvr>
                                      <p:rCtr x="5694" y="1552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grpSp>
        <p:nvGrpSpPr>
          <p:cNvPr id="208" name="Google Shape;208;p35"/>
          <p:cNvGrpSpPr/>
          <p:nvPr/>
        </p:nvGrpSpPr>
        <p:grpSpPr>
          <a:xfrm>
            <a:off x="2177096" y="1042434"/>
            <a:ext cx="8278890" cy="5143610"/>
            <a:chOff x="1301275" y="1301100"/>
            <a:chExt cx="5010525" cy="3113000"/>
          </a:xfrm>
        </p:grpSpPr>
        <p:sp>
          <p:nvSpPr>
            <p:cNvPr id="209" name="Google Shape;209;p35"/>
            <p:cNvSpPr/>
            <p:nvPr/>
          </p:nvSpPr>
          <p:spPr>
            <a:xfrm>
              <a:off x="3935875" y="1301100"/>
              <a:ext cx="2375925" cy="1377425"/>
            </a:xfrm>
            <a:custGeom>
              <a:avLst/>
              <a:gdLst/>
              <a:ahLst/>
              <a:cxnLst/>
              <a:rect l="l" t="t" r="r" b="b"/>
              <a:pathLst>
                <a:path w="95037" h="55097" extrusionOk="0">
                  <a:moveTo>
                    <a:pt x="11152" y="0"/>
                  </a:moveTo>
                  <a:lnTo>
                    <a:pt x="1" y="6557"/>
                  </a:lnTo>
                  <a:lnTo>
                    <a:pt x="83886" y="55096"/>
                  </a:lnTo>
                  <a:lnTo>
                    <a:pt x="95037" y="48539"/>
                  </a:lnTo>
                  <a:lnTo>
                    <a:pt x="11152" y="0"/>
                  </a:ln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35"/>
            <p:cNvSpPr/>
            <p:nvPr/>
          </p:nvSpPr>
          <p:spPr>
            <a:xfrm>
              <a:off x="3935875" y="1465025"/>
              <a:ext cx="2097150" cy="1417350"/>
            </a:xfrm>
            <a:custGeom>
              <a:avLst/>
              <a:gdLst/>
              <a:ahLst/>
              <a:cxnLst/>
              <a:rect l="l" t="t" r="r" b="b"/>
              <a:pathLst>
                <a:path w="83886" h="56694" extrusionOk="0">
                  <a:moveTo>
                    <a:pt x="1" y="0"/>
                  </a:moveTo>
                  <a:lnTo>
                    <a:pt x="1" y="8163"/>
                  </a:lnTo>
                  <a:lnTo>
                    <a:pt x="83886" y="56693"/>
                  </a:lnTo>
                  <a:lnTo>
                    <a:pt x="83886" y="48539"/>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5"/>
            <p:cNvSpPr/>
            <p:nvPr/>
          </p:nvSpPr>
          <p:spPr>
            <a:xfrm>
              <a:off x="6033000" y="2514575"/>
              <a:ext cx="278800" cy="367800"/>
            </a:xfrm>
            <a:custGeom>
              <a:avLst/>
              <a:gdLst/>
              <a:ahLst/>
              <a:cxnLst/>
              <a:rect l="l" t="t" r="r" b="b"/>
              <a:pathLst>
                <a:path w="11152" h="14712" extrusionOk="0">
                  <a:moveTo>
                    <a:pt x="11152" y="0"/>
                  </a:moveTo>
                  <a:lnTo>
                    <a:pt x="1" y="6557"/>
                  </a:lnTo>
                  <a:lnTo>
                    <a:pt x="1" y="14711"/>
                  </a:lnTo>
                  <a:lnTo>
                    <a:pt x="11152" y="8163"/>
                  </a:lnTo>
                  <a:lnTo>
                    <a:pt x="11152" y="0"/>
                  </a:ln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35"/>
            <p:cNvSpPr/>
            <p:nvPr/>
          </p:nvSpPr>
          <p:spPr>
            <a:xfrm>
              <a:off x="1580050" y="1555125"/>
              <a:ext cx="4452975" cy="2581100"/>
            </a:xfrm>
            <a:custGeom>
              <a:avLst/>
              <a:gdLst/>
              <a:ahLst/>
              <a:cxnLst/>
              <a:rect l="l" t="t" r="r" b="b"/>
              <a:pathLst>
                <a:path w="178119" h="103244" extrusionOk="0">
                  <a:moveTo>
                    <a:pt x="94234" y="0"/>
                  </a:moveTo>
                  <a:lnTo>
                    <a:pt x="1" y="54704"/>
                  </a:lnTo>
                  <a:lnTo>
                    <a:pt x="83886" y="103243"/>
                  </a:lnTo>
                  <a:lnTo>
                    <a:pt x="178119" y="48539"/>
                  </a:lnTo>
                  <a:lnTo>
                    <a:pt x="149027" y="31706"/>
                  </a:lnTo>
                  <a:lnTo>
                    <a:pt x="147403" y="30769"/>
                  </a:lnTo>
                  <a:lnTo>
                    <a:pt x="118597" y="14104"/>
                  </a:lnTo>
                  <a:lnTo>
                    <a:pt x="116974" y="13159"/>
                  </a:lnTo>
                  <a:lnTo>
                    <a:pt x="94234"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3" name="Google Shape;213;p35"/>
            <p:cNvSpPr/>
            <p:nvPr/>
          </p:nvSpPr>
          <p:spPr>
            <a:xfrm>
              <a:off x="1580050" y="2922700"/>
              <a:ext cx="2097150" cy="1327250"/>
            </a:xfrm>
            <a:custGeom>
              <a:avLst/>
              <a:gdLst/>
              <a:ahLst/>
              <a:cxnLst/>
              <a:rect l="l" t="t" r="r" b="b"/>
              <a:pathLst>
                <a:path w="83886" h="53090" extrusionOk="0">
                  <a:moveTo>
                    <a:pt x="1" y="1"/>
                  </a:moveTo>
                  <a:lnTo>
                    <a:pt x="1" y="4560"/>
                  </a:lnTo>
                  <a:lnTo>
                    <a:pt x="19038" y="15577"/>
                  </a:lnTo>
                  <a:lnTo>
                    <a:pt x="20662" y="16514"/>
                  </a:lnTo>
                  <a:lnTo>
                    <a:pt x="49477" y="33178"/>
                  </a:lnTo>
                  <a:lnTo>
                    <a:pt x="51092" y="34124"/>
                  </a:lnTo>
                  <a:lnTo>
                    <a:pt x="83886" y="53090"/>
                  </a:lnTo>
                  <a:lnTo>
                    <a:pt x="83886" y="48540"/>
                  </a:lnTo>
                  <a:lnTo>
                    <a:pt x="55035" y="31849"/>
                  </a:lnTo>
                  <a:lnTo>
                    <a:pt x="53411" y="30903"/>
                  </a:lnTo>
                  <a:lnTo>
                    <a:pt x="24605" y="14239"/>
                  </a:lnTo>
                  <a:lnTo>
                    <a:pt x="22982" y="13302"/>
                  </a:lnTo>
                  <a:lnTo>
                    <a:pt x="1"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35"/>
            <p:cNvSpPr/>
            <p:nvPr/>
          </p:nvSpPr>
          <p:spPr>
            <a:xfrm>
              <a:off x="3677175" y="2768600"/>
              <a:ext cx="2355850" cy="1481575"/>
            </a:xfrm>
            <a:custGeom>
              <a:avLst/>
              <a:gdLst/>
              <a:ahLst/>
              <a:cxnLst/>
              <a:rect l="l" t="t" r="r" b="b"/>
              <a:pathLst>
                <a:path w="94234" h="59263" extrusionOk="0">
                  <a:moveTo>
                    <a:pt x="94234" y="0"/>
                  </a:moveTo>
                  <a:lnTo>
                    <a:pt x="1" y="54704"/>
                  </a:lnTo>
                  <a:lnTo>
                    <a:pt x="1" y="59263"/>
                  </a:lnTo>
                  <a:lnTo>
                    <a:pt x="94234" y="4559"/>
                  </a:lnTo>
                  <a:lnTo>
                    <a:pt x="942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35"/>
            <p:cNvSpPr/>
            <p:nvPr/>
          </p:nvSpPr>
          <p:spPr>
            <a:xfrm>
              <a:off x="3972675" y="1759600"/>
              <a:ext cx="145675" cy="186975"/>
            </a:xfrm>
            <a:custGeom>
              <a:avLst/>
              <a:gdLst/>
              <a:ahLst/>
              <a:cxnLst/>
              <a:rect l="l" t="t" r="r" b="b"/>
              <a:pathLst>
                <a:path w="5827" h="7479" extrusionOk="0">
                  <a:moveTo>
                    <a:pt x="4224" y="1"/>
                  </a:moveTo>
                  <a:cubicBezTo>
                    <a:pt x="3829" y="1"/>
                    <a:pt x="3384" y="129"/>
                    <a:pt x="2909" y="403"/>
                  </a:cubicBezTo>
                  <a:cubicBezTo>
                    <a:pt x="1303" y="1331"/>
                    <a:pt x="1" y="3579"/>
                    <a:pt x="1" y="5417"/>
                  </a:cubicBezTo>
                  <a:cubicBezTo>
                    <a:pt x="1" y="6354"/>
                    <a:pt x="331" y="6996"/>
                    <a:pt x="866" y="7299"/>
                  </a:cubicBezTo>
                  <a:lnTo>
                    <a:pt x="875" y="7308"/>
                  </a:lnTo>
                  <a:cubicBezTo>
                    <a:pt x="1084" y="7417"/>
                    <a:pt x="1309" y="7479"/>
                    <a:pt x="1564" y="7479"/>
                  </a:cubicBezTo>
                  <a:cubicBezTo>
                    <a:pt x="1581" y="7479"/>
                    <a:pt x="1598" y="7478"/>
                    <a:pt x="1616" y="7478"/>
                  </a:cubicBezTo>
                  <a:cubicBezTo>
                    <a:pt x="2008" y="7478"/>
                    <a:pt x="2445" y="7353"/>
                    <a:pt x="2909" y="7076"/>
                  </a:cubicBezTo>
                  <a:cubicBezTo>
                    <a:pt x="4515" y="6148"/>
                    <a:pt x="5826" y="3909"/>
                    <a:pt x="5826" y="2063"/>
                  </a:cubicBezTo>
                  <a:cubicBezTo>
                    <a:pt x="5826" y="1527"/>
                    <a:pt x="5710" y="1081"/>
                    <a:pt x="5514" y="742"/>
                  </a:cubicBezTo>
                  <a:cubicBezTo>
                    <a:pt x="5398" y="546"/>
                    <a:pt x="5255" y="377"/>
                    <a:pt x="5077" y="261"/>
                  </a:cubicBezTo>
                  <a:cubicBezTo>
                    <a:pt x="5006" y="207"/>
                    <a:pt x="4925" y="162"/>
                    <a:pt x="4836" y="127"/>
                  </a:cubicBezTo>
                  <a:lnTo>
                    <a:pt x="4836" y="118"/>
                  </a:lnTo>
                  <a:cubicBezTo>
                    <a:pt x="4650" y="41"/>
                    <a:pt x="4445" y="1"/>
                    <a:pt x="4224"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35"/>
            <p:cNvSpPr/>
            <p:nvPr/>
          </p:nvSpPr>
          <p:spPr>
            <a:xfrm>
              <a:off x="3972675" y="1759600"/>
              <a:ext cx="146775" cy="193875"/>
            </a:xfrm>
            <a:custGeom>
              <a:avLst/>
              <a:gdLst/>
              <a:ahLst/>
              <a:cxnLst/>
              <a:rect l="l" t="t" r="r" b="b"/>
              <a:pathLst>
                <a:path w="5871" h="7755" extrusionOk="0">
                  <a:moveTo>
                    <a:pt x="4224" y="1"/>
                  </a:moveTo>
                  <a:cubicBezTo>
                    <a:pt x="3829" y="1"/>
                    <a:pt x="3384" y="129"/>
                    <a:pt x="2909" y="403"/>
                  </a:cubicBezTo>
                  <a:cubicBezTo>
                    <a:pt x="1303" y="1331"/>
                    <a:pt x="1" y="3579"/>
                    <a:pt x="1" y="5417"/>
                  </a:cubicBezTo>
                  <a:cubicBezTo>
                    <a:pt x="1" y="6354"/>
                    <a:pt x="331" y="6996"/>
                    <a:pt x="866" y="7299"/>
                  </a:cubicBezTo>
                  <a:lnTo>
                    <a:pt x="875" y="7308"/>
                  </a:lnTo>
                  <a:lnTo>
                    <a:pt x="1669" y="7754"/>
                  </a:lnTo>
                  <a:lnTo>
                    <a:pt x="1616" y="7478"/>
                  </a:lnTo>
                  <a:lnTo>
                    <a:pt x="1312" y="6006"/>
                  </a:lnTo>
                  <a:lnTo>
                    <a:pt x="2294" y="2937"/>
                  </a:lnTo>
                  <a:lnTo>
                    <a:pt x="3828" y="1278"/>
                  </a:lnTo>
                  <a:lnTo>
                    <a:pt x="4997" y="805"/>
                  </a:lnTo>
                  <a:lnTo>
                    <a:pt x="5514" y="742"/>
                  </a:lnTo>
                  <a:lnTo>
                    <a:pt x="5871" y="698"/>
                  </a:lnTo>
                  <a:lnTo>
                    <a:pt x="5077" y="261"/>
                  </a:lnTo>
                  <a:lnTo>
                    <a:pt x="4836" y="127"/>
                  </a:lnTo>
                  <a:lnTo>
                    <a:pt x="4836" y="118"/>
                  </a:lnTo>
                  <a:cubicBezTo>
                    <a:pt x="4650" y="41"/>
                    <a:pt x="4445" y="1"/>
                    <a:pt x="42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5"/>
            <p:cNvSpPr/>
            <p:nvPr/>
          </p:nvSpPr>
          <p:spPr>
            <a:xfrm>
              <a:off x="3995425" y="1772600"/>
              <a:ext cx="145675" cy="187025"/>
            </a:xfrm>
            <a:custGeom>
              <a:avLst/>
              <a:gdLst/>
              <a:ahLst/>
              <a:cxnLst/>
              <a:rect l="l" t="t" r="r" b="b"/>
              <a:pathLst>
                <a:path w="5827" h="7481" extrusionOk="0">
                  <a:moveTo>
                    <a:pt x="4224" y="1"/>
                  </a:moveTo>
                  <a:cubicBezTo>
                    <a:pt x="3831" y="1"/>
                    <a:pt x="3388" y="129"/>
                    <a:pt x="2918" y="401"/>
                  </a:cubicBezTo>
                  <a:cubicBezTo>
                    <a:pt x="1303" y="1329"/>
                    <a:pt x="1" y="3577"/>
                    <a:pt x="1" y="5423"/>
                  </a:cubicBezTo>
                  <a:cubicBezTo>
                    <a:pt x="1" y="6725"/>
                    <a:pt x="655" y="7481"/>
                    <a:pt x="1610" y="7481"/>
                  </a:cubicBezTo>
                  <a:cubicBezTo>
                    <a:pt x="2003" y="7481"/>
                    <a:pt x="2447" y="7353"/>
                    <a:pt x="2918" y="7083"/>
                  </a:cubicBezTo>
                  <a:cubicBezTo>
                    <a:pt x="4524" y="6155"/>
                    <a:pt x="5826" y="3907"/>
                    <a:pt x="5826" y="2060"/>
                  </a:cubicBezTo>
                  <a:cubicBezTo>
                    <a:pt x="5826" y="754"/>
                    <a:pt x="5174" y="1"/>
                    <a:pt x="4224" y="1"/>
                  </a:cubicBezTo>
                  <a:close/>
                </a:path>
              </a:pathLst>
            </a:custGeom>
            <a:solidFill>
              <a:srgbClr val="1317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35"/>
            <p:cNvSpPr/>
            <p:nvPr/>
          </p:nvSpPr>
          <p:spPr>
            <a:xfrm>
              <a:off x="4014400" y="1791525"/>
              <a:ext cx="107725" cy="149000"/>
            </a:xfrm>
            <a:custGeom>
              <a:avLst/>
              <a:gdLst/>
              <a:ahLst/>
              <a:cxnLst/>
              <a:rect l="l" t="t" r="r" b="b"/>
              <a:pathLst>
                <a:path w="4309" h="5960" extrusionOk="0">
                  <a:moveTo>
                    <a:pt x="3462" y="1"/>
                  </a:moveTo>
                  <a:cubicBezTo>
                    <a:pt x="3194" y="1"/>
                    <a:pt x="2873" y="108"/>
                    <a:pt x="2534" y="295"/>
                  </a:cubicBezTo>
                  <a:cubicBezTo>
                    <a:pt x="1160" y="1089"/>
                    <a:pt x="0" y="3087"/>
                    <a:pt x="0" y="4666"/>
                  </a:cubicBezTo>
                  <a:cubicBezTo>
                    <a:pt x="0" y="5050"/>
                    <a:pt x="89" y="5960"/>
                    <a:pt x="848" y="5960"/>
                  </a:cubicBezTo>
                  <a:cubicBezTo>
                    <a:pt x="1115" y="5960"/>
                    <a:pt x="1436" y="5862"/>
                    <a:pt x="1775" y="5665"/>
                  </a:cubicBezTo>
                  <a:cubicBezTo>
                    <a:pt x="3149" y="4871"/>
                    <a:pt x="4309" y="2873"/>
                    <a:pt x="4309" y="1303"/>
                  </a:cubicBezTo>
                  <a:cubicBezTo>
                    <a:pt x="4309" y="911"/>
                    <a:pt x="4229" y="1"/>
                    <a:pt x="3462"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5"/>
            <p:cNvSpPr/>
            <p:nvPr/>
          </p:nvSpPr>
          <p:spPr>
            <a:xfrm>
              <a:off x="4020850" y="1797775"/>
              <a:ext cx="95050" cy="136525"/>
            </a:xfrm>
            <a:custGeom>
              <a:avLst/>
              <a:gdLst/>
              <a:ahLst/>
              <a:cxnLst/>
              <a:rect l="l" t="t" r="r" b="b"/>
              <a:pathLst>
                <a:path w="3802" h="5461" extrusionOk="0">
                  <a:moveTo>
                    <a:pt x="3204" y="0"/>
                  </a:moveTo>
                  <a:cubicBezTo>
                    <a:pt x="2980" y="0"/>
                    <a:pt x="2704" y="99"/>
                    <a:pt x="2401" y="268"/>
                  </a:cubicBezTo>
                  <a:cubicBezTo>
                    <a:pt x="2142" y="420"/>
                    <a:pt x="1892" y="607"/>
                    <a:pt x="1660" y="839"/>
                  </a:cubicBezTo>
                  <a:cubicBezTo>
                    <a:pt x="929" y="1544"/>
                    <a:pt x="340" y="2570"/>
                    <a:pt x="108" y="3551"/>
                  </a:cubicBezTo>
                  <a:cubicBezTo>
                    <a:pt x="37" y="3845"/>
                    <a:pt x="1" y="4140"/>
                    <a:pt x="1" y="4416"/>
                  </a:cubicBezTo>
                  <a:cubicBezTo>
                    <a:pt x="1" y="4809"/>
                    <a:pt x="72" y="5460"/>
                    <a:pt x="590" y="5460"/>
                  </a:cubicBezTo>
                  <a:cubicBezTo>
                    <a:pt x="813" y="5460"/>
                    <a:pt x="1089" y="5371"/>
                    <a:pt x="1393" y="5192"/>
                  </a:cubicBezTo>
                  <a:cubicBezTo>
                    <a:pt x="2695" y="4443"/>
                    <a:pt x="3801" y="2543"/>
                    <a:pt x="3801" y="1053"/>
                  </a:cubicBezTo>
                  <a:cubicBezTo>
                    <a:pt x="3801" y="661"/>
                    <a:pt x="3721" y="0"/>
                    <a:pt x="320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35"/>
            <p:cNvSpPr/>
            <p:nvPr/>
          </p:nvSpPr>
          <p:spPr>
            <a:xfrm>
              <a:off x="4021975" y="1797775"/>
              <a:ext cx="93925" cy="136525"/>
            </a:xfrm>
            <a:custGeom>
              <a:avLst/>
              <a:gdLst/>
              <a:ahLst/>
              <a:cxnLst/>
              <a:rect l="l" t="t" r="r" b="b"/>
              <a:pathLst>
                <a:path w="3757" h="5461" extrusionOk="0">
                  <a:moveTo>
                    <a:pt x="3159" y="0"/>
                  </a:moveTo>
                  <a:cubicBezTo>
                    <a:pt x="3087" y="0"/>
                    <a:pt x="3016" y="9"/>
                    <a:pt x="2935" y="27"/>
                  </a:cubicBezTo>
                  <a:cubicBezTo>
                    <a:pt x="2971" y="206"/>
                    <a:pt x="2980" y="384"/>
                    <a:pt x="2980" y="536"/>
                  </a:cubicBezTo>
                  <a:cubicBezTo>
                    <a:pt x="2980" y="2025"/>
                    <a:pt x="1883" y="3926"/>
                    <a:pt x="580" y="4675"/>
                  </a:cubicBezTo>
                  <a:cubicBezTo>
                    <a:pt x="375" y="4800"/>
                    <a:pt x="179" y="4871"/>
                    <a:pt x="0" y="4916"/>
                  </a:cubicBezTo>
                  <a:cubicBezTo>
                    <a:pt x="72" y="5201"/>
                    <a:pt x="223" y="5460"/>
                    <a:pt x="545" y="5460"/>
                  </a:cubicBezTo>
                  <a:cubicBezTo>
                    <a:pt x="768" y="5460"/>
                    <a:pt x="1044" y="5371"/>
                    <a:pt x="1348" y="5192"/>
                  </a:cubicBezTo>
                  <a:cubicBezTo>
                    <a:pt x="2650" y="4443"/>
                    <a:pt x="3756" y="2543"/>
                    <a:pt x="3756" y="1053"/>
                  </a:cubicBezTo>
                  <a:cubicBezTo>
                    <a:pt x="3756" y="661"/>
                    <a:pt x="3676" y="0"/>
                    <a:pt x="31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35"/>
            <p:cNvSpPr/>
            <p:nvPr/>
          </p:nvSpPr>
          <p:spPr>
            <a:xfrm>
              <a:off x="4023525" y="1818725"/>
              <a:ext cx="60700" cy="78325"/>
            </a:xfrm>
            <a:custGeom>
              <a:avLst/>
              <a:gdLst/>
              <a:ahLst/>
              <a:cxnLst/>
              <a:rect l="l" t="t" r="r" b="b"/>
              <a:pathLst>
                <a:path w="2428" h="3133" extrusionOk="0">
                  <a:moveTo>
                    <a:pt x="1553" y="1"/>
                  </a:moveTo>
                  <a:cubicBezTo>
                    <a:pt x="822" y="706"/>
                    <a:pt x="233" y="1732"/>
                    <a:pt x="1" y="2713"/>
                  </a:cubicBezTo>
                  <a:lnTo>
                    <a:pt x="831" y="3132"/>
                  </a:lnTo>
                  <a:lnTo>
                    <a:pt x="804" y="3034"/>
                  </a:lnTo>
                  <a:lnTo>
                    <a:pt x="688" y="2463"/>
                  </a:lnTo>
                  <a:lnTo>
                    <a:pt x="1063" y="1295"/>
                  </a:lnTo>
                  <a:lnTo>
                    <a:pt x="1651" y="661"/>
                  </a:lnTo>
                  <a:lnTo>
                    <a:pt x="2097" y="483"/>
                  </a:lnTo>
                  <a:lnTo>
                    <a:pt x="2294" y="456"/>
                  </a:lnTo>
                  <a:lnTo>
                    <a:pt x="2427" y="438"/>
                  </a:lnTo>
                  <a:lnTo>
                    <a:pt x="2383" y="420"/>
                  </a:lnTo>
                  <a:lnTo>
                    <a:pt x="1553"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35"/>
            <p:cNvSpPr/>
            <p:nvPr/>
          </p:nvSpPr>
          <p:spPr>
            <a:xfrm>
              <a:off x="4036925" y="1827925"/>
              <a:ext cx="55775" cy="71525"/>
            </a:xfrm>
            <a:custGeom>
              <a:avLst/>
              <a:gdLst/>
              <a:ahLst/>
              <a:cxnLst/>
              <a:rect l="l" t="t" r="r" b="b"/>
              <a:pathLst>
                <a:path w="2231" h="2861" extrusionOk="0">
                  <a:moveTo>
                    <a:pt x="1614" y="1"/>
                  </a:moveTo>
                  <a:cubicBezTo>
                    <a:pt x="1464" y="1"/>
                    <a:pt x="1295" y="49"/>
                    <a:pt x="1115" y="150"/>
                  </a:cubicBezTo>
                  <a:cubicBezTo>
                    <a:pt x="500" y="507"/>
                    <a:pt x="0" y="1364"/>
                    <a:pt x="0" y="2077"/>
                  </a:cubicBezTo>
                  <a:cubicBezTo>
                    <a:pt x="0" y="2576"/>
                    <a:pt x="251" y="2861"/>
                    <a:pt x="615" y="2861"/>
                  </a:cubicBezTo>
                  <a:cubicBezTo>
                    <a:pt x="766" y="2861"/>
                    <a:pt x="936" y="2812"/>
                    <a:pt x="1115" y="2711"/>
                  </a:cubicBezTo>
                  <a:cubicBezTo>
                    <a:pt x="1731" y="2354"/>
                    <a:pt x="2230" y="1497"/>
                    <a:pt x="2230" y="793"/>
                  </a:cubicBezTo>
                  <a:cubicBezTo>
                    <a:pt x="2230" y="287"/>
                    <a:pt x="1980" y="1"/>
                    <a:pt x="1614"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35"/>
            <p:cNvSpPr/>
            <p:nvPr/>
          </p:nvSpPr>
          <p:spPr>
            <a:xfrm>
              <a:off x="4044275" y="1836825"/>
              <a:ext cx="43075" cy="56650"/>
            </a:xfrm>
            <a:custGeom>
              <a:avLst/>
              <a:gdLst/>
              <a:ahLst/>
              <a:cxnLst/>
              <a:rect l="l" t="t" r="r" b="b"/>
              <a:pathLst>
                <a:path w="1723" h="2266" extrusionOk="0">
                  <a:moveTo>
                    <a:pt x="1236" y="0"/>
                  </a:moveTo>
                  <a:cubicBezTo>
                    <a:pt x="1121" y="0"/>
                    <a:pt x="993" y="36"/>
                    <a:pt x="857" y="116"/>
                  </a:cubicBezTo>
                  <a:cubicBezTo>
                    <a:pt x="384" y="392"/>
                    <a:pt x="1" y="1043"/>
                    <a:pt x="1" y="1588"/>
                  </a:cubicBezTo>
                  <a:cubicBezTo>
                    <a:pt x="1" y="1855"/>
                    <a:pt x="99" y="2051"/>
                    <a:pt x="250" y="2132"/>
                  </a:cubicBezTo>
                  <a:lnTo>
                    <a:pt x="259" y="2141"/>
                  </a:lnTo>
                  <a:lnTo>
                    <a:pt x="491" y="2266"/>
                  </a:lnTo>
                  <a:lnTo>
                    <a:pt x="473" y="2185"/>
                  </a:lnTo>
                  <a:lnTo>
                    <a:pt x="384" y="1757"/>
                  </a:lnTo>
                  <a:lnTo>
                    <a:pt x="670" y="856"/>
                  </a:lnTo>
                  <a:lnTo>
                    <a:pt x="1125" y="374"/>
                  </a:lnTo>
                  <a:lnTo>
                    <a:pt x="1464" y="232"/>
                  </a:lnTo>
                  <a:lnTo>
                    <a:pt x="1615" y="214"/>
                  </a:lnTo>
                  <a:lnTo>
                    <a:pt x="1722" y="205"/>
                  </a:lnTo>
                  <a:lnTo>
                    <a:pt x="1490" y="80"/>
                  </a:lnTo>
                  <a:lnTo>
                    <a:pt x="1419" y="35"/>
                  </a:lnTo>
                  <a:cubicBezTo>
                    <a:pt x="1363" y="12"/>
                    <a:pt x="1302" y="0"/>
                    <a:pt x="1236"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35"/>
            <p:cNvSpPr/>
            <p:nvPr/>
          </p:nvSpPr>
          <p:spPr>
            <a:xfrm>
              <a:off x="4050975" y="1840625"/>
              <a:ext cx="42625" cy="54725"/>
            </a:xfrm>
            <a:custGeom>
              <a:avLst/>
              <a:gdLst/>
              <a:ahLst/>
              <a:cxnLst/>
              <a:rect l="l" t="t" r="r" b="b"/>
              <a:pathLst>
                <a:path w="1705" h="2189" extrusionOk="0">
                  <a:moveTo>
                    <a:pt x="1234" y="0"/>
                  </a:moveTo>
                  <a:cubicBezTo>
                    <a:pt x="1120" y="0"/>
                    <a:pt x="992" y="37"/>
                    <a:pt x="857" y="115"/>
                  </a:cubicBezTo>
                  <a:cubicBezTo>
                    <a:pt x="384" y="392"/>
                    <a:pt x="0" y="1043"/>
                    <a:pt x="0" y="1587"/>
                  </a:cubicBezTo>
                  <a:cubicBezTo>
                    <a:pt x="0" y="1966"/>
                    <a:pt x="192" y="2188"/>
                    <a:pt x="472" y="2188"/>
                  </a:cubicBezTo>
                  <a:cubicBezTo>
                    <a:pt x="587" y="2188"/>
                    <a:pt x="718" y="2150"/>
                    <a:pt x="857" y="2069"/>
                  </a:cubicBezTo>
                  <a:cubicBezTo>
                    <a:pt x="1321" y="1801"/>
                    <a:pt x="1704" y="1141"/>
                    <a:pt x="1704" y="606"/>
                  </a:cubicBezTo>
                  <a:cubicBezTo>
                    <a:pt x="1704" y="220"/>
                    <a:pt x="1511" y="0"/>
                    <a:pt x="1234" y="0"/>
                  </a:cubicBezTo>
                  <a:close/>
                </a:path>
              </a:pathLst>
            </a:custGeom>
            <a:solidFill>
              <a:srgbClr val="1317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35"/>
            <p:cNvSpPr/>
            <p:nvPr/>
          </p:nvSpPr>
          <p:spPr>
            <a:xfrm>
              <a:off x="3930525" y="1860000"/>
              <a:ext cx="59575" cy="72275"/>
            </a:xfrm>
            <a:custGeom>
              <a:avLst/>
              <a:gdLst/>
              <a:ahLst/>
              <a:cxnLst/>
              <a:rect l="l" t="t" r="r" b="b"/>
              <a:pathLst>
                <a:path w="2383" h="2891" extrusionOk="0">
                  <a:moveTo>
                    <a:pt x="2383" y="0"/>
                  </a:moveTo>
                  <a:lnTo>
                    <a:pt x="1" y="1374"/>
                  </a:lnTo>
                  <a:lnTo>
                    <a:pt x="429" y="2891"/>
                  </a:lnTo>
                  <a:lnTo>
                    <a:pt x="1946" y="2016"/>
                  </a:lnTo>
                  <a:lnTo>
                    <a:pt x="2383" y="0"/>
                  </a:lnTo>
                  <a:close/>
                </a:path>
              </a:pathLst>
            </a:custGeom>
            <a:solidFill>
              <a:srgbClr val="1317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35"/>
            <p:cNvSpPr/>
            <p:nvPr/>
          </p:nvSpPr>
          <p:spPr>
            <a:xfrm>
              <a:off x="3881925" y="1867350"/>
              <a:ext cx="59350" cy="64925"/>
            </a:xfrm>
            <a:custGeom>
              <a:avLst/>
              <a:gdLst/>
              <a:ahLst/>
              <a:cxnLst/>
              <a:rect l="l" t="t" r="r" b="b"/>
              <a:pathLst>
                <a:path w="2374" h="2597" extrusionOk="0">
                  <a:moveTo>
                    <a:pt x="0" y="1"/>
                  </a:moveTo>
                  <a:lnTo>
                    <a:pt x="428" y="1517"/>
                  </a:lnTo>
                  <a:lnTo>
                    <a:pt x="2373" y="2597"/>
                  </a:lnTo>
                  <a:lnTo>
                    <a:pt x="1945" y="1080"/>
                  </a:lnTo>
                  <a:lnTo>
                    <a:pt x="0" y="1"/>
                  </a:lnTo>
                  <a:close/>
                </a:path>
              </a:pathLst>
            </a:custGeom>
            <a:solidFill>
              <a:srgbClr val="1F1F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35"/>
            <p:cNvSpPr/>
            <p:nvPr/>
          </p:nvSpPr>
          <p:spPr>
            <a:xfrm>
              <a:off x="3881925" y="1833000"/>
              <a:ext cx="108175" cy="61375"/>
            </a:xfrm>
            <a:custGeom>
              <a:avLst/>
              <a:gdLst/>
              <a:ahLst/>
              <a:cxnLst/>
              <a:rect l="l" t="t" r="r" b="b"/>
              <a:pathLst>
                <a:path w="4327" h="2455" extrusionOk="0">
                  <a:moveTo>
                    <a:pt x="2382" y="1"/>
                  </a:moveTo>
                  <a:lnTo>
                    <a:pt x="0" y="1375"/>
                  </a:lnTo>
                  <a:lnTo>
                    <a:pt x="1945" y="2454"/>
                  </a:lnTo>
                  <a:lnTo>
                    <a:pt x="4327" y="1080"/>
                  </a:lnTo>
                  <a:lnTo>
                    <a:pt x="2382"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35"/>
            <p:cNvSpPr/>
            <p:nvPr/>
          </p:nvSpPr>
          <p:spPr>
            <a:xfrm>
              <a:off x="4021975" y="1845725"/>
              <a:ext cx="93925" cy="64250"/>
            </a:xfrm>
            <a:custGeom>
              <a:avLst/>
              <a:gdLst/>
              <a:ahLst/>
              <a:cxnLst/>
              <a:rect l="l" t="t" r="r" b="b"/>
              <a:pathLst>
                <a:path w="3757" h="2570" extrusionOk="0">
                  <a:moveTo>
                    <a:pt x="3331" y="0"/>
                  </a:moveTo>
                  <a:cubicBezTo>
                    <a:pt x="3311" y="0"/>
                    <a:pt x="3292" y="3"/>
                    <a:pt x="3274" y="9"/>
                  </a:cubicBezTo>
                  <a:lnTo>
                    <a:pt x="3257" y="27"/>
                  </a:lnTo>
                  <a:lnTo>
                    <a:pt x="0" y="1874"/>
                  </a:lnTo>
                  <a:lnTo>
                    <a:pt x="36" y="1874"/>
                  </a:lnTo>
                  <a:lnTo>
                    <a:pt x="90" y="1883"/>
                  </a:lnTo>
                  <a:lnTo>
                    <a:pt x="206" y="1927"/>
                  </a:lnTo>
                  <a:lnTo>
                    <a:pt x="357" y="2097"/>
                  </a:lnTo>
                  <a:lnTo>
                    <a:pt x="455" y="2391"/>
                  </a:lnTo>
                  <a:lnTo>
                    <a:pt x="420" y="2543"/>
                  </a:lnTo>
                  <a:lnTo>
                    <a:pt x="420" y="2570"/>
                  </a:lnTo>
                  <a:lnTo>
                    <a:pt x="3667" y="723"/>
                  </a:lnTo>
                  <a:lnTo>
                    <a:pt x="3667" y="714"/>
                  </a:lnTo>
                  <a:cubicBezTo>
                    <a:pt x="3721" y="687"/>
                    <a:pt x="3756" y="625"/>
                    <a:pt x="3756" y="536"/>
                  </a:cubicBezTo>
                  <a:cubicBezTo>
                    <a:pt x="3756" y="348"/>
                    <a:pt x="3622" y="134"/>
                    <a:pt x="3471" y="36"/>
                  </a:cubicBezTo>
                  <a:cubicBezTo>
                    <a:pt x="3417" y="12"/>
                    <a:pt x="3372" y="0"/>
                    <a:pt x="3331"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35"/>
            <p:cNvSpPr/>
            <p:nvPr/>
          </p:nvSpPr>
          <p:spPr>
            <a:xfrm>
              <a:off x="4021975" y="1845725"/>
              <a:ext cx="93925" cy="49750"/>
            </a:xfrm>
            <a:custGeom>
              <a:avLst/>
              <a:gdLst/>
              <a:ahLst/>
              <a:cxnLst/>
              <a:rect l="l" t="t" r="r" b="b"/>
              <a:pathLst>
                <a:path w="3757" h="1990" extrusionOk="0">
                  <a:moveTo>
                    <a:pt x="3331" y="0"/>
                  </a:moveTo>
                  <a:cubicBezTo>
                    <a:pt x="3311" y="0"/>
                    <a:pt x="3292" y="3"/>
                    <a:pt x="3274" y="9"/>
                  </a:cubicBezTo>
                  <a:lnTo>
                    <a:pt x="3257" y="27"/>
                  </a:lnTo>
                  <a:lnTo>
                    <a:pt x="0" y="1874"/>
                  </a:lnTo>
                  <a:lnTo>
                    <a:pt x="36" y="1874"/>
                  </a:lnTo>
                  <a:lnTo>
                    <a:pt x="90" y="1883"/>
                  </a:lnTo>
                  <a:lnTo>
                    <a:pt x="206" y="1927"/>
                  </a:lnTo>
                  <a:lnTo>
                    <a:pt x="259" y="1990"/>
                  </a:lnTo>
                  <a:lnTo>
                    <a:pt x="3257" y="286"/>
                  </a:lnTo>
                  <a:lnTo>
                    <a:pt x="3274" y="268"/>
                  </a:lnTo>
                  <a:cubicBezTo>
                    <a:pt x="3292" y="262"/>
                    <a:pt x="3311" y="259"/>
                    <a:pt x="3331" y="259"/>
                  </a:cubicBezTo>
                  <a:cubicBezTo>
                    <a:pt x="3372" y="259"/>
                    <a:pt x="3417" y="271"/>
                    <a:pt x="3471" y="295"/>
                  </a:cubicBezTo>
                  <a:cubicBezTo>
                    <a:pt x="3587" y="366"/>
                    <a:pt x="3685" y="509"/>
                    <a:pt x="3729" y="652"/>
                  </a:cubicBezTo>
                  <a:cubicBezTo>
                    <a:pt x="3747" y="616"/>
                    <a:pt x="3756" y="580"/>
                    <a:pt x="3756" y="536"/>
                  </a:cubicBezTo>
                  <a:cubicBezTo>
                    <a:pt x="3756" y="348"/>
                    <a:pt x="3622" y="134"/>
                    <a:pt x="3471" y="36"/>
                  </a:cubicBezTo>
                  <a:cubicBezTo>
                    <a:pt x="3417" y="12"/>
                    <a:pt x="3372" y="0"/>
                    <a:pt x="3331"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5"/>
            <p:cNvSpPr/>
            <p:nvPr/>
          </p:nvSpPr>
          <p:spPr>
            <a:xfrm>
              <a:off x="4032450" y="1909500"/>
              <a:ext cx="25" cy="475"/>
            </a:xfrm>
            <a:custGeom>
              <a:avLst/>
              <a:gdLst/>
              <a:ahLst/>
              <a:cxnLst/>
              <a:rect l="l" t="t" r="r" b="b"/>
              <a:pathLst>
                <a:path w="1" h="19" extrusionOk="0">
                  <a:moveTo>
                    <a:pt x="1" y="10"/>
                  </a:moveTo>
                  <a:lnTo>
                    <a:pt x="1" y="19"/>
                  </a:lnTo>
                  <a:lnTo>
                    <a:pt x="1"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35"/>
            <p:cNvSpPr/>
            <p:nvPr/>
          </p:nvSpPr>
          <p:spPr>
            <a:xfrm>
              <a:off x="4019975" y="1892050"/>
              <a:ext cx="14300" cy="18450"/>
            </a:xfrm>
            <a:custGeom>
              <a:avLst/>
              <a:gdLst/>
              <a:ahLst/>
              <a:cxnLst/>
              <a:rect l="l" t="t" r="r" b="b"/>
              <a:pathLst>
                <a:path w="572" h="738" extrusionOk="0">
                  <a:moveTo>
                    <a:pt x="157" y="0"/>
                  </a:moveTo>
                  <a:cubicBezTo>
                    <a:pt x="63" y="0"/>
                    <a:pt x="0" y="75"/>
                    <a:pt x="0" y="208"/>
                  </a:cubicBezTo>
                  <a:cubicBezTo>
                    <a:pt x="0" y="387"/>
                    <a:pt x="125" y="610"/>
                    <a:pt x="286" y="699"/>
                  </a:cubicBezTo>
                  <a:cubicBezTo>
                    <a:pt x="333" y="725"/>
                    <a:pt x="376" y="737"/>
                    <a:pt x="415" y="737"/>
                  </a:cubicBezTo>
                  <a:cubicBezTo>
                    <a:pt x="509" y="737"/>
                    <a:pt x="571" y="665"/>
                    <a:pt x="571" y="538"/>
                  </a:cubicBezTo>
                  <a:cubicBezTo>
                    <a:pt x="571" y="351"/>
                    <a:pt x="446" y="128"/>
                    <a:pt x="286" y="39"/>
                  </a:cubicBezTo>
                  <a:cubicBezTo>
                    <a:pt x="239" y="13"/>
                    <a:pt x="196" y="0"/>
                    <a:pt x="157"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5"/>
            <p:cNvSpPr/>
            <p:nvPr/>
          </p:nvSpPr>
          <p:spPr>
            <a:xfrm>
              <a:off x="3838425" y="1896025"/>
              <a:ext cx="193175" cy="94900"/>
            </a:xfrm>
            <a:custGeom>
              <a:avLst/>
              <a:gdLst/>
              <a:ahLst/>
              <a:cxnLst/>
              <a:rect l="l" t="t" r="r" b="b"/>
              <a:pathLst>
                <a:path w="7727" h="3796" extrusionOk="0">
                  <a:moveTo>
                    <a:pt x="7374" y="1"/>
                  </a:moveTo>
                  <a:cubicBezTo>
                    <a:pt x="7321" y="1"/>
                    <a:pt x="7267" y="14"/>
                    <a:pt x="7218" y="40"/>
                  </a:cubicBezTo>
                  <a:lnTo>
                    <a:pt x="1990" y="3091"/>
                  </a:lnTo>
                  <a:cubicBezTo>
                    <a:pt x="1888" y="3148"/>
                    <a:pt x="1778" y="3176"/>
                    <a:pt x="1668" y="3176"/>
                  </a:cubicBezTo>
                  <a:cubicBezTo>
                    <a:pt x="1470" y="3176"/>
                    <a:pt x="1274" y="3085"/>
                    <a:pt x="1142" y="2913"/>
                  </a:cubicBezTo>
                  <a:lnTo>
                    <a:pt x="500" y="2047"/>
                  </a:lnTo>
                  <a:lnTo>
                    <a:pt x="0" y="2422"/>
                  </a:lnTo>
                  <a:lnTo>
                    <a:pt x="652" y="3287"/>
                  </a:lnTo>
                  <a:cubicBezTo>
                    <a:pt x="901" y="3618"/>
                    <a:pt x="1276" y="3796"/>
                    <a:pt x="1669" y="3796"/>
                  </a:cubicBezTo>
                  <a:cubicBezTo>
                    <a:pt x="1883" y="3796"/>
                    <a:pt x="2106" y="3734"/>
                    <a:pt x="2302" y="3618"/>
                  </a:cubicBezTo>
                  <a:lnTo>
                    <a:pt x="7530" y="575"/>
                  </a:lnTo>
                  <a:cubicBezTo>
                    <a:pt x="7681" y="486"/>
                    <a:pt x="7726" y="299"/>
                    <a:pt x="7646" y="156"/>
                  </a:cubicBezTo>
                  <a:cubicBezTo>
                    <a:pt x="7586" y="54"/>
                    <a:pt x="7482" y="1"/>
                    <a:pt x="73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35"/>
            <p:cNvSpPr/>
            <p:nvPr/>
          </p:nvSpPr>
          <p:spPr>
            <a:xfrm>
              <a:off x="3838425" y="1896025"/>
              <a:ext cx="192500" cy="86725"/>
            </a:xfrm>
            <a:custGeom>
              <a:avLst/>
              <a:gdLst/>
              <a:ahLst/>
              <a:cxnLst/>
              <a:rect l="l" t="t" r="r" b="b"/>
              <a:pathLst>
                <a:path w="7700" h="3469" extrusionOk="0">
                  <a:moveTo>
                    <a:pt x="7374" y="1"/>
                  </a:moveTo>
                  <a:cubicBezTo>
                    <a:pt x="7321" y="1"/>
                    <a:pt x="7267" y="14"/>
                    <a:pt x="7218" y="40"/>
                  </a:cubicBezTo>
                  <a:lnTo>
                    <a:pt x="1990" y="3091"/>
                  </a:lnTo>
                  <a:cubicBezTo>
                    <a:pt x="1888" y="3148"/>
                    <a:pt x="1778" y="3176"/>
                    <a:pt x="1668" y="3176"/>
                  </a:cubicBezTo>
                  <a:cubicBezTo>
                    <a:pt x="1470" y="3176"/>
                    <a:pt x="1274" y="3085"/>
                    <a:pt x="1142" y="2913"/>
                  </a:cubicBezTo>
                  <a:lnTo>
                    <a:pt x="500" y="2047"/>
                  </a:lnTo>
                  <a:lnTo>
                    <a:pt x="0" y="2422"/>
                  </a:lnTo>
                  <a:lnTo>
                    <a:pt x="143" y="2601"/>
                  </a:lnTo>
                  <a:lnTo>
                    <a:pt x="500" y="2342"/>
                  </a:lnTo>
                  <a:lnTo>
                    <a:pt x="1142" y="3207"/>
                  </a:lnTo>
                  <a:cubicBezTo>
                    <a:pt x="1273" y="3377"/>
                    <a:pt x="1465" y="3468"/>
                    <a:pt x="1660" y="3468"/>
                  </a:cubicBezTo>
                  <a:cubicBezTo>
                    <a:pt x="1772" y="3468"/>
                    <a:pt x="1886" y="3438"/>
                    <a:pt x="1990" y="3377"/>
                  </a:cubicBezTo>
                  <a:lnTo>
                    <a:pt x="7218" y="335"/>
                  </a:lnTo>
                  <a:cubicBezTo>
                    <a:pt x="7268" y="305"/>
                    <a:pt x="7323" y="291"/>
                    <a:pt x="7376" y="291"/>
                  </a:cubicBezTo>
                  <a:cubicBezTo>
                    <a:pt x="7483" y="291"/>
                    <a:pt x="7586" y="347"/>
                    <a:pt x="7646" y="442"/>
                  </a:cubicBezTo>
                  <a:cubicBezTo>
                    <a:pt x="7646" y="451"/>
                    <a:pt x="7646" y="451"/>
                    <a:pt x="7646" y="451"/>
                  </a:cubicBezTo>
                  <a:cubicBezTo>
                    <a:pt x="7699" y="361"/>
                    <a:pt x="7699" y="245"/>
                    <a:pt x="7646" y="156"/>
                  </a:cubicBezTo>
                  <a:cubicBezTo>
                    <a:pt x="7586" y="54"/>
                    <a:pt x="7482" y="1"/>
                    <a:pt x="7374"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35"/>
            <p:cNvSpPr/>
            <p:nvPr/>
          </p:nvSpPr>
          <p:spPr>
            <a:xfrm>
              <a:off x="3759025" y="1907050"/>
              <a:ext cx="71175" cy="55775"/>
            </a:xfrm>
            <a:custGeom>
              <a:avLst/>
              <a:gdLst/>
              <a:ahLst/>
              <a:cxnLst/>
              <a:rect l="l" t="t" r="r" b="b"/>
              <a:pathLst>
                <a:path w="2847" h="2231" extrusionOk="0">
                  <a:moveTo>
                    <a:pt x="1" y="1"/>
                  </a:moveTo>
                  <a:cubicBezTo>
                    <a:pt x="143" y="812"/>
                    <a:pt x="491" y="1276"/>
                    <a:pt x="946" y="1499"/>
                  </a:cubicBezTo>
                  <a:lnTo>
                    <a:pt x="1223" y="1606"/>
                  </a:lnTo>
                  <a:lnTo>
                    <a:pt x="2846" y="2231"/>
                  </a:lnTo>
                  <a:lnTo>
                    <a:pt x="2463" y="1615"/>
                  </a:lnTo>
                  <a:lnTo>
                    <a:pt x="1892" y="723"/>
                  </a:lnTo>
                  <a:lnTo>
                    <a:pt x="1"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35"/>
            <p:cNvSpPr/>
            <p:nvPr/>
          </p:nvSpPr>
          <p:spPr>
            <a:xfrm>
              <a:off x="3806300" y="1865575"/>
              <a:ext cx="134975" cy="101625"/>
            </a:xfrm>
            <a:custGeom>
              <a:avLst/>
              <a:gdLst/>
              <a:ahLst/>
              <a:cxnLst/>
              <a:rect l="l" t="t" r="r" b="b"/>
              <a:pathLst>
                <a:path w="5399" h="4065" extrusionOk="0">
                  <a:moveTo>
                    <a:pt x="4961" y="0"/>
                  </a:moveTo>
                  <a:lnTo>
                    <a:pt x="1" y="2382"/>
                  </a:lnTo>
                  <a:cubicBezTo>
                    <a:pt x="215" y="3653"/>
                    <a:pt x="948" y="4064"/>
                    <a:pt x="1809" y="4064"/>
                  </a:cubicBezTo>
                  <a:cubicBezTo>
                    <a:pt x="3390" y="4064"/>
                    <a:pt x="5398" y="2677"/>
                    <a:pt x="5398" y="2677"/>
                  </a:cubicBezTo>
                  <a:lnTo>
                    <a:pt x="496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35"/>
            <p:cNvSpPr/>
            <p:nvPr/>
          </p:nvSpPr>
          <p:spPr>
            <a:xfrm>
              <a:off x="3759025" y="1847500"/>
              <a:ext cx="171300" cy="77650"/>
            </a:xfrm>
            <a:custGeom>
              <a:avLst/>
              <a:gdLst/>
              <a:ahLst/>
              <a:cxnLst/>
              <a:rect l="l" t="t" r="r" b="b"/>
              <a:pathLst>
                <a:path w="6852" h="3106" extrusionOk="0">
                  <a:moveTo>
                    <a:pt x="4961" y="1"/>
                  </a:moveTo>
                  <a:lnTo>
                    <a:pt x="1" y="2383"/>
                  </a:lnTo>
                  <a:lnTo>
                    <a:pt x="1892" y="3105"/>
                  </a:lnTo>
                  <a:lnTo>
                    <a:pt x="6852" y="723"/>
                  </a:lnTo>
                  <a:lnTo>
                    <a:pt x="4961"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35"/>
            <p:cNvSpPr/>
            <p:nvPr/>
          </p:nvSpPr>
          <p:spPr>
            <a:xfrm>
              <a:off x="3857825" y="1886325"/>
              <a:ext cx="53775" cy="70925"/>
            </a:xfrm>
            <a:custGeom>
              <a:avLst/>
              <a:gdLst/>
              <a:ahLst/>
              <a:cxnLst/>
              <a:rect l="l" t="t" r="r" b="b"/>
              <a:pathLst>
                <a:path w="2151" h="2837" extrusionOk="0">
                  <a:moveTo>
                    <a:pt x="1540" y="0"/>
                  </a:moveTo>
                  <a:cubicBezTo>
                    <a:pt x="1395" y="0"/>
                    <a:pt x="1232" y="46"/>
                    <a:pt x="1062" y="143"/>
                  </a:cubicBezTo>
                  <a:cubicBezTo>
                    <a:pt x="473" y="482"/>
                    <a:pt x="1" y="1302"/>
                    <a:pt x="1" y="1980"/>
                  </a:cubicBezTo>
                  <a:cubicBezTo>
                    <a:pt x="1" y="2319"/>
                    <a:pt x="117" y="2560"/>
                    <a:pt x="313" y="2667"/>
                  </a:cubicBezTo>
                  <a:lnTo>
                    <a:pt x="322" y="2667"/>
                  </a:lnTo>
                  <a:lnTo>
                    <a:pt x="607" y="2837"/>
                  </a:lnTo>
                  <a:lnTo>
                    <a:pt x="589" y="2739"/>
                  </a:lnTo>
                  <a:lnTo>
                    <a:pt x="482" y="2195"/>
                  </a:lnTo>
                  <a:lnTo>
                    <a:pt x="839" y="1071"/>
                  </a:lnTo>
                  <a:lnTo>
                    <a:pt x="1401" y="464"/>
                  </a:lnTo>
                  <a:lnTo>
                    <a:pt x="1829" y="294"/>
                  </a:lnTo>
                  <a:lnTo>
                    <a:pt x="2017" y="268"/>
                  </a:lnTo>
                  <a:lnTo>
                    <a:pt x="2151" y="259"/>
                  </a:lnTo>
                  <a:lnTo>
                    <a:pt x="1856" y="89"/>
                  </a:lnTo>
                  <a:lnTo>
                    <a:pt x="1767" y="45"/>
                  </a:lnTo>
                  <a:cubicBezTo>
                    <a:pt x="1699" y="15"/>
                    <a:pt x="1622" y="0"/>
                    <a:pt x="1540"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5"/>
            <p:cNvSpPr/>
            <p:nvPr/>
          </p:nvSpPr>
          <p:spPr>
            <a:xfrm>
              <a:off x="3866075" y="1890950"/>
              <a:ext cx="53325" cy="68525"/>
            </a:xfrm>
            <a:custGeom>
              <a:avLst/>
              <a:gdLst/>
              <a:ahLst/>
              <a:cxnLst/>
              <a:rect l="l" t="t" r="r" b="b"/>
              <a:pathLst>
                <a:path w="2133" h="2741" extrusionOk="0">
                  <a:moveTo>
                    <a:pt x="1545" y="0"/>
                  </a:moveTo>
                  <a:cubicBezTo>
                    <a:pt x="1403" y="0"/>
                    <a:pt x="1242" y="47"/>
                    <a:pt x="1071" y="145"/>
                  </a:cubicBezTo>
                  <a:cubicBezTo>
                    <a:pt x="482" y="493"/>
                    <a:pt x="1" y="1314"/>
                    <a:pt x="1" y="1983"/>
                  </a:cubicBezTo>
                  <a:cubicBezTo>
                    <a:pt x="1" y="2461"/>
                    <a:pt x="241" y="2740"/>
                    <a:pt x="589" y="2740"/>
                  </a:cubicBezTo>
                  <a:cubicBezTo>
                    <a:pt x="734" y="2740"/>
                    <a:pt x="898" y="2692"/>
                    <a:pt x="1071" y="2589"/>
                  </a:cubicBezTo>
                  <a:cubicBezTo>
                    <a:pt x="1660" y="2250"/>
                    <a:pt x="2133" y="1430"/>
                    <a:pt x="2133" y="761"/>
                  </a:cubicBezTo>
                  <a:cubicBezTo>
                    <a:pt x="2133" y="279"/>
                    <a:pt x="1894" y="0"/>
                    <a:pt x="1545" y="0"/>
                  </a:cubicBezTo>
                  <a:close/>
                </a:path>
              </a:pathLst>
            </a:custGeom>
            <a:solidFill>
              <a:srgbClr val="1317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5"/>
            <p:cNvSpPr/>
            <p:nvPr/>
          </p:nvSpPr>
          <p:spPr>
            <a:xfrm>
              <a:off x="3931200" y="1748650"/>
              <a:ext cx="215275" cy="130125"/>
            </a:xfrm>
            <a:custGeom>
              <a:avLst/>
              <a:gdLst/>
              <a:ahLst/>
              <a:cxnLst/>
              <a:rect l="l" t="t" r="r" b="b"/>
              <a:pathLst>
                <a:path w="8611" h="5205" extrusionOk="0">
                  <a:moveTo>
                    <a:pt x="5934" y="1"/>
                  </a:moveTo>
                  <a:cubicBezTo>
                    <a:pt x="4642" y="1"/>
                    <a:pt x="3271" y="657"/>
                    <a:pt x="2365" y="1502"/>
                  </a:cubicBezTo>
                  <a:cubicBezTo>
                    <a:pt x="1838" y="1983"/>
                    <a:pt x="1401" y="2545"/>
                    <a:pt x="982" y="3116"/>
                  </a:cubicBezTo>
                  <a:cubicBezTo>
                    <a:pt x="688" y="3527"/>
                    <a:pt x="1" y="4258"/>
                    <a:pt x="188" y="4802"/>
                  </a:cubicBezTo>
                  <a:cubicBezTo>
                    <a:pt x="215" y="4883"/>
                    <a:pt x="259" y="4963"/>
                    <a:pt x="331" y="5016"/>
                  </a:cubicBezTo>
                  <a:cubicBezTo>
                    <a:pt x="402" y="5070"/>
                    <a:pt x="482" y="5106"/>
                    <a:pt x="572" y="5123"/>
                  </a:cubicBezTo>
                  <a:cubicBezTo>
                    <a:pt x="580" y="5132"/>
                    <a:pt x="589" y="5132"/>
                    <a:pt x="598" y="5132"/>
                  </a:cubicBezTo>
                  <a:cubicBezTo>
                    <a:pt x="790" y="5182"/>
                    <a:pt x="987" y="5205"/>
                    <a:pt x="1185" y="5205"/>
                  </a:cubicBezTo>
                  <a:cubicBezTo>
                    <a:pt x="1593" y="5205"/>
                    <a:pt x="2004" y="5107"/>
                    <a:pt x="2383" y="4945"/>
                  </a:cubicBezTo>
                  <a:cubicBezTo>
                    <a:pt x="2427" y="4918"/>
                    <a:pt x="2481" y="4900"/>
                    <a:pt x="2525" y="4874"/>
                  </a:cubicBezTo>
                  <a:cubicBezTo>
                    <a:pt x="3069" y="4606"/>
                    <a:pt x="3712" y="4142"/>
                    <a:pt x="4042" y="3616"/>
                  </a:cubicBezTo>
                  <a:cubicBezTo>
                    <a:pt x="4443" y="2965"/>
                    <a:pt x="5095" y="2376"/>
                    <a:pt x="5790" y="2046"/>
                  </a:cubicBezTo>
                  <a:cubicBezTo>
                    <a:pt x="6181" y="1859"/>
                    <a:pt x="6608" y="1758"/>
                    <a:pt x="7038" y="1758"/>
                  </a:cubicBezTo>
                  <a:cubicBezTo>
                    <a:pt x="7247" y="1758"/>
                    <a:pt x="7457" y="1782"/>
                    <a:pt x="7664" y="1832"/>
                  </a:cubicBezTo>
                  <a:cubicBezTo>
                    <a:pt x="7808" y="1866"/>
                    <a:pt x="8098" y="1977"/>
                    <a:pt x="8314" y="1977"/>
                  </a:cubicBezTo>
                  <a:cubicBezTo>
                    <a:pt x="8485" y="1977"/>
                    <a:pt x="8610" y="1908"/>
                    <a:pt x="8583" y="1680"/>
                  </a:cubicBezTo>
                  <a:cubicBezTo>
                    <a:pt x="8574" y="1635"/>
                    <a:pt x="8565" y="1591"/>
                    <a:pt x="8556" y="1546"/>
                  </a:cubicBezTo>
                  <a:cubicBezTo>
                    <a:pt x="8520" y="1403"/>
                    <a:pt x="8449" y="1278"/>
                    <a:pt x="8377" y="1154"/>
                  </a:cubicBezTo>
                  <a:cubicBezTo>
                    <a:pt x="7985" y="493"/>
                    <a:pt x="7244" y="163"/>
                    <a:pt x="6513" y="47"/>
                  </a:cubicBezTo>
                  <a:cubicBezTo>
                    <a:pt x="6323" y="16"/>
                    <a:pt x="6129" y="1"/>
                    <a:pt x="5934" y="1"/>
                  </a:cubicBez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5"/>
            <p:cNvSpPr/>
            <p:nvPr/>
          </p:nvSpPr>
          <p:spPr>
            <a:xfrm>
              <a:off x="3945475" y="1779350"/>
              <a:ext cx="201000" cy="99425"/>
            </a:xfrm>
            <a:custGeom>
              <a:avLst/>
              <a:gdLst/>
              <a:ahLst/>
              <a:cxnLst/>
              <a:rect l="l" t="t" r="r" b="b"/>
              <a:pathLst>
                <a:path w="8040" h="3977" extrusionOk="0">
                  <a:moveTo>
                    <a:pt x="6259" y="1"/>
                  </a:moveTo>
                  <a:cubicBezTo>
                    <a:pt x="5896" y="1"/>
                    <a:pt x="5535" y="63"/>
                    <a:pt x="5184" y="229"/>
                  </a:cubicBezTo>
                  <a:cubicBezTo>
                    <a:pt x="5032" y="309"/>
                    <a:pt x="4871" y="363"/>
                    <a:pt x="4720" y="452"/>
                  </a:cubicBezTo>
                  <a:cubicBezTo>
                    <a:pt x="4006" y="889"/>
                    <a:pt x="3355" y="1424"/>
                    <a:pt x="2811" y="2076"/>
                  </a:cubicBezTo>
                  <a:cubicBezTo>
                    <a:pt x="2802" y="2084"/>
                    <a:pt x="2793" y="2093"/>
                    <a:pt x="2784" y="2102"/>
                  </a:cubicBezTo>
                  <a:cubicBezTo>
                    <a:pt x="2659" y="2263"/>
                    <a:pt x="2543" y="2423"/>
                    <a:pt x="2418" y="2575"/>
                  </a:cubicBezTo>
                  <a:cubicBezTo>
                    <a:pt x="2043" y="3021"/>
                    <a:pt x="1642" y="3316"/>
                    <a:pt x="1098" y="3512"/>
                  </a:cubicBezTo>
                  <a:cubicBezTo>
                    <a:pt x="732" y="3646"/>
                    <a:pt x="340" y="3717"/>
                    <a:pt x="1" y="3895"/>
                  </a:cubicBezTo>
                  <a:cubicBezTo>
                    <a:pt x="9" y="3904"/>
                    <a:pt x="18" y="3904"/>
                    <a:pt x="27" y="3904"/>
                  </a:cubicBezTo>
                  <a:cubicBezTo>
                    <a:pt x="219" y="3954"/>
                    <a:pt x="416" y="3977"/>
                    <a:pt x="614" y="3977"/>
                  </a:cubicBezTo>
                  <a:cubicBezTo>
                    <a:pt x="1022" y="3977"/>
                    <a:pt x="1433" y="3879"/>
                    <a:pt x="1812" y="3717"/>
                  </a:cubicBezTo>
                  <a:cubicBezTo>
                    <a:pt x="1856" y="3690"/>
                    <a:pt x="1910" y="3672"/>
                    <a:pt x="1954" y="3646"/>
                  </a:cubicBezTo>
                  <a:cubicBezTo>
                    <a:pt x="2498" y="3378"/>
                    <a:pt x="3141" y="2914"/>
                    <a:pt x="3471" y="2388"/>
                  </a:cubicBezTo>
                  <a:cubicBezTo>
                    <a:pt x="3872" y="1737"/>
                    <a:pt x="4524" y="1148"/>
                    <a:pt x="5219" y="818"/>
                  </a:cubicBezTo>
                  <a:cubicBezTo>
                    <a:pt x="5610" y="631"/>
                    <a:pt x="6037" y="530"/>
                    <a:pt x="6467" y="530"/>
                  </a:cubicBezTo>
                  <a:cubicBezTo>
                    <a:pt x="6676" y="530"/>
                    <a:pt x="6886" y="554"/>
                    <a:pt x="7093" y="604"/>
                  </a:cubicBezTo>
                  <a:cubicBezTo>
                    <a:pt x="7237" y="638"/>
                    <a:pt x="7527" y="749"/>
                    <a:pt x="7743" y="749"/>
                  </a:cubicBezTo>
                  <a:cubicBezTo>
                    <a:pt x="7914" y="749"/>
                    <a:pt x="8039" y="680"/>
                    <a:pt x="8012" y="452"/>
                  </a:cubicBezTo>
                  <a:cubicBezTo>
                    <a:pt x="8003" y="407"/>
                    <a:pt x="7994" y="363"/>
                    <a:pt x="7985" y="318"/>
                  </a:cubicBezTo>
                  <a:cubicBezTo>
                    <a:pt x="7421" y="159"/>
                    <a:pt x="6837" y="1"/>
                    <a:pt x="6259" y="1"/>
                  </a:cubicBez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5"/>
            <p:cNvSpPr/>
            <p:nvPr/>
          </p:nvSpPr>
          <p:spPr>
            <a:xfrm>
              <a:off x="3860950" y="1746700"/>
              <a:ext cx="208550" cy="151425"/>
            </a:xfrm>
            <a:custGeom>
              <a:avLst/>
              <a:gdLst/>
              <a:ahLst/>
              <a:cxnLst/>
              <a:rect l="l" t="t" r="r" b="b"/>
              <a:pathLst>
                <a:path w="8342" h="6057" extrusionOk="0">
                  <a:moveTo>
                    <a:pt x="6655" y="1"/>
                  </a:moveTo>
                  <a:cubicBezTo>
                    <a:pt x="6602" y="1"/>
                    <a:pt x="6548" y="6"/>
                    <a:pt x="6495" y="18"/>
                  </a:cubicBezTo>
                  <a:cubicBezTo>
                    <a:pt x="6433" y="36"/>
                    <a:pt x="6361" y="54"/>
                    <a:pt x="6299" y="81"/>
                  </a:cubicBezTo>
                  <a:cubicBezTo>
                    <a:pt x="6076" y="179"/>
                    <a:pt x="5853" y="313"/>
                    <a:pt x="5656" y="464"/>
                  </a:cubicBezTo>
                  <a:cubicBezTo>
                    <a:pt x="5362" y="580"/>
                    <a:pt x="5077" y="723"/>
                    <a:pt x="4809" y="884"/>
                  </a:cubicBezTo>
                  <a:cubicBezTo>
                    <a:pt x="3970" y="1392"/>
                    <a:pt x="3221" y="2052"/>
                    <a:pt x="2329" y="2454"/>
                  </a:cubicBezTo>
                  <a:cubicBezTo>
                    <a:pt x="1829" y="2686"/>
                    <a:pt x="464" y="2828"/>
                    <a:pt x="170" y="3328"/>
                  </a:cubicBezTo>
                  <a:cubicBezTo>
                    <a:pt x="0" y="3613"/>
                    <a:pt x="197" y="4309"/>
                    <a:pt x="241" y="4622"/>
                  </a:cubicBezTo>
                  <a:cubicBezTo>
                    <a:pt x="378" y="5556"/>
                    <a:pt x="1106" y="6056"/>
                    <a:pt x="1972" y="6056"/>
                  </a:cubicBezTo>
                  <a:cubicBezTo>
                    <a:pt x="2180" y="6056"/>
                    <a:pt x="2396" y="6027"/>
                    <a:pt x="2614" y="5969"/>
                  </a:cubicBezTo>
                  <a:cubicBezTo>
                    <a:pt x="3908" y="5630"/>
                    <a:pt x="4729" y="4443"/>
                    <a:pt x="5523" y="3453"/>
                  </a:cubicBezTo>
                  <a:cubicBezTo>
                    <a:pt x="5888" y="2989"/>
                    <a:pt x="6236" y="2516"/>
                    <a:pt x="6763" y="2222"/>
                  </a:cubicBezTo>
                  <a:cubicBezTo>
                    <a:pt x="7298" y="1918"/>
                    <a:pt x="8342" y="1553"/>
                    <a:pt x="7851" y="732"/>
                  </a:cubicBezTo>
                  <a:cubicBezTo>
                    <a:pt x="7717" y="509"/>
                    <a:pt x="7521" y="322"/>
                    <a:pt x="7289" y="197"/>
                  </a:cubicBezTo>
                  <a:cubicBezTo>
                    <a:pt x="7094" y="96"/>
                    <a:pt x="6877" y="1"/>
                    <a:pt x="6655" y="1"/>
                  </a:cubicBezTo>
                  <a:close/>
                </a:path>
              </a:pathLst>
            </a:custGeom>
            <a:solidFill>
              <a:srgbClr val="1317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5"/>
            <p:cNvSpPr/>
            <p:nvPr/>
          </p:nvSpPr>
          <p:spPr>
            <a:xfrm>
              <a:off x="3873650" y="1747125"/>
              <a:ext cx="176400" cy="120225"/>
            </a:xfrm>
            <a:custGeom>
              <a:avLst/>
              <a:gdLst/>
              <a:ahLst/>
              <a:cxnLst/>
              <a:rect l="l" t="t" r="r" b="b"/>
              <a:pathLst>
                <a:path w="7056" h="4809" extrusionOk="0">
                  <a:moveTo>
                    <a:pt x="5922" y="0"/>
                  </a:moveTo>
                  <a:cubicBezTo>
                    <a:pt x="5908" y="0"/>
                    <a:pt x="5894" y="0"/>
                    <a:pt x="5880" y="1"/>
                  </a:cubicBezTo>
                  <a:cubicBezTo>
                    <a:pt x="5791" y="1"/>
                    <a:pt x="5702" y="19"/>
                    <a:pt x="5612" y="28"/>
                  </a:cubicBezTo>
                  <a:cubicBezTo>
                    <a:pt x="5113" y="108"/>
                    <a:pt x="4640" y="322"/>
                    <a:pt x="4212" y="581"/>
                  </a:cubicBezTo>
                  <a:cubicBezTo>
                    <a:pt x="3462" y="1036"/>
                    <a:pt x="2802" y="1625"/>
                    <a:pt x="2017" y="1973"/>
                  </a:cubicBezTo>
                  <a:cubicBezTo>
                    <a:pt x="1669" y="2133"/>
                    <a:pt x="1" y="2303"/>
                    <a:pt x="188" y="2910"/>
                  </a:cubicBezTo>
                  <a:cubicBezTo>
                    <a:pt x="224" y="3017"/>
                    <a:pt x="331" y="3079"/>
                    <a:pt x="429" y="3124"/>
                  </a:cubicBezTo>
                  <a:cubicBezTo>
                    <a:pt x="741" y="3275"/>
                    <a:pt x="1107" y="3338"/>
                    <a:pt x="1384" y="3552"/>
                  </a:cubicBezTo>
                  <a:cubicBezTo>
                    <a:pt x="1580" y="3704"/>
                    <a:pt x="1714" y="3918"/>
                    <a:pt x="1857" y="4132"/>
                  </a:cubicBezTo>
                  <a:cubicBezTo>
                    <a:pt x="1990" y="4337"/>
                    <a:pt x="2142" y="4551"/>
                    <a:pt x="2356" y="4694"/>
                  </a:cubicBezTo>
                  <a:cubicBezTo>
                    <a:pt x="2480" y="4774"/>
                    <a:pt x="2602" y="4808"/>
                    <a:pt x="2721" y="4808"/>
                  </a:cubicBezTo>
                  <a:cubicBezTo>
                    <a:pt x="3089" y="4808"/>
                    <a:pt x="3425" y="4484"/>
                    <a:pt x="3694" y="4221"/>
                  </a:cubicBezTo>
                  <a:cubicBezTo>
                    <a:pt x="4114" y="3811"/>
                    <a:pt x="4470" y="3329"/>
                    <a:pt x="4836" y="2856"/>
                  </a:cubicBezTo>
                  <a:cubicBezTo>
                    <a:pt x="5166" y="2446"/>
                    <a:pt x="5478" y="2026"/>
                    <a:pt x="5942" y="1768"/>
                  </a:cubicBezTo>
                  <a:cubicBezTo>
                    <a:pt x="6308" y="1554"/>
                    <a:pt x="6950" y="1375"/>
                    <a:pt x="7004" y="876"/>
                  </a:cubicBezTo>
                  <a:cubicBezTo>
                    <a:pt x="7056" y="384"/>
                    <a:pt x="6356" y="0"/>
                    <a:pt x="59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5"/>
            <p:cNvSpPr/>
            <p:nvPr/>
          </p:nvSpPr>
          <p:spPr>
            <a:xfrm>
              <a:off x="3728925" y="1807100"/>
              <a:ext cx="195400" cy="117875"/>
            </a:xfrm>
            <a:custGeom>
              <a:avLst/>
              <a:gdLst/>
              <a:ahLst/>
              <a:cxnLst/>
              <a:rect l="l" t="t" r="r" b="b"/>
              <a:pathLst>
                <a:path w="7816" h="4715" extrusionOk="0">
                  <a:moveTo>
                    <a:pt x="4014" y="0"/>
                  </a:moveTo>
                  <a:cubicBezTo>
                    <a:pt x="3069" y="0"/>
                    <a:pt x="2123" y="236"/>
                    <a:pt x="1329" y="760"/>
                  </a:cubicBezTo>
                  <a:cubicBezTo>
                    <a:pt x="812" y="1108"/>
                    <a:pt x="45" y="1688"/>
                    <a:pt x="18" y="2384"/>
                  </a:cubicBezTo>
                  <a:cubicBezTo>
                    <a:pt x="0" y="2732"/>
                    <a:pt x="36" y="3089"/>
                    <a:pt x="143" y="3401"/>
                  </a:cubicBezTo>
                  <a:cubicBezTo>
                    <a:pt x="259" y="3704"/>
                    <a:pt x="428" y="3981"/>
                    <a:pt x="705" y="4195"/>
                  </a:cubicBezTo>
                  <a:cubicBezTo>
                    <a:pt x="723" y="4213"/>
                    <a:pt x="741" y="4222"/>
                    <a:pt x="758" y="4240"/>
                  </a:cubicBezTo>
                  <a:cubicBezTo>
                    <a:pt x="999" y="4409"/>
                    <a:pt x="1276" y="4525"/>
                    <a:pt x="1552" y="4641"/>
                  </a:cubicBezTo>
                  <a:cubicBezTo>
                    <a:pt x="1696" y="4699"/>
                    <a:pt x="1869" y="4715"/>
                    <a:pt x="2041" y="4715"/>
                  </a:cubicBezTo>
                  <a:cubicBezTo>
                    <a:pt x="2190" y="4715"/>
                    <a:pt x="2339" y="4703"/>
                    <a:pt x="2471" y="4695"/>
                  </a:cubicBezTo>
                  <a:cubicBezTo>
                    <a:pt x="3158" y="4659"/>
                    <a:pt x="3827" y="4507"/>
                    <a:pt x="4470" y="4275"/>
                  </a:cubicBezTo>
                  <a:cubicBezTo>
                    <a:pt x="5201" y="4017"/>
                    <a:pt x="5897" y="3660"/>
                    <a:pt x="6566" y="3267"/>
                  </a:cubicBezTo>
                  <a:cubicBezTo>
                    <a:pt x="7075" y="2973"/>
                    <a:pt x="7708" y="2687"/>
                    <a:pt x="7797" y="2036"/>
                  </a:cubicBezTo>
                  <a:cubicBezTo>
                    <a:pt x="7797" y="2009"/>
                    <a:pt x="7797" y="1983"/>
                    <a:pt x="7806" y="1956"/>
                  </a:cubicBezTo>
                  <a:cubicBezTo>
                    <a:pt x="7806" y="1813"/>
                    <a:pt x="7815" y="1679"/>
                    <a:pt x="7788" y="1563"/>
                  </a:cubicBezTo>
                  <a:cubicBezTo>
                    <a:pt x="7762" y="1403"/>
                    <a:pt x="7699" y="1251"/>
                    <a:pt x="7547" y="1135"/>
                  </a:cubicBezTo>
                  <a:cubicBezTo>
                    <a:pt x="7307" y="939"/>
                    <a:pt x="7021" y="787"/>
                    <a:pt x="6753" y="653"/>
                  </a:cubicBezTo>
                  <a:cubicBezTo>
                    <a:pt x="6182" y="368"/>
                    <a:pt x="5558" y="172"/>
                    <a:pt x="4934" y="73"/>
                  </a:cubicBezTo>
                  <a:cubicBezTo>
                    <a:pt x="4631" y="25"/>
                    <a:pt x="4323" y="0"/>
                    <a:pt x="4014" y="0"/>
                  </a:cubicBez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5"/>
            <p:cNvSpPr/>
            <p:nvPr/>
          </p:nvSpPr>
          <p:spPr>
            <a:xfrm>
              <a:off x="3750775" y="1848250"/>
              <a:ext cx="173325" cy="76725"/>
            </a:xfrm>
            <a:custGeom>
              <a:avLst/>
              <a:gdLst/>
              <a:ahLst/>
              <a:cxnLst/>
              <a:rect l="l" t="t" r="r" b="b"/>
              <a:pathLst>
                <a:path w="6933" h="3069" extrusionOk="0">
                  <a:moveTo>
                    <a:pt x="4819" y="1"/>
                  </a:moveTo>
                  <a:cubicBezTo>
                    <a:pt x="4003" y="1"/>
                    <a:pt x="3180" y="125"/>
                    <a:pt x="2400" y="319"/>
                  </a:cubicBezTo>
                  <a:cubicBezTo>
                    <a:pt x="1865" y="453"/>
                    <a:pt x="1330" y="631"/>
                    <a:pt x="884" y="952"/>
                  </a:cubicBezTo>
                  <a:cubicBezTo>
                    <a:pt x="429" y="1273"/>
                    <a:pt x="72" y="1755"/>
                    <a:pt x="18" y="2308"/>
                  </a:cubicBezTo>
                  <a:cubicBezTo>
                    <a:pt x="9" y="2379"/>
                    <a:pt x="0" y="2451"/>
                    <a:pt x="9" y="2531"/>
                  </a:cubicBezTo>
                  <a:cubicBezTo>
                    <a:pt x="18" y="2602"/>
                    <a:pt x="45" y="2674"/>
                    <a:pt x="99" y="2727"/>
                  </a:cubicBezTo>
                  <a:cubicBezTo>
                    <a:pt x="232" y="2852"/>
                    <a:pt x="509" y="2924"/>
                    <a:pt x="678" y="2995"/>
                  </a:cubicBezTo>
                  <a:cubicBezTo>
                    <a:pt x="822" y="3053"/>
                    <a:pt x="995" y="3069"/>
                    <a:pt x="1167" y="3069"/>
                  </a:cubicBezTo>
                  <a:cubicBezTo>
                    <a:pt x="1316" y="3069"/>
                    <a:pt x="1465" y="3057"/>
                    <a:pt x="1597" y="3049"/>
                  </a:cubicBezTo>
                  <a:cubicBezTo>
                    <a:pt x="2284" y="3013"/>
                    <a:pt x="2953" y="2861"/>
                    <a:pt x="3596" y="2629"/>
                  </a:cubicBezTo>
                  <a:cubicBezTo>
                    <a:pt x="4327" y="2371"/>
                    <a:pt x="5023" y="2014"/>
                    <a:pt x="5692" y="1621"/>
                  </a:cubicBezTo>
                  <a:cubicBezTo>
                    <a:pt x="6201" y="1327"/>
                    <a:pt x="6834" y="1041"/>
                    <a:pt x="6923" y="390"/>
                  </a:cubicBezTo>
                  <a:cubicBezTo>
                    <a:pt x="6932" y="283"/>
                    <a:pt x="6281" y="149"/>
                    <a:pt x="6192" y="131"/>
                  </a:cubicBezTo>
                  <a:cubicBezTo>
                    <a:pt x="5743" y="41"/>
                    <a:pt x="5282" y="1"/>
                    <a:pt x="4819" y="1"/>
                  </a:cubicBez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5"/>
            <p:cNvSpPr/>
            <p:nvPr/>
          </p:nvSpPr>
          <p:spPr>
            <a:xfrm>
              <a:off x="3651525" y="1625600"/>
              <a:ext cx="60250" cy="43725"/>
            </a:xfrm>
            <a:custGeom>
              <a:avLst/>
              <a:gdLst/>
              <a:ahLst/>
              <a:cxnLst/>
              <a:rect l="l" t="t" r="r" b="b"/>
              <a:pathLst>
                <a:path w="2410" h="1749" extrusionOk="0">
                  <a:moveTo>
                    <a:pt x="357" y="1"/>
                  </a:moveTo>
                  <a:cubicBezTo>
                    <a:pt x="323" y="1"/>
                    <a:pt x="284" y="15"/>
                    <a:pt x="241" y="45"/>
                  </a:cubicBezTo>
                  <a:cubicBezTo>
                    <a:pt x="108" y="134"/>
                    <a:pt x="1" y="366"/>
                    <a:pt x="18" y="562"/>
                  </a:cubicBezTo>
                  <a:cubicBezTo>
                    <a:pt x="27" y="669"/>
                    <a:pt x="72" y="750"/>
                    <a:pt x="125" y="777"/>
                  </a:cubicBezTo>
                  <a:lnTo>
                    <a:pt x="2115" y="1749"/>
                  </a:lnTo>
                  <a:lnTo>
                    <a:pt x="2115" y="1695"/>
                  </a:lnTo>
                  <a:cubicBezTo>
                    <a:pt x="2133" y="1686"/>
                    <a:pt x="2151" y="1678"/>
                    <a:pt x="2168" y="1669"/>
                  </a:cubicBezTo>
                  <a:cubicBezTo>
                    <a:pt x="2311" y="1570"/>
                    <a:pt x="2409" y="1339"/>
                    <a:pt x="2400" y="1142"/>
                  </a:cubicBezTo>
                  <a:cubicBezTo>
                    <a:pt x="2391" y="1098"/>
                    <a:pt x="2383" y="1053"/>
                    <a:pt x="2365" y="1017"/>
                  </a:cubicBezTo>
                  <a:lnTo>
                    <a:pt x="2409" y="1000"/>
                  </a:lnTo>
                  <a:lnTo>
                    <a:pt x="429" y="27"/>
                  </a:lnTo>
                  <a:cubicBezTo>
                    <a:pt x="420" y="18"/>
                    <a:pt x="411" y="18"/>
                    <a:pt x="402" y="9"/>
                  </a:cubicBezTo>
                  <a:cubicBezTo>
                    <a:pt x="388" y="4"/>
                    <a:pt x="373" y="1"/>
                    <a:pt x="357"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35"/>
            <p:cNvSpPr/>
            <p:nvPr/>
          </p:nvSpPr>
          <p:spPr>
            <a:xfrm>
              <a:off x="3651750" y="1629600"/>
              <a:ext cx="59125" cy="39725"/>
            </a:xfrm>
            <a:custGeom>
              <a:avLst/>
              <a:gdLst/>
              <a:ahLst/>
              <a:cxnLst/>
              <a:rect l="l" t="t" r="r" b="b"/>
              <a:pathLst>
                <a:path w="2365" h="1589" extrusionOk="0">
                  <a:moveTo>
                    <a:pt x="116" y="1"/>
                  </a:moveTo>
                  <a:lnTo>
                    <a:pt x="116" y="1"/>
                  </a:lnTo>
                  <a:cubicBezTo>
                    <a:pt x="45" y="117"/>
                    <a:pt x="1" y="269"/>
                    <a:pt x="9" y="402"/>
                  </a:cubicBezTo>
                  <a:cubicBezTo>
                    <a:pt x="18" y="509"/>
                    <a:pt x="63" y="590"/>
                    <a:pt x="116" y="617"/>
                  </a:cubicBezTo>
                  <a:lnTo>
                    <a:pt x="2106" y="1589"/>
                  </a:lnTo>
                  <a:lnTo>
                    <a:pt x="2106" y="1535"/>
                  </a:lnTo>
                  <a:cubicBezTo>
                    <a:pt x="2124" y="1526"/>
                    <a:pt x="2142" y="1518"/>
                    <a:pt x="2159" y="1509"/>
                  </a:cubicBezTo>
                  <a:cubicBezTo>
                    <a:pt x="2258" y="1446"/>
                    <a:pt x="2329" y="1312"/>
                    <a:pt x="2365" y="1179"/>
                  </a:cubicBezTo>
                  <a:lnTo>
                    <a:pt x="2365" y="1179"/>
                  </a:lnTo>
                  <a:cubicBezTo>
                    <a:pt x="2329" y="1232"/>
                    <a:pt x="2293" y="1277"/>
                    <a:pt x="2249" y="1303"/>
                  </a:cubicBezTo>
                  <a:cubicBezTo>
                    <a:pt x="2231" y="1312"/>
                    <a:pt x="2213" y="1321"/>
                    <a:pt x="2195" y="1330"/>
                  </a:cubicBezTo>
                  <a:lnTo>
                    <a:pt x="2195" y="1384"/>
                  </a:lnTo>
                  <a:lnTo>
                    <a:pt x="215" y="411"/>
                  </a:lnTo>
                  <a:cubicBezTo>
                    <a:pt x="152" y="385"/>
                    <a:pt x="108" y="313"/>
                    <a:pt x="99" y="197"/>
                  </a:cubicBezTo>
                  <a:cubicBezTo>
                    <a:pt x="90" y="135"/>
                    <a:pt x="99" y="72"/>
                    <a:pt x="116" y="1"/>
                  </a:cubicBezTo>
                  <a:close/>
                </a:path>
              </a:pathLst>
            </a:custGeom>
            <a:solidFill>
              <a:srgbClr val="1C1C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35"/>
            <p:cNvSpPr/>
            <p:nvPr/>
          </p:nvSpPr>
          <p:spPr>
            <a:xfrm>
              <a:off x="3701050" y="1649975"/>
              <a:ext cx="13175" cy="19525"/>
            </a:xfrm>
            <a:custGeom>
              <a:avLst/>
              <a:gdLst/>
              <a:ahLst/>
              <a:cxnLst/>
              <a:rect l="l" t="t" r="r" b="b"/>
              <a:pathLst>
                <a:path w="527" h="781" extrusionOk="0">
                  <a:moveTo>
                    <a:pt x="353" y="0"/>
                  </a:moveTo>
                  <a:cubicBezTo>
                    <a:pt x="318" y="0"/>
                    <a:pt x="280" y="14"/>
                    <a:pt x="241" y="42"/>
                  </a:cubicBezTo>
                  <a:cubicBezTo>
                    <a:pt x="98" y="132"/>
                    <a:pt x="0" y="364"/>
                    <a:pt x="9" y="560"/>
                  </a:cubicBezTo>
                  <a:cubicBezTo>
                    <a:pt x="22" y="699"/>
                    <a:pt x="88" y="780"/>
                    <a:pt x="174" y="780"/>
                  </a:cubicBezTo>
                  <a:cubicBezTo>
                    <a:pt x="209" y="780"/>
                    <a:pt x="247" y="767"/>
                    <a:pt x="286" y="738"/>
                  </a:cubicBezTo>
                  <a:cubicBezTo>
                    <a:pt x="428" y="649"/>
                    <a:pt x="526" y="417"/>
                    <a:pt x="517" y="221"/>
                  </a:cubicBezTo>
                  <a:cubicBezTo>
                    <a:pt x="505" y="81"/>
                    <a:pt x="438" y="0"/>
                    <a:pt x="353" y="0"/>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35"/>
            <p:cNvSpPr/>
            <p:nvPr/>
          </p:nvSpPr>
          <p:spPr>
            <a:xfrm>
              <a:off x="3693450" y="1643900"/>
              <a:ext cx="20775" cy="29675"/>
            </a:xfrm>
            <a:custGeom>
              <a:avLst/>
              <a:gdLst/>
              <a:ahLst/>
              <a:cxnLst/>
              <a:rect l="l" t="t" r="r" b="b"/>
              <a:pathLst>
                <a:path w="831" h="1187" extrusionOk="0">
                  <a:moveTo>
                    <a:pt x="489" y="0"/>
                  </a:moveTo>
                  <a:cubicBezTo>
                    <a:pt x="438" y="0"/>
                    <a:pt x="387" y="16"/>
                    <a:pt x="331" y="53"/>
                  </a:cubicBezTo>
                  <a:cubicBezTo>
                    <a:pt x="143" y="178"/>
                    <a:pt x="1" y="499"/>
                    <a:pt x="19" y="767"/>
                  </a:cubicBezTo>
                  <a:cubicBezTo>
                    <a:pt x="28" y="919"/>
                    <a:pt x="90" y="1026"/>
                    <a:pt x="179" y="1062"/>
                  </a:cubicBezTo>
                  <a:lnTo>
                    <a:pt x="420" y="1186"/>
                  </a:lnTo>
                  <a:lnTo>
                    <a:pt x="429" y="1106"/>
                  </a:lnTo>
                  <a:cubicBezTo>
                    <a:pt x="447" y="1097"/>
                    <a:pt x="474" y="1088"/>
                    <a:pt x="500" y="1070"/>
                  </a:cubicBezTo>
                  <a:cubicBezTo>
                    <a:pt x="688" y="946"/>
                    <a:pt x="830" y="615"/>
                    <a:pt x="813" y="357"/>
                  </a:cubicBezTo>
                  <a:cubicBezTo>
                    <a:pt x="804" y="285"/>
                    <a:pt x="795" y="223"/>
                    <a:pt x="768" y="178"/>
                  </a:cubicBezTo>
                  <a:lnTo>
                    <a:pt x="830" y="152"/>
                  </a:lnTo>
                  <a:lnTo>
                    <a:pt x="590" y="27"/>
                  </a:lnTo>
                  <a:cubicBezTo>
                    <a:pt x="581" y="18"/>
                    <a:pt x="563" y="18"/>
                    <a:pt x="554" y="9"/>
                  </a:cubicBezTo>
                  <a:cubicBezTo>
                    <a:pt x="532" y="3"/>
                    <a:pt x="511" y="0"/>
                    <a:pt x="489"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35"/>
            <p:cNvSpPr/>
            <p:nvPr/>
          </p:nvSpPr>
          <p:spPr>
            <a:xfrm>
              <a:off x="3693900" y="1649025"/>
              <a:ext cx="20325" cy="24550"/>
            </a:xfrm>
            <a:custGeom>
              <a:avLst/>
              <a:gdLst/>
              <a:ahLst/>
              <a:cxnLst/>
              <a:rect l="l" t="t" r="r" b="b"/>
              <a:pathLst>
                <a:path w="813" h="982" extrusionOk="0">
                  <a:moveTo>
                    <a:pt x="759" y="0"/>
                  </a:moveTo>
                  <a:cubicBezTo>
                    <a:pt x="723" y="214"/>
                    <a:pt x="607" y="437"/>
                    <a:pt x="456" y="535"/>
                  </a:cubicBezTo>
                  <a:cubicBezTo>
                    <a:pt x="429" y="553"/>
                    <a:pt x="411" y="562"/>
                    <a:pt x="384" y="571"/>
                  </a:cubicBezTo>
                  <a:lnTo>
                    <a:pt x="384" y="651"/>
                  </a:lnTo>
                  <a:lnTo>
                    <a:pt x="134" y="526"/>
                  </a:lnTo>
                  <a:cubicBezTo>
                    <a:pt x="81" y="500"/>
                    <a:pt x="45" y="428"/>
                    <a:pt x="18" y="366"/>
                  </a:cubicBezTo>
                  <a:cubicBezTo>
                    <a:pt x="1" y="428"/>
                    <a:pt x="1" y="509"/>
                    <a:pt x="1" y="562"/>
                  </a:cubicBezTo>
                  <a:cubicBezTo>
                    <a:pt x="10" y="714"/>
                    <a:pt x="72" y="821"/>
                    <a:pt x="161" y="857"/>
                  </a:cubicBezTo>
                  <a:lnTo>
                    <a:pt x="402" y="981"/>
                  </a:lnTo>
                  <a:lnTo>
                    <a:pt x="411" y="901"/>
                  </a:lnTo>
                  <a:cubicBezTo>
                    <a:pt x="429" y="892"/>
                    <a:pt x="456" y="883"/>
                    <a:pt x="482" y="865"/>
                  </a:cubicBezTo>
                  <a:cubicBezTo>
                    <a:pt x="670" y="741"/>
                    <a:pt x="812" y="410"/>
                    <a:pt x="795" y="152"/>
                  </a:cubicBezTo>
                  <a:cubicBezTo>
                    <a:pt x="795" y="89"/>
                    <a:pt x="777" y="45"/>
                    <a:pt x="759"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35"/>
            <p:cNvSpPr/>
            <p:nvPr/>
          </p:nvSpPr>
          <p:spPr>
            <a:xfrm>
              <a:off x="3713075" y="1647225"/>
              <a:ext cx="1150" cy="925"/>
            </a:xfrm>
            <a:custGeom>
              <a:avLst/>
              <a:gdLst/>
              <a:ahLst/>
              <a:cxnLst/>
              <a:rect l="l" t="t" r="r" b="b"/>
              <a:pathLst>
                <a:path w="46" h="37" extrusionOk="0">
                  <a:moveTo>
                    <a:pt x="1" y="1"/>
                  </a:moveTo>
                  <a:cubicBezTo>
                    <a:pt x="1" y="10"/>
                    <a:pt x="1" y="27"/>
                    <a:pt x="1" y="36"/>
                  </a:cubicBezTo>
                  <a:lnTo>
                    <a:pt x="45" y="19"/>
                  </a:lnTo>
                  <a:lnTo>
                    <a:pt x="1" y="1"/>
                  </a:ln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5"/>
            <p:cNvSpPr/>
            <p:nvPr/>
          </p:nvSpPr>
          <p:spPr>
            <a:xfrm>
              <a:off x="3699475" y="1646825"/>
              <a:ext cx="18325" cy="26925"/>
            </a:xfrm>
            <a:custGeom>
              <a:avLst/>
              <a:gdLst/>
              <a:ahLst/>
              <a:cxnLst/>
              <a:rect l="l" t="t" r="r" b="b"/>
              <a:pathLst>
                <a:path w="733" h="1077" extrusionOk="0">
                  <a:moveTo>
                    <a:pt x="482" y="0"/>
                  </a:moveTo>
                  <a:cubicBezTo>
                    <a:pt x="435" y="0"/>
                    <a:pt x="383" y="17"/>
                    <a:pt x="331" y="52"/>
                  </a:cubicBezTo>
                  <a:cubicBezTo>
                    <a:pt x="134" y="186"/>
                    <a:pt x="1" y="507"/>
                    <a:pt x="18" y="775"/>
                  </a:cubicBezTo>
                  <a:cubicBezTo>
                    <a:pt x="31" y="967"/>
                    <a:pt x="122" y="1077"/>
                    <a:pt x="242" y="1077"/>
                  </a:cubicBezTo>
                  <a:cubicBezTo>
                    <a:pt x="289" y="1077"/>
                    <a:pt x="340" y="1060"/>
                    <a:pt x="393" y="1025"/>
                  </a:cubicBezTo>
                  <a:cubicBezTo>
                    <a:pt x="589" y="891"/>
                    <a:pt x="732" y="570"/>
                    <a:pt x="714" y="302"/>
                  </a:cubicBezTo>
                  <a:cubicBezTo>
                    <a:pt x="695" y="110"/>
                    <a:pt x="602" y="0"/>
                    <a:pt x="482" y="0"/>
                  </a:cubicBezTo>
                  <a:close/>
                </a:path>
              </a:pathLst>
            </a:custGeom>
            <a:solidFill>
              <a:srgbClr val="1C1C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5"/>
            <p:cNvSpPr/>
            <p:nvPr/>
          </p:nvSpPr>
          <p:spPr>
            <a:xfrm>
              <a:off x="3639925" y="1967850"/>
              <a:ext cx="61575" cy="110600"/>
            </a:xfrm>
            <a:custGeom>
              <a:avLst/>
              <a:gdLst/>
              <a:ahLst/>
              <a:cxnLst/>
              <a:rect l="l" t="t" r="r" b="b"/>
              <a:pathLst>
                <a:path w="2463" h="4424" extrusionOk="0">
                  <a:moveTo>
                    <a:pt x="1988" y="1"/>
                  </a:moveTo>
                  <a:cubicBezTo>
                    <a:pt x="1944" y="1"/>
                    <a:pt x="1899" y="5"/>
                    <a:pt x="1856" y="13"/>
                  </a:cubicBezTo>
                  <a:cubicBezTo>
                    <a:pt x="1758" y="22"/>
                    <a:pt x="1669" y="49"/>
                    <a:pt x="1606" y="93"/>
                  </a:cubicBezTo>
                  <a:cubicBezTo>
                    <a:pt x="1598" y="102"/>
                    <a:pt x="1589" y="120"/>
                    <a:pt x="1571" y="129"/>
                  </a:cubicBezTo>
                  <a:cubicBezTo>
                    <a:pt x="1562" y="138"/>
                    <a:pt x="1553" y="147"/>
                    <a:pt x="1544" y="156"/>
                  </a:cubicBezTo>
                  <a:cubicBezTo>
                    <a:pt x="1544" y="165"/>
                    <a:pt x="1544" y="165"/>
                    <a:pt x="1544" y="174"/>
                  </a:cubicBezTo>
                  <a:cubicBezTo>
                    <a:pt x="1535" y="200"/>
                    <a:pt x="1526" y="227"/>
                    <a:pt x="1517" y="254"/>
                  </a:cubicBezTo>
                  <a:cubicBezTo>
                    <a:pt x="1517" y="254"/>
                    <a:pt x="1517" y="263"/>
                    <a:pt x="1517" y="263"/>
                  </a:cubicBezTo>
                  <a:cubicBezTo>
                    <a:pt x="1330" y="905"/>
                    <a:pt x="973" y="2092"/>
                    <a:pt x="955" y="2154"/>
                  </a:cubicBezTo>
                  <a:cubicBezTo>
                    <a:pt x="884" y="2457"/>
                    <a:pt x="732" y="2734"/>
                    <a:pt x="313" y="3260"/>
                  </a:cubicBezTo>
                  <a:cubicBezTo>
                    <a:pt x="295" y="3278"/>
                    <a:pt x="277" y="3296"/>
                    <a:pt x="268" y="3314"/>
                  </a:cubicBezTo>
                  <a:cubicBezTo>
                    <a:pt x="170" y="3448"/>
                    <a:pt x="72" y="3599"/>
                    <a:pt x="27" y="3769"/>
                  </a:cubicBezTo>
                  <a:cubicBezTo>
                    <a:pt x="19" y="3813"/>
                    <a:pt x="10" y="3840"/>
                    <a:pt x="10" y="3876"/>
                  </a:cubicBezTo>
                  <a:cubicBezTo>
                    <a:pt x="1" y="3885"/>
                    <a:pt x="10" y="3894"/>
                    <a:pt x="10" y="3903"/>
                  </a:cubicBezTo>
                  <a:cubicBezTo>
                    <a:pt x="10" y="3903"/>
                    <a:pt x="10" y="3903"/>
                    <a:pt x="10" y="3912"/>
                  </a:cubicBezTo>
                  <a:cubicBezTo>
                    <a:pt x="10" y="3947"/>
                    <a:pt x="19" y="3983"/>
                    <a:pt x="27" y="4019"/>
                  </a:cubicBezTo>
                  <a:cubicBezTo>
                    <a:pt x="36" y="4045"/>
                    <a:pt x="45" y="4072"/>
                    <a:pt x="63" y="4108"/>
                  </a:cubicBezTo>
                  <a:cubicBezTo>
                    <a:pt x="90" y="4152"/>
                    <a:pt x="108" y="4197"/>
                    <a:pt x="152" y="4233"/>
                  </a:cubicBezTo>
                  <a:cubicBezTo>
                    <a:pt x="188" y="4277"/>
                    <a:pt x="233" y="4304"/>
                    <a:pt x="277" y="4331"/>
                  </a:cubicBezTo>
                  <a:cubicBezTo>
                    <a:pt x="361" y="4384"/>
                    <a:pt x="463" y="4424"/>
                    <a:pt x="563" y="4424"/>
                  </a:cubicBezTo>
                  <a:cubicBezTo>
                    <a:pt x="581" y="4424"/>
                    <a:pt x="599" y="4423"/>
                    <a:pt x="616" y="4420"/>
                  </a:cubicBezTo>
                  <a:cubicBezTo>
                    <a:pt x="688" y="4402"/>
                    <a:pt x="732" y="4349"/>
                    <a:pt x="786" y="4295"/>
                  </a:cubicBezTo>
                  <a:cubicBezTo>
                    <a:pt x="848" y="4215"/>
                    <a:pt x="911" y="4135"/>
                    <a:pt x="973" y="4054"/>
                  </a:cubicBezTo>
                  <a:cubicBezTo>
                    <a:pt x="1143" y="3813"/>
                    <a:pt x="1303" y="3555"/>
                    <a:pt x="1455" y="3305"/>
                  </a:cubicBezTo>
                  <a:cubicBezTo>
                    <a:pt x="1544" y="3162"/>
                    <a:pt x="1633" y="3019"/>
                    <a:pt x="1714" y="2886"/>
                  </a:cubicBezTo>
                  <a:cubicBezTo>
                    <a:pt x="1714" y="2886"/>
                    <a:pt x="2160" y="1396"/>
                    <a:pt x="2445" y="379"/>
                  </a:cubicBezTo>
                  <a:cubicBezTo>
                    <a:pt x="2445" y="379"/>
                    <a:pt x="2454" y="379"/>
                    <a:pt x="2454" y="370"/>
                  </a:cubicBezTo>
                  <a:cubicBezTo>
                    <a:pt x="2454" y="352"/>
                    <a:pt x="2463" y="334"/>
                    <a:pt x="2463" y="316"/>
                  </a:cubicBezTo>
                  <a:cubicBezTo>
                    <a:pt x="2463" y="272"/>
                    <a:pt x="2463" y="236"/>
                    <a:pt x="2445" y="200"/>
                  </a:cubicBezTo>
                  <a:cubicBezTo>
                    <a:pt x="2445" y="191"/>
                    <a:pt x="2445" y="191"/>
                    <a:pt x="2436" y="191"/>
                  </a:cubicBezTo>
                  <a:lnTo>
                    <a:pt x="2436" y="183"/>
                  </a:lnTo>
                  <a:cubicBezTo>
                    <a:pt x="2427" y="174"/>
                    <a:pt x="2427" y="165"/>
                    <a:pt x="2409" y="147"/>
                  </a:cubicBezTo>
                  <a:cubicBezTo>
                    <a:pt x="2392" y="138"/>
                    <a:pt x="2374" y="120"/>
                    <a:pt x="2365" y="111"/>
                  </a:cubicBezTo>
                  <a:cubicBezTo>
                    <a:pt x="2338" y="93"/>
                    <a:pt x="2311" y="75"/>
                    <a:pt x="2284" y="67"/>
                  </a:cubicBezTo>
                  <a:cubicBezTo>
                    <a:pt x="2197" y="23"/>
                    <a:pt x="2092" y="1"/>
                    <a:pt x="1988" y="1"/>
                  </a:cubicBezTo>
                  <a:close/>
                </a:path>
              </a:pathLst>
            </a:custGeom>
            <a:solidFill>
              <a:srgbClr val="1C1C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5"/>
            <p:cNvSpPr/>
            <p:nvPr/>
          </p:nvSpPr>
          <p:spPr>
            <a:xfrm>
              <a:off x="3645950" y="1969050"/>
              <a:ext cx="55550" cy="109400"/>
            </a:xfrm>
            <a:custGeom>
              <a:avLst/>
              <a:gdLst/>
              <a:ahLst/>
              <a:cxnLst/>
              <a:rect l="l" t="t" r="r" b="b"/>
              <a:pathLst>
                <a:path w="2222" h="4376" extrusionOk="0">
                  <a:moveTo>
                    <a:pt x="1981" y="1"/>
                  </a:moveTo>
                  <a:cubicBezTo>
                    <a:pt x="1981" y="1"/>
                    <a:pt x="1990" y="10"/>
                    <a:pt x="1990" y="10"/>
                  </a:cubicBezTo>
                  <a:cubicBezTo>
                    <a:pt x="2008" y="19"/>
                    <a:pt x="2017" y="27"/>
                    <a:pt x="2017" y="45"/>
                  </a:cubicBezTo>
                  <a:cubicBezTo>
                    <a:pt x="2026" y="54"/>
                    <a:pt x="2035" y="54"/>
                    <a:pt x="2026" y="54"/>
                  </a:cubicBezTo>
                  <a:cubicBezTo>
                    <a:pt x="2043" y="99"/>
                    <a:pt x="2043" y="135"/>
                    <a:pt x="2043" y="179"/>
                  </a:cubicBezTo>
                  <a:cubicBezTo>
                    <a:pt x="2043" y="197"/>
                    <a:pt x="2035" y="215"/>
                    <a:pt x="2035" y="233"/>
                  </a:cubicBezTo>
                  <a:cubicBezTo>
                    <a:pt x="2035" y="233"/>
                    <a:pt x="2035" y="242"/>
                    <a:pt x="2035" y="242"/>
                  </a:cubicBezTo>
                  <a:cubicBezTo>
                    <a:pt x="1740" y="1259"/>
                    <a:pt x="1294" y="2748"/>
                    <a:pt x="1294" y="2748"/>
                  </a:cubicBezTo>
                  <a:cubicBezTo>
                    <a:pt x="1214" y="2882"/>
                    <a:pt x="1125" y="3025"/>
                    <a:pt x="1044" y="3159"/>
                  </a:cubicBezTo>
                  <a:cubicBezTo>
                    <a:pt x="884" y="3417"/>
                    <a:pt x="723" y="3676"/>
                    <a:pt x="554" y="3917"/>
                  </a:cubicBezTo>
                  <a:cubicBezTo>
                    <a:pt x="491" y="3997"/>
                    <a:pt x="438" y="4078"/>
                    <a:pt x="366" y="4149"/>
                  </a:cubicBezTo>
                  <a:cubicBezTo>
                    <a:pt x="313" y="4203"/>
                    <a:pt x="268" y="4265"/>
                    <a:pt x="197" y="4283"/>
                  </a:cubicBezTo>
                  <a:cubicBezTo>
                    <a:pt x="184" y="4284"/>
                    <a:pt x="171" y="4285"/>
                    <a:pt x="158" y="4285"/>
                  </a:cubicBezTo>
                  <a:cubicBezTo>
                    <a:pt x="103" y="4285"/>
                    <a:pt x="52" y="4271"/>
                    <a:pt x="1" y="4256"/>
                  </a:cubicBezTo>
                  <a:lnTo>
                    <a:pt x="1" y="4256"/>
                  </a:lnTo>
                  <a:cubicBezTo>
                    <a:pt x="10" y="4265"/>
                    <a:pt x="27" y="4274"/>
                    <a:pt x="36" y="4283"/>
                  </a:cubicBezTo>
                  <a:cubicBezTo>
                    <a:pt x="120" y="4336"/>
                    <a:pt x="222" y="4376"/>
                    <a:pt x="322" y="4376"/>
                  </a:cubicBezTo>
                  <a:cubicBezTo>
                    <a:pt x="340" y="4376"/>
                    <a:pt x="358" y="4375"/>
                    <a:pt x="375" y="4372"/>
                  </a:cubicBezTo>
                  <a:cubicBezTo>
                    <a:pt x="447" y="4354"/>
                    <a:pt x="491" y="4301"/>
                    <a:pt x="545" y="4247"/>
                  </a:cubicBezTo>
                  <a:cubicBezTo>
                    <a:pt x="607" y="4167"/>
                    <a:pt x="670" y="4087"/>
                    <a:pt x="732" y="4006"/>
                  </a:cubicBezTo>
                  <a:cubicBezTo>
                    <a:pt x="902" y="3765"/>
                    <a:pt x="1062" y="3507"/>
                    <a:pt x="1214" y="3257"/>
                  </a:cubicBezTo>
                  <a:cubicBezTo>
                    <a:pt x="1303" y="3114"/>
                    <a:pt x="1392" y="2971"/>
                    <a:pt x="1473" y="2838"/>
                  </a:cubicBezTo>
                  <a:cubicBezTo>
                    <a:pt x="1473" y="2838"/>
                    <a:pt x="1919" y="1348"/>
                    <a:pt x="2204" y="331"/>
                  </a:cubicBezTo>
                  <a:cubicBezTo>
                    <a:pt x="2204" y="331"/>
                    <a:pt x="2213" y="331"/>
                    <a:pt x="2213" y="322"/>
                  </a:cubicBezTo>
                  <a:cubicBezTo>
                    <a:pt x="2213" y="304"/>
                    <a:pt x="2222" y="286"/>
                    <a:pt x="2222" y="268"/>
                  </a:cubicBezTo>
                  <a:cubicBezTo>
                    <a:pt x="2222" y="224"/>
                    <a:pt x="2222" y="188"/>
                    <a:pt x="2204" y="152"/>
                  </a:cubicBezTo>
                  <a:cubicBezTo>
                    <a:pt x="2204" y="143"/>
                    <a:pt x="2204" y="143"/>
                    <a:pt x="2195" y="143"/>
                  </a:cubicBezTo>
                  <a:lnTo>
                    <a:pt x="2195" y="135"/>
                  </a:lnTo>
                  <a:cubicBezTo>
                    <a:pt x="2186" y="126"/>
                    <a:pt x="2186" y="117"/>
                    <a:pt x="2168" y="99"/>
                  </a:cubicBezTo>
                  <a:cubicBezTo>
                    <a:pt x="2151" y="90"/>
                    <a:pt x="2133" y="72"/>
                    <a:pt x="2124" y="63"/>
                  </a:cubicBezTo>
                  <a:cubicBezTo>
                    <a:pt x="2097" y="45"/>
                    <a:pt x="2070" y="27"/>
                    <a:pt x="2043" y="19"/>
                  </a:cubicBezTo>
                  <a:cubicBezTo>
                    <a:pt x="2026" y="10"/>
                    <a:pt x="1999" y="1"/>
                    <a:pt x="1981" y="1"/>
                  </a:cubicBezTo>
                  <a:close/>
                </a:path>
              </a:pathLst>
            </a:custGeom>
            <a:solidFill>
              <a:srgbClr val="1317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35"/>
            <p:cNvSpPr/>
            <p:nvPr/>
          </p:nvSpPr>
          <p:spPr>
            <a:xfrm>
              <a:off x="3639925" y="1968175"/>
              <a:ext cx="46425" cy="98750"/>
            </a:xfrm>
            <a:custGeom>
              <a:avLst/>
              <a:gdLst/>
              <a:ahLst/>
              <a:cxnLst/>
              <a:rect l="l" t="t" r="r" b="b"/>
              <a:pathLst>
                <a:path w="1857" h="3950" extrusionOk="0">
                  <a:moveTo>
                    <a:pt x="1856" y="0"/>
                  </a:moveTo>
                  <a:lnTo>
                    <a:pt x="1856" y="0"/>
                  </a:lnTo>
                  <a:cubicBezTo>
                    <a:pt x="1758" y="9"/>
                    <a:pt x="1669" y="36"/>
                    <a:pt x="1606" y="80"/>
                  </a:cubicBezTo>
                  <a:cubicBezTo>
                    <a:pt x="1598" y="89"/>
                    <a:pt x="1589" y="107"/>
                    <a:pt x="1571" y="116"/>
                  </a:cubicBezTo>
                  <a:cubicBezTo>
                    <a:pt x="1562" y="125"/>
                    <a:pt x="1553" y="134"/>
                    <a:pt x="1544" y="143"/>
                  </a:cubicBezTo>
                  <a:cubicBezTo>
                    <a:pt x="1544" y="152"/>
                    <a:pt x="1544" y="152"/>
                    <a:pt x="1544" y="161"/>
                  </a:cubicBezTo>
                  <a:cubicBezTo>
                    <a:pt x="1535" y="187"/>
                    <a:pt x="1526" y="214"/>
                    <a:pt x="1517" y="241"/>
                  </a:cubicBezTo>
                  <a:cubicBezTo>
                    <a:pt x="1517" y="241"/>
                    <a:pt x="1517" y="250"/>
                    <a:pt x="1517" y="250"/>
                  </a:cubicBezTo>
                  <a:cubicBezTo>
                    <a:pt x="1330" y="892"/>
                    <a:pt x="973" y="2079"/>
                    <a:pt x="955" y="2141"/>
                  </a:cubicBezTo>
                  <a:cubicBezTo>
                    <a:pt x="884" y="2444"/>
                    <a:pt x="732" y="2721"/>
                    <a:pt x="313" y="3247"/>
                  </a:cubicBezTo>
                  <a:cubicBezTo>
                    <a:pt x="295" y="3265"/>
                    <a:pt x="277" y="3283"/>
                    <a:pt x="268" y="3301"/>
                  </a:cubicBezTo>
                  <a:cubicBezTo>
                    <a:pt x="170" y="3435"/>
                    <a:pt x="72" y="3586"/>
                    <a:pt x="27" y="3756"/>
                  </a:cubicBezTo>
                  <a:cubicBezTo>
                    <a:pt x="19" y="3800"/>
                    <a:pt x="10" y="3827"/>
                    <a:pt x="10" y="3863"/>
                  </a:cubicBezTo>
                  <a:cubicBezTo>
                    <a:pt x="1" y="3872"/>
                    <a:pt x="10" y="3881"/>
                    <a:pt x="10" y="3890"/>
                  </a:cubicBezTo>
                  <a:cubicBezTo>
                    <a:pt x="18" y="3933"/>
                    <a:pt x="39" y="3950"/>
                    <a:pt x="68" y="3950"/>
                  </a:cubicBezTo>
                  <a:cubicBezTo>
                    <a:pt x="165" y="3950"/>
                    <a:pt x="345" y="3759"/>
                    <a:pt x="393" y="3711"/>
                  </a:cubicBezTo>
                  <a:cubicBezTo>
                    <a:pt x="527" y="3595"/>
                    <a:pt x="643" y="3461"/>
                    <a:pt x="750" y="3328"/>
                  </a:cubicBezTo>
                  <a:cubicBezTo>
                    <a:pt x="964" y="3051"/>
                    <a:pt x="1134" y="2748"/>
                    <a:pt x="1250" y="2418"/>
                  </a:cubicBezTo>
                  <a:cubicBezTo>
                    <a:pt x="1312" y="2230"/>
                    <a:pt x="1357" y="2043"/>
                    <a:pt x="1410" y="1856"/>
                  </a:cubicBezTo>
                  <a:cubicBezTo>
                    <a:pt x="1615" y="1035"/>
                    <a:pt x="1598" y="1079"/>
                    <a:pt x="1776" y="259"/>
                  </a:cubicBezTo>
                  <a:lnTo>
                    <a:pt x="1856"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5"/>
            <p:cNvSpPr/>
            <p:nvPr/>
          </p:nvSpPr>
          <p:spPr>
            <a:xfrm>
              <a:off x="3677850" y="1967825"/>
              <a:ext cx="23650" cy="14000"/>
            </a:xfrm>
            <a:custGeom>
              <a:avLst/>
              <a:gdLst/>
              <a:ahLst/>
              <a:cxnLst/>
              <a:rect l="l" t="t" r="r" b="b"/>
              <a:pathLst>
                <a:path w="946" h="560" extrusionOk="0">
                  <a:moveTo>
                    <a:pt x="442" y="0"/>
                  </a:moveTo>
                  <a:cubicBezTo>
                    <a:pt x="310" y="0"/>
                    <a:pt x="181" y="32"/>
                    <a:pt x="89" y="94"/>
                  </a:cubicBezTo>
                  <a:cubicBezTo>
                    <a:pt x="81" y="103"/>
                    <a:pt x="63" y="121"/>
                    <a:pt x="54" y="130"/>
                  </a:cubicBezTo>
                  <a:cubicBezTo>
                    <a:pt x="45" y="139"/>
                    <a:pt x="36" y="148"/>
                    <a:pt x="36" y="157"/>
                  </a:cubicBezTo>
                  <a:cubicBezTo>
                    <a:pt x="36" y="166"/>
                    <a:pt x="27" y="166"/>
                    <a:pt x="27" y="175"/>
                  </a:cubicBezTo>
                  <a:lnTo>
                    <a:pt x="18" y="175"/>
                  </a:lnTo>
                  <a:cubicBezTo>
                    <a:pt x="18" y="201"/>
                    <a:pt x="9" y="219"/>
                    <a:pt x="0" y="246"/>
                  </a:cubicBezTo>
                  <a:cubicBezTo>
                    <a:pt x="0" y="246"/>
                    <a:pt x="0" y="255"/>
                    <a:pt x="0" y="255"/>
                  </a:cubicBezTo>
                  <a:cubicBezTo>
                    <a:pt x="0" y="255"/>
                    <a:pt x="0" y="264"/>
                    <a:pt x="0" y="264"/>
                  </a:cubicBezTo>
                  <a:cubicBezTo>
                    <a:pt x="0" y="353"/>
                    <a:pt x="63" y="433"/>
                    <a:pt x="188" y="496"/>
                  </a:cubicBezTo>
                  <a:cubicBezTo>
                    <a:pt x="285" y="539"/>
                    <a:pt x="397" y="559"/>
                    <a:pt x="504" y="559"/>
                  </a:cubicBezTo>
                  <a:cubicBezTo>
                    <a:pt x="643" y="559"/>
                    <a:pt x="775" y="525"/>
                    <a:pt x="866" y="460"/>
                  </a:cubicBezTo>
                  <a:cubicBezTo>
                    <a:pt x="892" y="433"/>
                    <a:pt x="919" y="407"/>
                    <a:pt x="937" y="371"/>
                  </a:cubicBezTo>
                  <a:cubicBezTo>
                    <a:pt x="937" y="353"/>
                    <a:pt x="946" y="335"/>
                    <a:pt x="946" y="317"/>
                  </a:cubicBezTo>
                  <a:cubicBezTo>
                    <a:pt x="946" y="273"/>
                    <a:pt x="946" y="237"/>
                    <a:pt x="928" y="201"/>
                  </a:cubicBezTo>
                  <a:cubicBezTo>
                    <a:pt x="919" y="184"/>
                    <a:pt x="901" y="166"/>
                    <a:pt x="892" y="148"/>
                  </a:cubicBezTo>
                  <a:cubicBezTo>
                    <a:pt x="875" y="139"/>
                    <a:pt x="866" y="121"/>
                    <a:pt x="848" y="112"/>
                  </a:cubicBezTo>
                  <a:cubicBezTo>
                    <a:pt x="821" y="94"/>
                    <a:pt x="794" y="76"/>
                    <a:pt x="767" y="68"/>
                  </a:cubicBezTo>
                  <a:cubicBezTo>
                    <a:pt x="669" y="23"/>
                    <a:pt x="554" y="0"/>
                    <a:pt x="442"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5"/>
            <p:cNvSpPr/>
            <p:nvPr/>
          </p:nvSpPr>
          <p:spPr>
            <a:xfrm>
              <a:off x="3679850" y="1826775"/>
              <a:ext cx="60700" cy="153675"/>
            </a:xfrm>
            <a:custGeom>
              <a:avLst/>
              <a:gdLst/>
              <a:ahLst/>
              <a:cxnLst/>
              <a:rect l="l" t="t" r="r" b="b"/>
              <a:pathLst>
                <a:path w="2428" h="6147" extrusionOk="0">
                  <a:moveTo>
                    <a:pt x="1767" y="71"/>
                  </a:moveTo>
                  <a:cubicBezTo>
                    <a:pt x="1740" y="89"/>
                    <a:pt x="1722" y="107"/>
                    <a:pt x="1713" y="134"/>
                  </a:cubicBezTo>
                  <a:lnTo>
                    <a:pt x="1713" y="134"/>
                  </a:lnTo>
                  <a:cubicBezTo>
                    <a:pt x="1713" y="134"/>
                    <a:pt x="1713" y="134"/>
                    <a:pt x="1713" y="134"/>
                  </a:cubicBezTo>
                  <a:lnTo>
                    <a:pt x="1713" y="134"/>
                  </a:lnTo>
                  <a:cubicBezTo>
                    <a:pt x="1713" y="152"/>
                    <a:pt x="1704" y="170"/>
                    <a:pt x="1696" y="187"/>
                  </a:cubicBezTo>
                  <a:lnTo>
                    <a:pt x="1696" y="187"/>
                  </a:lnTo>
                  <a:cubicBezTo>
                    <a:pt x="1696" y="187"/>
                    <a:pt x="1696" y="196"/>
                    <a:pt x="1696" y="196"/>
                  </a:cubicBezTo>
                  <a:lnTo>
                    <a:pt x="1696" y="196"/>
                  </a:lnTo>
                  <a:cubicBezTo>
                    <a:pt x="1428" y="1124"/>
                    <a:pt x="473" y="4291"/>
                    <a:pt x="18" y="5826"/>
                  </a:cubicBezTo>
                  <a:lnTo>
                    <a:pt x="18" y="5826"/>
                  </a:lnTo>
                  <a:lnTo>
                    <a:pt x="18" y="5834"/>
                  </a:lnTo>
                  <a:cubicBezTo>
                    <a:pt x="9" y="5852"/>
                    <a:pt x="1" y="5879"/>
                    <a:pt x="1" y="5897"/>
                  </a:cubicBezTo>
                  <a:lnTo>
                    <a:pt x="1" y="5897"/>
                  </a:lnTo>
                  <a:cubicBezTo>
                    <a:pt x="1" y="5968"/>
                    <a:pt x="54" y="6031"/>
                    <a:pt x="152" y="6066"/>
                  </a:cubicBezTo>
                  <a:lnTo>
                    <a:pt x="152" y="6066"/>
                  </a:lnTo>
                  <a:cubicBezTo>
                    <a:pt x="331" y="6147"/>
                    <a:pt x="580" y="6138"/>
                    <a:pt x="705" y="6049"/>
                  </a:cubicBezTo>
                  <a:lnTo>
                    <a:pt x="705" y="6049"/>
                  </a:lnTo>
                  <a:cubicBezTo>
                    <a:pt x="732" y="6022"/>
                    <a:pt x="750" y="6004"/>
                    <a:pt x="759" y="5986"/>
                  </a:cubicBezTo>
                  <a:lnTo>
                    <a:pt x="759" y="5986"/>
                  </a:lnTo>
                  <a:cubicBezTo>
                    <a:pt x="768" y="5959"/>
                    <a:pt x="777" y="5942"/>
                    <a:pt x="786" y="5915"/>
                  </a:cubicBezTo>
                  <a:lnTo>
                    <a:pt x="786" y="5915"/>
                  </a:lnTo>
                  <a:lnTo>
                    <a:pt x="786" y="5915"/>
                  </a:lnTo>
                  <a:cubicBezTo>
                    <a:pt x="1312" y="4059"/>
                    <a:pt x="2391" y="375"/>
                    <a:pt x="2418" y="268"/>
                  </a:cubicBezTo>
                  <a:lnTo>
                    <a:pt x="2418" y="268"/>
                  </a:lnTo>
                  <a:cubicBezTo>
                    <a:pt x="2418" y="250"/>
                    <a:pt x="2418" y="232"/>
                    <a:pt x="2427" y="214"/>
                  </a:cubicBezTo>
                  <a:lnTo>
                    <a:pt x="2427" y="214"/>
                  </a:lnTo>
                  <a:cubicBezTo>
                    <a:pt x="2427" y="152"/>
                    <a:pt x="2374" y="98"/>
                    <a:pt x="2284" y="54"/>
                  </a:cubicBezTo>
                  <a:lnTo>
                    <a:pt x="2284" y="54"/>
                  </a:lnTo>
                  <a:cubicBezTo>
                    <a:pt x="2213" y="18"/>
                    <a:pt x="2124" y="0"/>
                    <a:pt x="2043" y="0"/>
                  </a:cubicBezTo>
                  <a:lnTo>
                    <a:pt x="2043" y="0"/>
                  </a:lnTo>
                  <a:cubicBezTo>
                    <a:pt x="1936" y="0"/>
                    <a:pt x="1838" y="27"/>
                    <a:pt x="1767" y="71"/>
                  </a:cubicBezTo>
                  <a:close/>
                </a:path>
              </a:pathLst>
            </a:custGeom>
            <a:solidFill>
              <a:srgbClr val="A1A1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5"/>
            <p:cNvSpPr/>
            <p:nvPr/>
          </p:nvSpPr>
          <p:spPr>
            <a:xfrm>
              <a:off x="3722225" y="1826800"/>
              <a:ext cx="18325" cy="10500"/>
            </a:xfrm>
            <a:custGeom>
              <a:avLst/>
              <a:gdLst/>
              <a:ahLst/>
              <a:cxnLst/>
              <a:rect l="l" t="t" r="r" b="b"/>
              <a:pathLst>
                <a:path w="733" h="420" extrusionOk="0">
                  <a:moveTo>
                    <a:pt x="345" y="1"/>
                  </a:moveTo>
                  <a:cubicBezTo>
                    <a:pt x="241" y="1"/>
                    <a:pt x="141" y="26"/>
                    <a:pt x="72" y="70"/>
                  </a:cubicBezTo>
                  <a:cubicBezTo>
                    <a:pt x="45" y="88"/>
                    <a:pt x="36" y="106"/>
                    <a:pt x="18" y="133"/>
                  </a:cubicBezTo>
                  <a:cubicBezTo>
                    <a:pt x="18" y="151"/>
                    <a:pt x="9" y="169"/>
                    <a:pt x="1" y="186"/>
                  </a:cubicBezTo>
                  <a:cubicBezTo>
                    <a:pt x="1" y="186"/>
                    <a:pt x="1" y="195"/>
                    <a:pt x="1" y="195"/>
                  </a:cubicBezTo>
                  <a:cubicBezTo>
                    <a:pt x="1" y="267"/>
                    <a:pt x="54" y="329"/>
                    <a:pt x="143" y="365"/>
                  </a:cubicBezTo>
                  <a:cubicBezTo>
                    <a:pt x="221" y="402"/>
                    <a:pt x="311" y="420"/>
                    <a:pt x="397" y="420"/>
                  </a:cubicBezTo>
                  <a:cubicBezTo>
                    <a:pt x="497" y="420"/>
                    <a:pt x="593" y="395"/>
                    <a:pt x="661" y="347"/>
                  </a:cubicBezTo>
                  <a:cubicBezTo>
                    <a:pt x="687" y="320"/>
                    <a:pt x="714" y="294"/>
                    <a:pt x="723" y="267"/>
                  </a:cubicBezTo>
                  <a:cubicBezTo>
                    <a:pt x="723" y="249"/>
                    <a:pt x="723" y="231"/>
                    <a:pt x="732" y="213"/>
                  </a:cubicBezTo>
                  <a:cubicBezTo>
                    <a:pt x="732" y="151"/>
                    <a:pt x="679" y="97"/>
                    <a:pt x="589" y="53"/>
                  </a:cubicBezTo>
                  <a:cubicBezTo>
                    <a:pt x="514" y="17"/>
                    <a:pt x="428" y="1"/>
                    <a:pt x="345"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5"/>
            <p:cNvSpPr/>
            <p:nvPr/>
          </p:nvSpPr>
          <p:spPr>
            <a:xfrm>
              <a:off x="3757700" y="1992825"/>
              <a:ext cx="35250" cy="42650"/>
            </a:xfrm>
            <a:custGeom>
              <a:avLst/>
              <a:gdLst/>
              <a:ahLst/>
              <a:cxnLst/>
              <a:rect l="l" t="t" r="r" b="b"/>
              <a:pathLst>
                <a:path w="1410" h="1706" extrusionOk="0">
                  <a:moveTo>
                    <a:pt x="109" y="0"/>
                  </a:moveTo>
                  <a:cubicBezTo>
                    <a:pt x="96" y="0"/>
                    <a:pt x="84" y="2"/>
                    <a:pt x="71" y="4"/>
                  </a:cubicBezTo>
                  <a:cubicBezTo>
                    <a:pt x="45" y="13"/>
                    <a:pt x="27" y="22"/>
                    <a:pt x="9" y="49"/>
                  </a:cubicBezTo>
                  <a:cubicBezTo>
                    <a:pt x="0" y="67"/>
                    <a:pt x="0" y="93"/>
                    <a:pt x="0" y="120"/>
                  </a:cubicBezTo>
                  <a:cubicBezTo>
                    <a:pt x="9" y="397"/>
                    <a:pt x="107" y="664"/>
                    <a:pt x="241" y="905"/>
                  </a:cubicBezTo>
                  <a:cubicBezTo>
                    <a:pt x="268" y="968"/>
                    <a:pt x="303" y="1030"/>
                    <a:pt x="339" y="1093"/>
                  </a:cubicBezTo>
                  <a:cubicBezTo>
                    <a:pt x="375" y="1137"/>
                    <a:pt x="410" y="1173"/>
                    <a:pt x="437" y="1218"/>
                  </a:cubicBezTo>
                  <a:cubicBezTo>
                    <a:pt x="491" y="1333"/>
                    <a:pt x="526" y="1449"/>
                    <a:pt x="624" y="1539"/>
                  </a:cubicBezTo>
                  <a:cubicBezTo>
                    <a:pt x="714" y="1628"/>
                    <a:pt x="848" y="1672"/>
                    <a:pt x="963" y="1699"/>
                  </a:cubicBezTo>
                  <a:cubicBezTo>
                    <a:pt x="1004" y="1704"/>
                    <a:pt x="1042" y="1706"/>
                    <a:pt x="1078" y="1706"/>
                  </a:cubicBezTo>
                  <a:cubicBezTo>
                    <a:pt x="1115" y="1706"/>
                    <a:pt x="1151" y="1704"/>
                    <a:pt x="1187" y="1699"/>
                  </a:cubicBezTo>
                  <a:cubicBezTo>
                    <a:pt x="1258" y="1681"/>
                    <a:pt x="1365" y="1637"/>
                    <a:pt x="1383" y="1565"/>
                  </a:cubicBezTo>
                  <a:cubicBezTo>
                    <a:pt x="1410" y="1494"/>
                    <a:pt x="1338" y="1369"/>
                    <a:pt x="1311" y="1298"/>
                  </a:cubicBezTo>
                  <a:cubicBezTo>
                    <a:pt x="1276" y="1218"/>
                    <a:pt x="1240" y="1137"/>
                    <a:pt x="1204" y="1057"/>
                  </a:cubicBezTo>
                  <a:cubicBezTo>
                    <a:pt x="1160" y="959"/>
                    <a:pt x="1115" y="852"/>
                    <a:pt x="1071" y="745"/>
                  </a:cubicBezTo>
                  <a:cubicBezTo>
                    <a:pt x="1097" y="727"/>
                    <a:pt x="1071" y="691"/>
                    <a:pt x="1053" y="664"/>
                  </a:cubicBezTo>
                  <a:cubicBezTo>
                    <a:pt x="830" y="441"/>
                    <a:pt x="580" y="245"/>
                    <a:pt x="312" y="76"/>
                  </a:cubicBezTo>
                  <a:cubicBezTo>
                    <a:pt x="252" y="38"/>
                    <a:pt x="179" y="0"/>
                    <a:pt x="109"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5"/>
            <p:cNvSpPr/>
            <p:nvPr/>
          </p:nvSpPr>
          <p:spPr>
            <a:xfrm>
              <a:off x="3605575" y="1968475"/>
              <a:ext cx="145675" cy="187050"/>
            </a:xfrm>
            <a:custGeom>
              <a:avLst/>
              <a:gdLst/>
              <a:ahLst/>
              <a:cxnLst/>
              <a:rect l="l" t="t" r="r" b="b"/>
              <a:pathLst>
                <a:path w="5827" h="7482" extrusionOk="0">
                  <a:moveTo>
                    <a:pt x="4222" y="1"/>
                  </a:moveTo>
                  <a:cubicBezTo>
                    <a:pt x="3828" y="1"/>
                    <a:pt x="3383" y="130"/>
                    <a:pt x="2909" y="398"/>
                  </a:cubicBezTo>
                  <a:cubicBezTo>
                    <a:pt x="1303" y="1326"/>
                    <a:pt x="1" y="3583"/>
                    <a:pt x="1" y="5421"/>
                  </a:cubicBezTo>
                  <a:cubicBezTo>
                    <a:pt x="1" y="6349"/>
                    <a:pt x="331" y="7000"/>
                    <a:pt x="866" y="7303"/>
                  </a:cubicBezTo>
                  <a:lnTo>
                    <a:pt x="884" y="7312"/>
                  </a:lnTo>
                  <a:cubicBezTo>
                    <a:pt x="1098" y="7428"/>
                    <a:pt x="1348" y="7482"/>
                    <a:pt x="1616" y="7482"/>
                  </a:cubicBezTo>
                  <a:cubicBezTo>
                    <a:pt x="2008" y="7482"/>
                    <a:pt x="2445" y="7357"/>
                    <a:pt x="2909" y="7080"/>
                  </a:cubicBezTo>
                  <a:cubicBezTo>
                    <a:pt x="4524" y="6152"/>
                    <a:pt x="5826" y="3904"/>
                    <a:pt x="5826" y="2067"/>
                  </a:cubicBezTo>
                  <a:cubicBezTo>
                    <a:pt x="5826" y="1522"/>
                    <a:pt x="5710" y="1085"/>
                    <a:pt x="5514" y="746"/>
                  </a:cubicBezTo>
                  <a:cubicBezTo>
                    <a:pt x="5398" y="550"/>
                    <a:pt x="5255" y="381"/>
                    <a:pt x="5086" y="265"/>
                  </a:cubicBezTo>
                  <a:lnTo>
                    <a:pt x="5077" y="265"/>
                  </a:lnTo>
                  <a:cubicBezTo>
                    <a:pt x="5006" y="211"/>
                    <a:pt x="4925" y="166"/>
                    <a:pt x="4836" y="131"/>
                  </a:cubicBezTo>
                  <a:lnTo>
                    <a:pt x="4836" y="122"/>
                  </a:lnTo>
                  <a:cubicBezTo>
                    <a:pt x="4650" y="42"/>
                    <a:pt x="4444" y="1"/>
                    <a:pt x="4222"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5"/>
            <p:cNvSpPr/>
            <p:nvPr/>
          </p:nvSpPr>
          <p:spPr>
            <a:xfrm>
              <a:off x="3605575" y="1968475"/>
              <a:ext cx="146775" cy="193975"/>
            </a:xfrm>
            <a:custGeom>
              <a:avLst/>
              <a:gdLst/>
              <a:ahLst/>
              <a:cxnLst/>
              <a:rect l="l" t="t" r="r" b="b"/>
              <a:pathLst>
                <a:path w="5871" h="7759" extrusionOk="0">
                  <a:moveTo>
                    <a:pt x="4222" y="1"/>
                  </a:moveTo>
                  <a:cubicBezTo>
                    <a:pt x="3828" y="1"/>
                    <a:pt x="3383" y="130"/>
                    <a:pt x="2909" y="398"/>
                  </a:cubicBezTo>
                  <a:cubicBezTo>
                    <a:pt x="1303" y="1326"/>
                    <a:pt x="1" y="3583"/>
                    <a:pt x="1" y="5421"/>
                  </a:cubicBezTo>
                  <a:cubicBezTo>
                    <a:pt x="1" y="6349"/>
                    <a:pt x="331" y="7000"/>
                    <a:pt x="866" y="7303"/>
                  </a:cubicBezTo>
                  <a:lnTo>
                    <a:pt x="884" y="7312"/>
                  </a:lnTo>
                  <a:lnTo>
                    <a:pt x="1669" y="7758"/>
                  </a:lnTo>
                  <a:lnTo>
                    <a:pt x="1616" y="7482"/>
                  </a:lnTo>
                  <a:lnTo>
                    <a:pt x="1312" y="6010"/>
                  </a:lnTo>
                  <a:lnTo>
                    <a:pt x="2294" y="2941"/>
                  </a:lnTo>
                  <a:lnTo>
                    <a:pt x="3828" y="1282"/>
                  </a:lnTo>
                  <a:lnTo>
                    <a:pt x="4997" y="809"/>
                  </a:lnTo>
                  <a:lnTo>
                    <a:pt x="5514" y="746"/>
                  </a:lnTo>
                  <a:lnTo>
                    <a:pt x="5871" y="702"/>
                  </a:lnTo>
                  <a:lnTo>
                    <a:pt x="5086" y="265"/>
                  </a:lnTo>
                  <a:lnTo>
                    <a:pt x="5077" y="265"/>
                  </a:lnTo>
                  <a:lnTo>
                    <a:pt x="4836" y="131"/>
                  </a:lnTo>
                  <a:lnTo>
                    <a:pt x="4836" y="122"/>
                  </a:lnTo>
                  <a:cubicBezTo>
                    <a:pt x="4650" y="42"/>
                    <a:pt x="4444" y="1"/>
                    <a:pt x="4222"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35"/>
            <p:cNvSpPr/>
            <p:nvPr/>
          </p:nvSpPr>
          <p:spPr>
            <a:xfrm>
              <a:off x="3628325" y="1981575"/>
              <a:ext cx="145675" cy="187025"/>
            </a:xfrm>
            <a:custGeom>
              <a:avLst/>
              <a:gdLst/>
              <a:ahLst/>
              <a:cxnLst/>
              <a:rect l="l" t="t" r="r" b="b"/>
              <a:pathLst>
                <a:path w="5827" h="7481" extrusionOk="0">
                  <a:moveTo>
                    <a:pt x="4224" y="1"/>
                  </a:moveTo>
                  <a:cubicBezTo>
                    <a:pt x="3831" y="1"/>
                    <a:pt x="3388" y="129"/>
                    <a:pt x="2918" y="401"/>
                  </a:cubicBezTo>
                  <a:cubicBezTo>
                    <a:pt x="1312" y="1329"/>
                    <a:pt x="1" y="3577"/>
                    <a:pt x="1" y="5423"/>
                  </a:cubicBezTo>
                  <a:cubicBezTo>
                    <a:pt x="1" y="6725"/>
                    <a:pt x="659" y="7481"/>
                    <a:pt x="1614" y="7481"/>
                  </a:cubicBezTo>
                  <a:cubicBezTo>
                    <a:pt x="2007" y="7481"/>
                    <a:pt x="2450" y="7353"/>
                    <a:pt x="2918" y="7083"/>
                  </a:cubicBezTo>
                  <a:cubicBezTo>
                    <a:pt x="4524" y="6155"/>
                    <a:pt x="5826" y="3907"/>
                    <a:pt x="5826" y="2060"/>
                  </a:cubicBezTo>
                  <a:cubicBezTo>
                    <a:pt x="5826" y="754"/>
                    <a:pt x="5174" y="1"/>
                    <a:pt x="4224" y="1"/>
                  </a:cubicBezTo>
                  <a:close/>
                </a:path>
              </a:pathLst>
            </a:custGeom>
            <a:solidFill>
              <a:srgbClr val="1317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5"/>
            <p:cNvSpPr/>
            <p:nvPr/>
          </p:nvSpPr>
          <p:spPr>
            <a:xfrm>
              <a:off x="3647300" y="2000500"/>
              <a:ext cx="107725" cy="149000"/>
            </a:xfrm>
            <a:custGeom>
              <a:avLst/>
              <a:gdLst/>
              <a:ahLst/>
              <a:cxnLst/>
              <a:rect l="l" t="t" r="r" b="b"/>
              <a:pathLst>
                <a:path w="4309" h="5960" extrusionOk="0">
                  <a:moveTo>
                    <a:pt x="3461" y="1"/>
                  </a:moveTo>
                  <a:cubicBezTo>
                    <a:pt x="3194" y="1"/>
                    <a:pt x="2873" y="99"/>
                    <a:pt x="2534" y="295"/>
                  </a:cubicBezTo>
                  <a:cubicBezTo>
                    <a:pt x="1160" y="1089"/>
                    <a:pt x="0" y="3087"/>
                    <a:pt x="0" y="4666"/>
                  </a:cubicBezTo>
                  <a:cubicBezTo>
                    <a:pt x="0" y="5050"/>
                    <a:pt x="89" y="5960"/>
                    <a:pt x="848" y="5960"/>
                  </a:cubicBezTo>
                  <a:cubicBezTo>
                    <a:pt x="1115" y="5960"/>
                    <a:pt x="1436" y="5862"/>
                    <a:pt x="1775" y="5665"/>
                  </a:cubicBezTo>
                  <a:cubicBezTo>
                    <a:pt x="3149" y="4871"/>
                    <a:pt x="4309" y="2873"/>
                    <a:pt x="4309" y="1303"/>
                  </a:cubicBezTo>
                  <a:cubicBezTo>
                    <a:pt x="4309" y="911"/>
                    <a:pt x="4229" y="1"/>
                    <a:pt x="3461"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5"/>
            <p:cNvSpPr/>
            <p:nvPr/>
          </p:nvSpPr>
          <p:spPr>
            <a:xfrm>
              <a:off x="3653750" y="2006750"/>
              <a:ext cx="95050" cy="136525"/>
            </a:xfrm>
            <a:custGeom>
              <a:avLst/>
              <a:gdLst/>
              <a:ahLst/>
              <a:cxnLst/>
              <a:rect l="l" t="t" r="r" b="b"/>
              <a:pathLst>
                <a:path w="3802" h="5461" extrusionOk="0">
                  <a:moveTo>
                    <a:pt x="3203" y="0"/>
                  </a:moveTo>
                  <a:cubicBezTo>
                    <a:pt x="2980" y="0"/>
                    <a:pt x="2704" y="90"/>
                    <a:pt x="2401" y="268"/>
                  </a:cubicBezTo>
                  <a:cubicBezTo>
                    <a:pt x="2151" y="420"/>
                    <a:pt x="1901" y="607"/>
                    <a:pt x="1660" y="839"/>
                  </a:cubicBezTo>
                  <a:cubicBezTo>
                    <a:pt x="929" y="1544"/>
                    <a:pt x="340" y="2570"/>
                    <a:pt x="108" y="3551"/>
                  </a:cubicBezTo>
                  <a:cubicBezTo>
                    <a:pt x="36" y="3845"/>
                    <a:pt x="1" y="4140"/>
                    <a:pt x="1" y="4416"/>
                  </a:cubicBezTo>
                  <a:cubicBezTo>
                    <a:pt x="1" y="4800"/>
                    <a:pt x="72" y="5460"/>
                    <a:pt x="590" y="5460"/>
                  </a:cubicBezTo>
                  <a:cubicBezTo>
                    <a:pt x="822" y="5460"/>
                    <a:pt x="1098" y="5371"/>
                    <a:pt x="1392" y="5192"/>
                  </a:cubicBezTo>
                  <a:cubicBezTo>
                    <a:pt x="2695" y="4443"/>
                    <a:pt x="3801" y="2543"/>
                    <a:pt x="3801" y="1053"/>
                  </a:cubicBezTo>
                  <a:cubicBezTo>
                    <a:pt x="3801" y="661"/>
                    <a:pt x="3721" y="0"/>
                    <a:pt x="320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5"/>
            <p:cNvSpPr/>
            <p:nvPr/>
          </p:nvSpPr>
          <p:spPr>
            <a:xfrm>
              <a:off x="3655100" y="2006750"/>
              <a:ext cx="93700" cy="136525"/>
            </a:xfrm>
            <a:custGeom>
              <a:avLst/>
              <a:gdLst/>
              <a:ahLst/>
              <a:cxnLst/>
              <a:rect l="l" t="t" r="r" b="b"/>
              <a:pathLst>
                <a:path w="3748" h="5461" extrusionOk="0">
                  <a:moveTo>
                    <a:pt x="3149" y="0"/>
                  </a:moveTo>
                  <a:cubicBezTo>
                    <a:pt x="3078" y="0"/>
                    <a:pt x="3007" y="9"/>
                    <a:pt x="2926" y="27"/>
                  </a:cubicBezTo>
                  <a:cubicBezTo>
                    <a:pt x="2962" y="206"/>
                    <a:pt x="2980" y="384"/>
                    <a:pt x="2980" y="527"/>
                  </a:cubicBezTo>
                  <a:cubicBezTo>
                    <a:pt x="2980" y="2025"/>
                    <a:pt x="1874" y="3926"/>
                    <a:pt x="571" y="4675"/>
                  </a:cubicBezTo>
                  <a:cubicBezTo>
                    <a:pt x="366" y="4791"/>
                    <a:pt x="170" y="4871"/>
                    <a:pt x="0" y="4916"/>
                  </a:cubicBezTo>
                  <a:cubicBezTo>
                    <a:pt x="63" y="5201"/>
                    <a:pt x="214" y="5460"/>
                    <a:pt x="536" y="5460"/>
                  </a:cubicBezTo>
                  <a:cubicBezTo>
                    <a:pt x="759" y="5460"/>
                    <a:pt x="1044" y="5371"/>
                    <a:pt x="1338" y="5192"/>
                  </a:cubicBezTo>
                  <a:cubicBezTo>
                    <a:pt x="2641" y="4443"/>
                    <a:pt x="3747" y="2543"/>
                    <a:pt x="3747" y="1053"/>
                  </a:cubicBezTo>
                  <a:cubicBezTo>
                    <a:pt x="3747" y="661"/>
                    <a:pt x="3667" y="0"/>
                    <a:pt x="3149"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5"/>
            <p:cNvSpPr/>
            <p:nvPr/>
          </p:nvSpPr>
          <p:spPr>
            <a:xfrm>
              <a:off x="3656425" y="2027700"/>
              <a:ext cx="60700" cy="78325"/>
            </a:xfrm>
            <a:custGeom>
              <a:avLst/>
              <a:gdLst/>
              <a:ahLst/>
              <a:cxnLst/>
              <a:rect l="l" t="t" r="r" b="b"/>
              <a:pathLst>
                <a:path w="2428" h="3133" extrusionOk="0">
                  <a:moveTo>
                    <a:pt x="1553" y="1"/>
                  </a:moveTo>
                  <a:cubicBezTo>
                    <a:pt x="822" y="706"/>
                    <a:pt x="233" y="1732"/>
                    <a:pt x="1" y="2713"/>
                  </a:cubicBezTo>
                  <a:lnTo>
                    <a:pt x="831" y="3132"/>
                  </a:lnTo>
                  <a:lnTo>
                    <a:pt x="804" y="3025"/>
                  </a:lnTo>
                  <a:lnTo>
                    <a:pt x="688" y="2463"/>
                  </a:lnTo>
                  <a:lnTo>
                    <a:pt x="1062" y="1294"/>
                  </a:lnTo>
                  <a:lnTo>
                    <a:pt x="1651" y="661"/>
                  </a:lnTo>
                  <a:lnTo>
                    <a:pt x="2097" y="474"/>
                  </a:lnTo>
                  <a:lnTo>
                    <a:pt x="2294" y="456"/>
                  </a:lnTo>
                  <a:lnTo>
                    <a:pt x="2427" y="438"/>
                  </a:lnTo>
                  <a:lnTo>
                    <a:pt x="2383" y="411"/>
                  </a:lnTo>
                  <a:lnTo>
                    <a:pt x="1553"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5"/>
            <p:cNvSpPr/>
            <p:nvPr/>
          </p:nvSpPr>
          <p:spPr>
            <a:xfrm>
              <a:off x="3669825" y="2036900"/>
              <a:ext cx="55775" cy="71475"/>
            </a:xfrm>
            <a:custGeom>
              <a:avLst/>
              <a:gdLst/>
              <a:ahLst/>
              <a:cxnLst/>
              <a:rect l="l" t="t" r="r" b="b"/>
              <a:pathLst>
                <a:path w="2231" h="2859" extrusionOk="0">
                  <a:moveTo>
                    <a:pt x="1615" y="0"/>
                  </a:moveTo>
                  <a:cubicBezTo>
                    <a:pt x="1465" y="0"/>
                    <a:pt x="1295" y="49"/>
                    <a:pt x="1115" y="150"/>
                  </a:cubicBezTo>
                  <a:cubicBezTo>
                    <a:pt x="500" y="507"/>
                    <a:pt x="0" y="1364"/>
                    <a:pt x="0" y="2068"/>
                  </a:cubicBezTo>
                  <a:cubicBezTo>
                    <a:pt x="0" y="2570"/>
                    <a:pt x="253" y="2859"/>
                    <a:pt x="620" y="2859"/>
                  </a:cubicBezTo>
                  <a:cubicBezTo>
                    <a:pt x="769" y="2859"/>
                    <a:pt x="938" y="2811"/>
                    <a:pt x="1115" y="2711"/>
                  </a:cubicBezTo>
                  <a:cubicBezTo>
                    <a:pt x="1731" y="2354"/>
                    <a:pt x="2230" y="1489"/>
                    <a:pt x="2230" y="784"/>
                  </a:cubicBezTo>
                  <a:cubicBezTo>
                    <a:pt x="2230" y="285"/>
                    <a:pt x="1980" y="0"/>
                    <a:pt x="1615"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5"/>
            <p:cNvSpPr/>
            <p:nvPr/>
          </p:nvSpPr>
          <p:spPr>
            <a:xfrm>
              <a:off x="3677175" y="2045800"/>
              <a:ext cx="43075" cy="56650"/>
            </a:xfrm>
            <a:custGeom>
              <a:avLst/>
              <a:gdLst/>
              <a:ahLst/>
              <a:cxnLst/>
              <a:rect l="l" t="t" r="r" b="b"/>
              <a:pathLst>
                <a:path w="1723" h="2266" extrusionOk="0">
                  <a:moveTo>
                    <a:pt x="1236" y="0"/>
                  </a:moveTo>
                  <a:cubicBezTo>
                    <a:pt x="1121" y="0"/>
                    <a:pt x="993" y="36"/>
                    <a:pt x="857" y="116"/>
                  </a:cubicBezTo>
                  <a:cubicBezTo>
                    <a:pt x="384" y="392"/>
                    <a:pt x="1" y="1043"/>
                    <a:pt x="1" y="1587"/>
                  </a:cubicBezTo>
                  <a:cubicBezTo>
                    <a:pt x="1" y="1855"/>
                    <a:pt x="99" y="2042"/>
                    <a:pt x="259" y="2132"/>
                  </a:cubicBezTo>
                  <a:lnTo>
                    <a:pt x="491" y="2265"/>
                  </a:lnTo>
                  <a:lnTo>
                    <a:pt x="491" y="2265"/>
                  </a:lnTo>
                  <a:lnTo>
                    <a:pt x="473" y="2185"/>
                  </a:lnTo>
                  <a:lnTo>
                    <a:pt x="384" y="1757"/>
                  </a:lnTo>
                  <a:lnTo>
                    <a:pt x="670" y="856"/>
                  </a:lnTo>
                  <a:lnTo>
                    <a:pt x="1125" y="374"/>
                  </a:lnTo>
                  <a:lnTo>
                    <a:pt x="1464" y="231"/>
                  </a:lnTo>
                  <a:lnTo>
                    <a:pt x="1615" y="214"/>
                  </a:lnTo>
                  <a:lnTo>
                    <a:pt x="1722" y="205"/>
                  </a:lnTo>
                  <a:lnTo>
                    <a:pt x="1490" y="80"/>
                  </a:lnTo>
                  <a:lnTo>
                    <a:pt x="1490" y="71"/>
                  </a:lnTo>
                  <a:lnTo>
                    <a:pt x="1419" y="35"/>
                  </a:lnTo>
                  <a:cubicBezTo>
                    <a:pt x="1363" y="12"/>
                    <a:pt x="1302" y="0"/>
                    <a:pt x="1236"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5"/>
            <p:cNvSpPr/>
            <p:nvPr/>
          </p:nvSpPr>
          <p:spPr>
            <a:xfrm>
              <a:off x="3683875" y="2049600"/>
              <a:ext cx="42625" cy="54700"/>
            </a:xfrm>
            <a:custGeom>
              <a:avLst/>
              <a:gdLst/>
              <a:ahLst/>
              <a:cxnLst/>
              <a:rect l="l" t="t" r="r" b="b"/>
              <a:pathLst>
                <a:path w="1705" h="2188" extrusionOk="0">
                  <a:moveTo>
                    <a:pt x="1234" y="0"/>
                  </a:moveTo>
                  <a:cubicBezTo>
                    <a:pt x="1120" y="0"/>
                    <a:pt x="992" y="37"/>
                    <a:pt x="857" y="115"/>
                  </a:cubicBezTo>
                  <a:cubicBezTo>
                    <a:pt x="384" y="392"/>
                    <a:pt x="0" y="1043"/>
                    <a:pt x="0" y="1587"/>
                  </a:cubicBezTo>
                  <a:cubicBezTo>
                    <a:pt x="0" y="1966"/>
                    <a:pt x="192" y="2188"/>
                    <a:pt x="472" y="2188"/>
                  </a:cubicBezTo>
                  <a:cubicBezTo>
                    <a:pt x="587" y="2188"/>
                    <a:pt x="718" y="2150"/>
                    <a:pt x="857" y="2069"/>
                  </a:cubicBezTo>
                  <a:cubicBezTo>
                    <a:pt x="1320" y="1801"/>
                    <a:pt x="1704" y="1141"/>
                    <a:pt x="1704" y="606"/>
                  </a:cubicBezTo>
                  <a:cubicBezTo>
                    <a:pt x="1704" y="220"/>
                    <a:pt x="1511" y="0"/>
                    <a:pt x="1234" y="0"/>
                  </a:cubicBezTo>
                  <a:close/>
                </a:path>
              </a:pathLst>
            </a:custGeom>
            <a:solidFill>
              <a:srgbClr val="1317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5"/>
            <p:cNvSpPr/>
            <p:nvPr/>
          </p:nvSpPr>
          <p:spPr>
            <a:xfrm>
              <a:off x="3602450" y="1947750"/>
              <a:ext cx="190500" cy="108300"/>
            </a:xfrm>
            <a:custGeom>
              <a:avLst/>
              <a:gdLst/>
              <a:ahLst/>
              <a:cxnLst/>
              <a:rect l="l" t="t" r="r" b="b"/>
              <a:pathLst>
                <a:path w="7620" h="4332" extrusionOk="0">
                  <a:moveTo>
                    <a:pt x="4529" y="1"/>
                  </a:moveTo>
                  <a:cubicBezTo>
                    <a:pt x="4068" y="1"/>
                    <a:pt x="3608" y="81"/>
                    <a:pt x="3186" y="237"/>
                  </a:cubicBezTo>
                  <a:cubicBezTo>
                    <a:pt x="2651" y="442"/>
                    <a:pt x="2169" y="755"/>
                    <a:pt x="1732" y="1120"/>
                  </a:cubicBezTo>
                  <a:cubicBezTo>
                    <a:pt x="1411" y="1388"/>
                    <a:pt x="1089" y="1673"/>
                    <a:pt x="848" y="2012"/>
                  </a:cubicBezTo>
                  <a:cubicBezTo>
                    <a:pt x="536" y="2441"/>
                    <a:pt x="1" y="3101"/>
                    <a:pt x="144" y="3663"/>
                  </a:cubicBezTo>
                  <a:cubicBezTo>
                    <a:pt x="179" y="3788"/>
                    <a:pt x="233" y="3922"/>
                    <a:pt x="322" y="4020"/>
                  </a:cubicBezTo>
                  <a:cubicBezTo>
                    <a:pt x="456" y="4162"/>
                    <a:pt x="670" y="4261"/>
                    <a:pt x="884" y="4305"/>
                  </a:cubicBezTo>
                  <a:cubicBezTo>
                    <a:pt x="969" y="4322"/>
                    <a:pt x="1056" y="4331"/>
                    <a:pt x="1142" y="4331"/>
                  </a:cubicBezTo>
                  <a:cubicBezTo>
                    <a:pt x="1281" y="4331"/>
                    <a:pt x="1416" y="4307"/>
                    <a:pt x="1526" y="4252"/>
                  </a:cubicBezTo>
                  <a:cubicBezTo>
                    <a:pt x="1589" y="4216"/>
                    <a:pt x="1651" y="4180"/>
                    <a:pt x="1714" y="4136"/>
                  </a:cubicBezTo>
                  <a:cubicBezTo>
                    <a:pt x="2187" y="3806"/>
                    <a:pt x="2445" y="3244"/>
                    <a:pt x="2874" y="2851"/>
                  </a:cubicBezTo>
                  <a:cubicBezTo>
                    <a:pt x="3619" y="2169"/>
                    <a:pt x="4399" y="1725"/>
                    <a:pt x="5203" y="1725"/>
                  </a:cubicBezTo>
                  <a:cubicBezTo>
                    <a:pt x="5409" y="1725"/>
                    <a:pt x="5617" y="1754"/>
                    <a:pt x="5826" y="1816"/>
                  </a:cubicBezTo>
                  <a:cubicBezTo>
                    <a:pt x="6183" y="1914"/>
                    <a:pt x="6549" y="2111"/>
                    <a:pt x="6915" y="2405"/>
                  </a:cubicBezTo>
                  <a:cubicBezTo>
                    <a:pt x="6950" y="2441"/>
                    <a:pt x="6977" y="2467"/>
                    <a:pt x="7013" y="2503"/>
                  </a:cubicBezTo>
                  <a:cubicBezTo>
                    <a:pt x="7040" y="2530"/>
                    <a:pt x="7075" y="2566"/>
                    <a:pt x="7102" y="2601"/>
                  </a:cubicBezTo>
                  <a:lnTo>
                    <a:pt x="7111" y="2601"/>
                  </a:lnTo>
                  <a:cubicBezTo>
                    <a:pt x="7129" y="2628"/>
                    <a:pt x="7147" y="2655"/>
                    <a:pt x="7165" y="2682"/>
                  </a:cubicBezTo>
                  <a:cubicBezTo>
                    <a:pt x="7173" y="2690"/>
                    <a:pt x="7182" y="2699"/>
                    <a:pt x="7191" y="2708"/>
                  </a:cubicBezTo>
                  <a:cubicBezTo>
                    <a:pt x="7209" y="2735"/>
                    <a:pt x="7227" y="2771"/>
                    <a:pt x="7245" y="2797"/>
                  </a:cubicBezTo>
                  <a:cubicBezTo>
                    <a:pt x="7263" y="2815"/>
                    <a:pt x="7272" y="2833"/>
                    <a:pt x="7289" y="2851"/>
                  </a:cubicBezTo>
                  <a:cubicBezTo>
                    <a:pt x="7325" y="2922"/>
                    <a:pt x="7370" y="2985"/>
                    <a:pt x="7405" y="3056"/>
                  </a:cubicBezTo>
                  <a:cubicBezTo>
                    <a:pt x="7414" y="3065"/>
                    <a:pt x="7414" y="3074"/>
                    <a:pt x="7423" y="3083"/>
                  </a:cubicBezTo>
                  <a:cubicBezTo>
                    <a:pt x="7441" y="3101"/>
                    <a:pt x="7450" y="3128"/>
                    <a:pt x="7468" y="3154"/>
                  </a:cubicBezTo>
                  <a:cubicBezTo>
                    <a:pt x="7477" y="3172"/>
                    <a:pt x="7495" y="3199"/>
                    <a:pt x="7512" y="3217"/>
                  </a:cubicBezTo>
                  <a:cubicBezTo>
                    <a:pt x="7539" y="3261"/>
                    <a:pt x="7566" y="3306"/>
                    <a:pt x="7602" y="3351"/>
                  </a:cubicBezTo>
                  <a:cubicBezTo>
                    <a:pt x="7620" y="3199"/>
                    <a:pt x="7620" y="3038"/>
                    <a:pt x="7602" y="2887"/>
                  </a:cubicBezTo>
                  <a:cubicBezTo>
                    <a:pt x="7584" y="2682"/>
                    <a:pt x="7539" y="2485"/>
                    <a:pt x="7477" y="2298"/>
                  </a:cubicBezTo>
                  <a:cubicBezTo>
                    <a:pt x="7423" y="2128"/>
                    <a:pt x="7352" y="1959"/>
                    <a:pt x="7272" y="1798"/>
                  </a:cubicBezTo>
                  <a:cubicBezTo>
                    <a:pt x="6950" y="1183"/>
                    <a:pt x="6487" y="469"/>
                    <a:pt x="5800" y="219"/>
                  </a:cubicBezTo>
                  <a:cubicBezTo>
                    <a:pt x="5397" y="72"/>
                    <a:pt x="4963" y="1"/>
                    <a:pt x="4529" y="1"/>
                  </a:cubicBez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5"/>
            <p:cNvSpPr/>
            <p:nvPr/>
          </p:nvSpPr>
          <p:spPr>
            <a:xfrm>
              <a:off x="3622525" y="1974175"/>
              <a:ext cx="166625" cy="81875"/>
            </a:xfrm>
            <a:custGeom>
              <a:avLst/>
              <a:gdLst/>
              <a:ahLst/>
              <a:cxnLst/>
              <a:rect l="l" t="t" r="r" b="b"/>
              <a:pathLst>
                <a:path w="6665" h="3275" extrusionOk="0">
                  <a:moveTo>
                    <a:pt x="1" y="3221"/>
                  </a:moveTo>
                  <a:cubicBezTo>
                    <a:pt x="188" y="3275"/>
                    <a:pt x="402" y="3230"/>
                    <a:pt x="581" y="3141"/>
                  </a:cubicBezTo>
                  <a:cubicBezTo>
                    <a:pt x="643" y="3114"/>
                    <a:pt x="706" y="3070"/>
                    <a:pt x="759" y="3034"/>
                  </a:cubicBezTo>
                  <a:cubicBezTo>
                    <a:pt x="1241" y="2704"/>
                    <a:pt x="1500" y="2142"/>
                    <a:pt x="1928" y="1749"/>
                  </a:cubicBezTo>
                  <a:cubicBezTo>
                    <a:pt x="2909" y="848"/>
                    <a:pt x="3944" y="367"/>
                    <a:pt x="5023" y="759"/>
                  </a:cubicBezTo>
                  <a:cubicBezTo>
                    <a:pt x="5380" y="857"/>
                    <a:pt x="5746" y="1054"/>
                    <a:pt x="6112" y="1348"/>
                  </a:cubicBezTo>
                  <a:cubicBezTo>
                    <a:pt x="6147" y="1384"/>
                    <a:pt x="6174" y="1410"/>
                    <a:pt x="6210" y="1446"/>
                  </a:cubicBezTo>
                  <a:cubicBezTo>
                    <a:pt x="6237" y="1473"/>
                    <a:pt x="6272" y="1509"/>
                    <a:pt x="6299" y="1544"/>
                  </a:cubicBezTo>
                  <a:cubicBezTo>
                    <a:pt x="6299" y="1544"/>
                    <a:pt x="6299" y="1544"/>
                    <a:pt x="6308" y="1544"/>
                  </a:cubicBezTo>
                  <a:cubicBezTo>
                    <a:pt x="6326" y="1571"/>
                    <a:pt x="6344" y="1598"/>
                    <a:pt x="6362" y="1625"/>
                  </a:cubicBezTo>
                  <a:cubicBezTo>
                    <a:pt x="6370" y="1633"/>
                    <a:pt x="6379" y="1642"/>
                    <a:pt x="6388" y="1651"/>
                  </a:cubicBezTo>
                  <a:cubicBezTo>
                    <a:pt x="6406" y="1678"/>
                    <a:pt x="6424" y="1714"/>
                    <a:pt x="6442" y="1740"/>
                  </a:cubicBezTo>
                  <a:cubicBezTo>
                    <a:pt x="6460" y="1758"/>
                    <a:pt x="6469" y="1776"/>
                    <a:pt x="6486" y="1794"/>
                  </a:cubicBezTo>
                  <a:cubicBezTo>
                    <a:pt x="6522" y="1865"/>
                    <a:pt x="6567" y="1928"/>
                    <a:pt x="6602" y="1999"/>
                  </a:cubicBezTo>
                  <a:cubicBezTo>
                    <a:pt x="6611" y="2008"/>
                    <a:pt x="6611" y="2017"/>
                    <a:pt x="6620" y="2026"/>
                  </a:cubicBezTo>
                  <a:cubicBezTo>
                    <a:pt x="6638" y="2044"/>
                    <a:pt x="6647" y="2071"/>
                    <a:pt x="6665" y="2097"/>
                  </a:cubicBezTo>
                  <a:cubicBezTo>
                    <a:pt x="6665" y="1990"/>
                    <a:pt x="6665" y="1883"/>
                    <a:pt x="6656" y="1785"/>
                  </a:cubicBezTo>
                  <a:cubicBezTo>
                    <a:pt x="6629" y="1696"/>
                    <a:pt x="6602" y="1616"/>
                    <a:pt x="6558" y="1544"/>
                  </a:cubicBezTo>
                  <a:cubicBezTo>
                    <a:pt x="6478" y="1375"/>
                    <a:pt x="6370" y="1214"/>
                    <a:pt x="6272" y="1054"/>
                  </a:cubicBezTo>
                  <a:cubicBezTo>
                    <a:pt x="6094" y="795"/>
                    <a:pt x="5808" y="572"/>
                    <a:pt x="5541" y="402"/>
                  </a:cubicBezTo>
                  <a:cubicBezTo>
                    <a:pt x="5148" y="153"/>
                    <a:pt x="4729" y="63"/>
                    <a:pt x="4265" y="37"/>
                  </a:cubicBezTo>
                  <a:cubicBezTo>
                    <a:pt x="3730" y="1"/>
                    <a:pt x="3212" y="179"/>
                    <a:pt x="2740" y="402"/>
                  </a:cubicBezTo>
                  <a:cubicBezTo>
                    <a:pt x="1919" y="795"/>
                    <a:pt x="1161" y="1348"/>
                    <a:pt x="616" y="2079"/>
                  </a:cubicBezTo>
                  <a:cubicBezTo>
                    <a:pt x="358" y="2427"/>
                    <a:pt x="144" y="2811"/>
                    <a:pt x="1" y="322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5"/>
            <p:cNvSpPr/>
            <p:nvPr/>
          </p:nvSpPr>
          <p:spPr>
            <a:xfrm>
              <a:off x="3626100" y="1975300"/>
              <a:ext cx="166850" cy="81875"/>
            </a:xfrm>
            <a:custGeom>
              <a:avLst/>
              <a:gdLst/>
              <a:ahLst/>
              <a:cxnLst/>
              <a:rect l="l" t="t" r="r" b="b"/>
              <a:pathLst>
                <a:path w="6674" h="3275" extrusionOk="0">
                  <a:moveTo>
                    <a:pt x="1" y="3230"/>
                  </a:moveTo>
                  <a:cubicBezTo>
                    <a:pt x="197" y="3275"/>
                    <a:pt x="402" y="3239"/>
                    <a:pt x="580" y="3150"/>
                  </a:cubicBezTo>
                  <a:cubicBezTo>
                    <a:pt x="643" y="3114"/>
                    <a:pt x="705" y="3078"/>
                    <a:pt x="768" y="3034"/>
                  </a:cubicBezTo>
                  <a:cubicBezTo>
                    <a:pt x="1241" y="2704"/>
                    <a:pt x="1499" y="2142"/>
                    <a:pt x="1928" y="1749"/>
                  </a:cubicBezTo>
                  <a:cubicBezTo>
                    <a:pt x="3185" y="598"/>
                    <a:pt x="4541" y="134"/>
                    <a:pt x="5969" y="1303"/>
                  </a:cubicBezTo>
                  <a:cubicBezTo>
                    <a:pt x="6004" y="1339"/>
                    <a:pt x="6031" y="1365"/>
                    <a:pt x="6067" y="1401"/>
                  </a:cubicBezTo>
                  <a:cubicBezTo>
                    <a:pt x="6094" y="1428"/>
                    <a:pt x="6129" y="1464"/>
                    <a:pt x="6156" y="1499"/>
                  </a:cubicBezTo>
                  <a:cubicBezTo>
                    <a:pt x="6156" y="1499"/>
                    <a:pt x="6156" y="1499"/>
                    <a:pt x="6165" y="1499"/>
                  </a:cubicBezTo>
                  <a:cubicBezTo>
                    <a:pt x="6183" y="1526"/>
                    <a:pt x="6201" y="1553"/>
                    <a:pt x="6219" y="1580"/>
                  </a:cubicBezTo>
                  <a:cubicBezTo>
                    <a:pt x="6227" y="1588"/>
                    <a:pt x="6236" y="1597"/>
                    <a:pt x="6245" y="1606"/>
                  </a:cubicBezTo>
                  <a:cubicBezTo>
                    <a:pt x="6263" y="1633"/>
                    <a:pt x="6281" y="1660"/>
                    <a:pt x="6299" y="1695"/>
                  </a:cubicBezTo>
                  <a:cubicBezTo>
                    <a:pt x="6308" y="1704"/>
                    <a:pt x="6317" y="1713"/>
                    <a:pt x="6317" y="1722"/>
                  </a:cubicBezTo>
                  <a:cubicBezTo>
                    <a:pt x="6326" y="1731"/>
                    <a:pt x="6335" y="1740"/>
                    <a:pt x="6343" y="1749"/>
                  </a:cubicBezTo>
                  <a:cubicBezTo>
                    <a:pt x="6397" y="1847"/>
                    <a:pt x="6459" y="1936"/>
                    <a:pt x="6504" y="2034"/>
                  </a:cubicBezTo>
                  <a:cubicBezTo>
                    <a:pt x="6522" y="2079"/>
                    <a:pt x="6549" y="2106"/>
                    <a:pt x="6575" y="2150"/>
                  </a:cubicBezTo>
                  <a:cubicBezTo>
                    <a:pt x="6593" y="2168"/>
                    <a:pt x="6602" y="2186"/>
                    <a:pt x="6620" y="2204"/>
                  </a:cubicBezTo>
                  <a:cubicBezTo>
                    <a:pt x="6629" y="2213"/>
                    <a:pt x="6656" y="2240"/>
                    <a:pt x="6656" y="2249"/>
                  </a:cubicBezTo>
                  <a:cubicBezTo>
                    <a:pt x="6674" y="2097"/>
                    <a:pt x="6674" y="1936"/>
                    <a:pt x="6656" y="1785"/>
                  </a:cubicBezTo>
                  <a:cubicBezTo>
                    <a:pt x="6629" y="1704"/>
                    <a:pt x="6602" y="1615"/>
                    <a:pt x="6566" y="1544"/>
                  </a:cubicBezTo>
                  <a:cubicBezTo>
                    <a:pt x="6486" y="1374"/>
                    <a:pt x="6379" y="1214"/>
                    <a:pt x="6272" y="1053"/>
                  </a:cubicBezTo>
                  <a:cubicBezTo>
                    <a:pt x="6103" y="794"/>
                    <a:pt x="5808" y="571"/>
                    <a:pt x="5549" y="402"/>
                  </a:cubicBezTo>
                  <a:cubicBezTo>
                    <a:pt x="5148" y="152"/>
                    <a:pt x="4729" y="63"/>
                    <a:pt x="4265" y="36"/>
                  </a:cubicBezTo>
                  <a:cubicBezTo>
                    <a:pt x="3739" y="1"/>
                    <a:pt x="3212" y="179"/>
                    <a:pt x="2739" y="402"/>
                  </a:cubicBezTo>
                  <a:cubicBezTo>
                    <a:pt x="1919" y="794"/>
                    <a:pt x="1169" y="1348"/>
                    <a:pt x="625" y="2079"/>
                  </a:cubicBezTo>
                  <a:cubicBezTo>
                    <a:pt x="357" y="2427"/>
                    <a:pt x="152" y="2820"/>
                    <a:pt x="1" y="3230"/>
                  </a:cubicBez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5"/>
            <p:cNvSpPr/>
            <p:nvPr/>
          </p:nvSpPr>
          <p:spPr>
            <a:xfrm>
              <a:off x="3695025" y="1985125"/>
              <a:ext cx="61575" cy="111075"/>
            </a:xfrm>
            <a:custGeom>
              <a:avLst/>
              <a:gdLst/>
              <a:ahLst/>
              <a:cxnLst/>
              <a:rect l="l" t="t" r="r" b="b"/>
              <a:pathLst>
                <a:path w="2463" h="4443" extrusionOk="0">
                  <a:moveTo>
                    <a:pt x="9" y="3907"/>
                  </a:moveTo>
                  <a:cubicBezTo>
                    <a:pt x="9" y="3916"/>
                    <a:pt x="9" y="3916"/>
                    <a:pt x="9" y="3916"/>
                  </a:cubicBezTo>
                  <a:cubicBezTo>
                    <a:pt x="9" y="3952"/>
                    <a:pt x="9" y="3988"/>
                    <a:pt x="27" y="4023"/>
                  </a:cubicBezTo>
                  <a:cubicBezTo>
                    <a:pt x="36" y="4050"/>
                    <a:pt x="45" y="4086"/>
                    <a:pt x="63" y="4113"/>
                  </a:cubicBezTo>
                  <a:cubicBezTo>
                    <a:pt x="89" y="4166"/>
                    <a:pt x="107" y="4202"/>
                    <a:pt x="143" y="4246"/>
                  </a:cubicBezTo>
                  <a:cubicBezTo>
                    <a:pt x="188" y="4282"/>
                    <a:pt x="232" y="4318"/>
                    <a:pt x="277" y="4345"/>
                  </a:cubicBezTo>
                  <a:cubicBezTo>
                    <a:pt x="375" y="4398"/>
                    <a:pt x="491" y="4443"/>
                    <a:pt x="616" y="4425"/>
                  </a:cubicBezTo>
                  <a:cubicBezTo>
                    <a:pt x="687" y="4416"/>
                    <a:pt x="732" y="4353"/>
                    <a:pt x="785" y="4300"/>
                  </a:cubicBezTo>
                  <a:cubicBezTo>
                    <a:pt x="848" y="4229"/>
                    <a:pt x="910" y="4148"/>
                    <a:pt x="964" y="4068"/>
                  </a:cubicBezTo>
                  <a:cubicBezTo>
                    <a:pt x="1142" y="3818"/>
                    <a:pt x="1303" y="3568"/>
                    <a:pt x="1454" y="3310"/>
                  </a:cubicBezTo>
                  <a:cubicBezTo>
                    <a:pt x="1544" y="3167"/>
                    <a:pt x="1624" y="3033"/>
                    <a:pt x="1713" y="2890"/>
                  </a:cubicBezTo>
                  <a:cubicBezTo>
                    <a:pt x="1713" y="2890"/>
                    <a:pt x="2159" y="1401"/>
                    <a:pt x="2445" y="393"/>
                  </a:cubicBezTo>
                  <a:cubicBezTo>
                    <a:pt x="2445" y="393"/>
                    <a:pt x="2453" y="384"/>
                    <a:pt x="2453" y="384"/>
                  </a:cubicBezTo>
                  <a:cubicBezTo>
                    <a:pt x="2453" y="366"/>
                    <a:pt x="2462" y="348"/>
                    <a:pt x="2462" y="321"/>
                  </a:cubicBezTo>
                  <a:cubicBezTo>
                    <a:pt x="2462" y="286"/>
                    <a:pt x="2462" y="250"/>
                    <a:pt x="2445" y="205"/>
                  </a:cubicBezTo>
                  <a:cubicBezTo>
                    <a:pt x="2445" y="205"/>
                    <a:pt x="2445" y="196"/>
                    <a:pt x="2436" y="196"/>
                  </a:cubicBezTo>
                  <a:lnTo>
                    <a:pt x="2436" y="196"/>
                  </a:lnTo>
                  <a:cubicBezTo>
                    <a:pt x="2427" y="178"/>
                    <a:pt x="2418" y="170"/>
                    <a:pt x="2409" y="161"/>
                  </a:cubicBezTo>
                  <a:cubicBezTo>
                    <a:pt x="2391" y="143"/>
                    <a:pt x="2373" y="134"/>
                    <a:pt x="2364" y="116"/>
                  </a:cubicBezTo>
                  <a:cubicBezTo>
                    <a:pt x="2338" y="98"/>
                    <a:pt x="2311" y="89"/>
                    <a:pt x="2284" y="71"/>
                  </a:cubicBezTo>
                  <a:cubicBezTo>
                    <a:pt x="2159" y="18"/>
                    <a:pt x="1990" y="0"/>
                    <a:pt x="1856" y="18"/>
                  </a:cubicBezTo>
                  <a:cubicBezTo>
                    <a:pt x="1758" y="27"/>
                    <a:pt x="1668" y="62"/>
                    <a:pt x="1606" y="107"/>
                  </a:cubicBezTo>
                  <a:cubicBezTo>
                    <a:pt x="1588" y="116"/>
                    <a:pt x="1579" y="125"/>
                    <a:pt x="1570" y="143"/>
                  </a:cubicBezTo>
                  <a:cubicBezTo>
                    <a:pt x="1561" y="152"/>
                    <a:pt x="1552" y="152"/>
                    <a:pt x="1544" y="170"/>
                  </a:cubicBezTo>
                  <a:cubicBezTo>
                    <a:pt x="1544" y="170"/>
                    <a:pt x="1544" y="170"/>
                    <a:pt x="1544" y="178"/>
                  </a:cubicBezTo>
                  <a:cubicBezTo>
                    <a:pt x="1535" y="214"/>
                    <a:pt x="1526" y="241"/>
                    <a:pt x="1517" y="268"/>
                  </a:cubicBezTo>
                  <a:cubicBezTo>
                    <a:pt x="1517" y="268"/>
                    <a:pt x="1517" y="268"/>
                    <a:pt x="1517" y="277"/>
                  </a:cubicBezTo>
                  <a:cubicBezTo>
                    <a:pt x="1329" y="910"/>
                    <a:pt x="964" y="2105"/>
                    <a:pt x="955" y="2159"/>
                  </a:cubicBezTo>
                  <a:cubicBezTo>
                    <a:pt x="874" y="2471"/>
                    <a:pt x="732" y="2739"/>
                    <a:pt x="312" y="3265"/>
                  </a:cubicBezTo>
                  <a:cubicBezTo>
                    <a:pt x="295" y="3283"/>
                    <a:pt x="277" y="3310"/>
                    <a:pt x="268" y="3328"/>
                  </a:cubicBezTo>
                  <a:cubicBezTo>
                    <a:pt x="161" y="3461"/>
                    <a:pt x="63" y="3613"/>
                    <a:pt x="18" y="3774"/>
                  </a:cubicBezTo>
                  <a:cubicBezTo>
                    <a:pt x="9" y="3818"/>
                    <a:pt x="9" y="3854"/>
                    <a:pt x="9" y="3890"/>
                  </a:cubicBezTo>
                  <a:cubicBezTo>
                    <a:pt x="0" y="3899"/>
                    <a:pt x="9" y="3899"/>
                    <a:pt x="9" y="3907"/>
                  </a:cubicBezTo>
                  <a:close/>
                </a:path>
              </a:pathLst>
            </a:custGeom>
            <a:solidFill>
              <a:srgbClr val="1C1C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5"/>
            <p:cNvSpPr/>
            <p:nvPr/>
          </p:nvSpPr>
          <p:spPr>
            <a:xfrm>
              <a:off x="3700825" y="1986450"/>
              <a:ext cx="55775" cy="109750"/>
            </a:xfrm>
            <a:custGeom>
              <a:avLst/>
              <a:gdLst/>
              <a:ahLst/>
              <a:cxnLst/>
              <a:rect l="l" t="t" r="r" b="b"/>
              <a:pathLst>
                <a:path w="2231" h="4390" extrusionOk="0">
                  <a:moveTo>
                    <a:pt x="205" y="4283"/>
                  </a:moveTo>
                  <a:cubicBezTo>
                    <a:pt x="277" y="4274"/>
                    <a:pt x="321" y="4211"/>
                    <a:pt x="375" y="4158"/>
                  </a:cubicBezTo>
                  <a:cubicBezTo>
                    <a:pt x="437" y="4077"/>
                    <a:pt x="500" y="3997"/>
                    <a:pt x="562" y="3917"/>
                  </a:cubicBezTo>
                  <a:cubicBezTo>
                    <a:pt x="732" y="3676"/>
                    <a:pt x="892" y="3417"/>
                    <a:pt x="1044" y="3168"/>
                  </a:cubicBezTo>
                  <a:cubicBezTo>
                    <a:pt x="1133" y="3025"/>
                    <a:pt x="1222" y="2891"/>
                    <a:pt x="1303" y="2748"/>
                  </a:cubicBezTo>
                  <a:cubicBezTo>
                    <a:pt x="1303" y="2748"/>
                    <a:pt x="1749" y="1258"/>
                    <a:pt x="2034" y="250"/>
                  </a:cubicBezTo>
                  <a:cubicBezTo>
                    <a:pt x="2034" y="241"/>
                    <a:pt x="2043" y="241"/>
                    <a:pt x="2043" y="233"/>
                  </a:cubicBezTo>
                  <a:cubicBezTo>
                    <a:pt x="2043" y="224"/>
                    <a:pt x="2052" y="197"/>
                    <a:pt x="2052" y="179"/>
                  </a:cubicBezTo>
                  <a:cubicBezTo>
                    <a:pt x="2052" y="143"/>
                    <a:pt x="2052" y="99"/>
                    <a:pt x="2034" y="63"/>
                  </a:cubicBezTo>
                  <a:cubicBezTo>
                    <a:pt x="2034" y="54"/>
                    <a:pt x="2034" y="54"/>
                    <a:pt x="2025" y="54"/>
                  </a:cubicBezTo>
                  <a:lnTo>
                    <a:pt x="2025" y="45"/>
                  </a:lnTo>
                  <a:cubicBezTo>
                    <a:pt x="2016" y="36"/>
                    <a:pt x="2016" y="27"/>
                    <a:pt x="1998" y="18"/>
                  </a:cubicBezTo>
                  <a:cubicBezTo>
                    <a:pt x="1998" y="9"/>
                    <a:pt x="1990" y="9"/>
                    <a:pt x="1990" y="1"/>
                  </a:cubicBezTo>
                  <a:cubicBezTo>
                    <a:pt x="2007" y="9"/>
                    <a:pt x="2025" y="9"/>
                    <a:pt x="2052" y="18"/>
                  </a:cubicBezTo>
                  <a:cubicBezTo>
                    <a:pt x="2079" y="36"/>
                    <a:pt x="2106" y="45"/>
                    <a:pt x="2132" y="63"/>
                  </a:cubicBezTo>
                  <a:cubicBezTo>
                    <a:pt x="2141" y="81"/>
                    <a:pt x="2159" y="90"/>
                    <a:pt x="2177" y="108"/>
                  </a:cubicBezTo>
                  <a:cubicBezTo>
                    <a:pt x="2186" y="117"/>
                    <a:pt x="2195" y="125"/>
                    <a:pt x="2204" y="143"/>
                  </a:cubicBezTo>
                  <a:lnTo>
                    <a:pt x="2204" y="143"/>
                  </a:lnTo>
                  <a:cubicBezTo>
                    <a:pt x="2213" y="143"/>
                    <a:pt x="2213" y="152"/>
                    <a:pt x="2213" y="152"/>
                  </a:cubicBezTo>
                  <a:cubicBezTo>
                    <a:pt x="2230" y="197"/>
                    <a:pt x="2230" y="233"/>
                    <a:pt x="2230" y="268"/>
                  </a:cubicBezTo>
                  <a:cubicBezTo>
                    <a:pt x="2230" y="295"/>
                    <a:pt x="2221" y="313"/>
                    <a:pt x="2221" y="331"/>
                  </a:cubicBezTo>
                  <a:cubicBezTo>
                    <a:pt x="2221" y="331"/>
                    <a:pt x="2213" y="340"/>
                    <a:pt x="2213" y="340"/>
                  </a:cubicBezTo>
                  <a:cubicBezTo>
                    <a:pt x="1927" y="1348"/>
                    <a:pt x="1481" y="2837"/>
                    <a:pt x="1481" y="2837"/>
                  </a:cubicBezTo>
                  <a:cubicBezTo>
                    <a:pt x="1392" y="2980"/>
                    <a:pt x="1312" y="3114"/>
                    <a:pt x="1222" y="3257"/>
                  </a:cubicBezTo>
                  <a:cubicBezTo>
                    <a:pt x="1071" y="3515"/>
                    <a:pt x="910" y="3765"/>
                    <a:pt x="732" y="4015"/>
                  </a:cubicBezTo>
                  <a:cubicBezTo>
                    <a:pt x="678" y="4095"/>
                    <a:pt x="616" y="4176"/>
                    <a:pt x="553" y="4247"/>
                  </a:cubicBezTo>
                  <a:cubicBezTo>
                    <a:pt x="500" y="4300"/>
                    <a:pt x="455" y="4363"/>
                    <a:pt x="384" y="4372"/>
                  </a:cubicBezTo>
                  <a:cubicBezTo>
                    <a:pt x="259" y="4390"/>
                    <a:pt x="143" y="4345"/>
                    <a:pt x="45" y="4292"/>
                  </a:cubicBezTo>
                  <a:cubicBezTo>
                    <a:pt x="27" y="4283"/>
                    <a:pt x="18" y="4265"/>
                    <a:pt x="0" y="4256"/>
                  </a:cubicBezTo>
                  <a:cubicBezTo>
                    <a:pt x="72" y="4283"/>
                    <a:pt x="134" y="4292"/>
                    <a:pt x="205" y="4283"/>
                  </a:cubicBezTo>
                  <a:close/>
                </a:path>
              </a:pathLst>
            </a:custGeom>
            <a:solidFill>
              <a:srgbClr val="1317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35"/>
            <p:cNvSpPr/>
            <p:nvPr/>
          </p:nvSpPr>
          <p:spPr>
            <a:xfrm>
              <a:off x="3695025" y="1985550"/>
              <a:ext cx="46400" cy="101950"/>
            </a:xfrm>
            <a:custGeom>
              <a:avLst/>
              <a:gdLst/>
              <a:ahLst/>
              <a:cxnLst/>
              <a:rect l="l" t="t" r="r" b="b"/>
              <a:pathLst>
                <a:path w="1856" h="4078" extrusionOk="0">
                  <a:moveTo>
                    <a:pt x="9" y="3873"/>
                  </a:moveTo>
                  <a:cubicBezTo>
                    <a:pt x="0" y="3882"/>
                    <a:pt x="9" y="3882"/>
                    <a:pt x="9" y="3890"/>
                  </a:cubicBezTo>
                  <a:cubicBezTo>
                    <a:pt x="36" y="4078"/>
                    <a:pt x="321" y="3774"/>
                    <a:pt x="393" y="3721"/>
                  </a:cubicBezTo>
                  <a:cubicBezTo>
                    <a:pt x="527" y="3605"/>
                    <a:pt x="643" y="3471"/>
                    <a:pt x="750" y="3328"/>
                  </a:cubicBezTo>
                  <a:cubicBezTo>
                    <a:pt x="964" y="3061"/>
                    <a:pt x="1124" y="2749"/>
                    <a:pt x="1240" y="2418"/>
                  </a:cubicBezTo>
                  <a:cubicBezTo>
                    <a:pt x="1312" y="2240"/>
                    <a:pt x="1356" y="2044"/>
                    <a:pt x="1401" y="1856"/>
                  </a:cubicBezTo>
                  <a:cubicBezTo>
                    <a:pt x="1615" y="1045"/>
                    <a:pt x="1597" y="1080"/>
                    <a:pt x="1775" y="260"/>
                  </a:cubicBezTo>
                  <a:lnTo>
                    <a:pt x="1856" y="1"/>
                  </a:lnTo>
                  <a:cubicBezTo>
                    <a:pt x="1758" y="10"/>
                    <a:pt x="1668" y="45"/>
                    <a:pt x="1606" y="90"/>
                  </a:cubicBezTo>
                  <a:cubicBezTo>
                    <a:pt x="1588" y="99"/>
                    <a:pt x="1579" y="108"/>
                    <a:pt x="1570" y="126"/>
                  </a:cubicBezTo>
                  <a:cubicBezTo>
                    <a:pt x="1561" y="135"/>
                    <a:pt x="1552" y="135"/>
                    <a:pt x="1544" y="153"/>
                  </a:cubicBezTo>
                  <a:cubicBezTo>
                    <a:pt x="1544" y="153"/>
                    <a:pt x="1544" y="153"/>
                    <a:pt x="1544" y="161"/>
                  </a:cubicBezTo>
                  <a:cubicBezTo>
                    <a:pt x="1535" y="197"/>
                    <a:pt x="1526" y="224"/>
                    <a:pt x="1517" y="251"/>
                  </a:cubicBezTo>
                  <a:cubicBezTo>
                    <a:pt x="1517" y="251"/>
                    <a:pt x="1517" y="251"/>
                    <a:pt x="1517" y="260"/>
                  </a:cubicBezTo>
                  <a:cubicBezTo>
                    <a:pt x="1329" y="893"/>
                    <a:pt x="964" y="2088"/>
                    <a:pt x="955" y="2142"/>
                  </a:cubicBezTo>
                  <a:cubicBezTo>
                    <a:pt x="874" y="2454"/>
                    <a:pt x="732" y="2722"/>
                    <a:pt x="312" y="3248"/>
                  </a:cubicBezTo>
                  <a:cubicBezTo>
                    <a:pt x="295" y="3266"/>
                    <a:pt x="277" y="3293"/>
                    <a:pt x="268" y="3311"/>
                  </a:cubicBezTo>
                  <a:cubicBezTo>
                    <a:pt x="161" y="3444"/>
                    <a:pt x="63" y="3596"/>
                    <a:pt x="18" y="3757"/>
                  </a:cubicBezTo>
                  <a:cubicBezTo>
                    <a:pt x="9" y="3801"/>
                    <a:pt x="9" y="3837"/>
                    <a:pt x="9" y="3873"/>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5"/>
            <p:cNvSpPr/>
            <p:nvPr/>
          </p:nvSpPr>
          <p:spPr>
            <a:xfrm>
              <a:off x="3732925" y="1984450"/>
              <a:ext cx="23675" cy="15625"/>
            </a:xfrm>
            <a:custGeom>
              <a:avLst/>
              <a:gdLst/>
              <a:ahLst/>
              <a:cxnLst/>
              <a:rect l="l" t="t" r="r" b="b"/>
              <a:pathLst>
                <a:path w="947" h="625" extrusionOk="0">
                  <a:moveTo>
                    <a:pt x="1" y="304"/>
                  </a:moveTo>
                  <a:cubicBezTo>
                    <a:pt x="1" y="384"/>
                    <a:pt x="63" y="473"/>
                    <a:pt x="188" y="527"/>
                  </a:cubicBezTo>
                  <a:cubicBezTo>
                    <a:pt x="402" y="625"/>
                    <a:pt x="706" y="607"/>
                    <a:pt x="857" y="491"/>
                  </a:cubicBezTo>
                  <a:cubicBezTo>
                    <a:pt x="884" y="473"/>
                    <a:pt x="920" y="446"/>
                    <a:pt x="929" y="411"/>
                  </a:cubicBezTo>
                  <a:cubicBezTo>
                    <a:pt x="937" y="393"/>
                    <a:pt x="946" y="375"/>
                    <a:pt x="946" y="348"/>
                  </a:cubicBezTo>
                  <a:cubicBezTo>
                    <a:pt x="946" y="313"/>
                    <a:pt x="946" y="277"/>
                    <a:pt x="929" y="232"/>
                  </a:cubicBezTo>
                  <a:cubicBezTo>
                    <a:pt x="920" y="214"/>
                    <a:pt x="902" y="197"/>
                    <a:pt x="893" y="188"/>
                  </a:cubicBezTo>
                  <a:cubicBezTo>
                    <a:pt x="875" y="170"/>
                    <a:pt x="857" y="161"/>
                    <a:pt x="839" y="143"/>
                  </a:cubicBezTo>
                  <a:cubicBezTo>
                    <a:pt x="822" y="125"/>
                    <a:pt x="795" y="107"/>
                    <a:pt x="768" y="98"/>
                  </a:cubicBezTo>
                  <a:cubicBezTo>
                    <a:pt x="554" y="0"/>
                    <a:pt x="251" y="18"/>
                    <a:pt x="90" y="134"/>
                  </a:cubicBezTo>
                  <a:cubicBezTo>
                    <a:pt x="81" y="143"/>
                    <a:pt x="63" y="152"/>
                    <a:pt x="54" y="170"/>
                  </a:cubicBezTo>
                  <a:cubicBezTo>
                    <a:pt x="45" y="179"/>
                    <a:pt x="36" y="179"/>
                    <a:pt x="28" y="197"/>
                  </a:cubicBezTo>
                  <a:cubicBezTo>
                    <a:pt x="28" y="197"/>
                    <a:pt x="28" y="197"/>
                    <a:pt x="28" y="205"/>
                  </a:cubicBezTo>
                  <a:lnTo>
                    <a:pt x="19" y="205"/>
                  </a:lnTo>
                  <a:cubicBezTo>
                    <a:pt x="19" y="232"/>
                    <a:pt x="10" y="250"/>
                    <a:pt x="1" y="277"/>
                  </a:cubicBezTo>
                  <a:cubicBezTo>
                    <a:pt x="1" y="286"/>
                    <a:pt x="1" y="286"/>
                    <a:pt x="1" y="295"/>
                  </a:cubicBezTo>
                  <a:cubicBezTo>
                    <a:pt x="1" y="295"/>
                    <a:pt x="1" y="295"/>
                    <a:pt x="1" y="304"/>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5"/>
            <p:cNvSpPr/>
            <p:nvPr/>
          </p:nvSpPr>
          <p:spPr>
            <a:xfrm>
              <a:off x="3734725" y="1844375"/>
              <a:ext cx="60900" cy="153475"/>
            </a:xfrm>
            <a:custGeom>
              <a:avLst/>
              <a:gdLst/>
              <a:ahLst/>
              <a:cxnLst/>
              <a:rect l="l" t="t" r="r" b="b"/>
              <a:pathLst>
                <a:path w="2436" h="6139" extrusionOk="0">
                  <a:moveTo>
                    <a:pt x="1775" y="72"/>
                  </a:moveTo>
                  <a:cubicBezTo>
                    <a:pt x="1749" y="90"/>
                    <a:pt x="1731" y="108"/>
                    <a:pt x="1722" y="126"/>
                  </a:cubicBezTo>
                  <a:lnTo>
                    <a:pt x="1722" y="126"/>
                  </a:lnTo>
                  <a:cubicBezTo>
                    <a:pt x="1722" y="126"/>
                    <a:pt x="1722" y="126"/>
                    <a:pt x="1722" y="126"/>
                  </a:cubicBezTo>
                  <a:lnTo>
                    <a:pt x="1722" y="126"/>
                  </a:lnTo>
                  <a:cubicBezTo>
                    <a:pt x="1713" y="144"/>
                    <a:pt x="1713" y="161"/>
                    <a:pt x="1704" y="179"/>
                  </a:cubicBezTo>
                  <a:lnTo>
                    <a:pt x="1704" y="179"/>
                  </a:lnTo>
                  <a:cubicBezTo>
                    <a:pt x="1704" y="188"/>
                    <a:pt x="1704" y="188"/>
                    <a:pt x="1704" y="197"/>
                  </a:cubicBezTo>
                  <a:lnTo>
                    <a:pt x="1704" y="197"/>
                  </a:lnTo>
                  <a:cubicBezTo>
                    <a:pt x="1436" y="1116"/>
                    <a:pt x="473" y="4283"/>
                    <a:pt x="27" y="5826"/>
                  </a:cubicBezTo>
                  <a:lnTo>
                    <a:pt x="27" y="5826"/>
                  </a:lnTo>
                  <a:lnTo>
                    <a:pt x="27" y="5826"/>
                  </a:lnTo>
                  <a:cubicBezTo>
                    <a:pt x="18" y="5853"/>
                    <a:pt x="9" y="5871"/>
                    <a:pt x="0" y="5898"/>
                  </a:cubicBezTo>
                  <a:lnTo>
                    <a:pt x="0" y="5898"/>
                  </a:lnTo>
                  <a:cubicBezTo>
                    <a:pt x="0" y="5960"/>
                    <a:pt x="54" y="6023"/>
                    <a:pt x="161" y="6067"/>
                  </a:cubicBezTo>
                  <a:lnTo>
                    <a:pt x="161" y="6067"/>
                  </a:lnTo>
                  <a:cubicBezTo>
                    <a:pt x="339" y="6139"/>
                    <a:pt x="580" y="6130"/>
                    <a:pt x="714" y="6040"/>
                  </a:cubicBezTo>
                  <a:lnTo>
                    <a:pt x="714" y="6040"/>
                  </a:lnTo>
                  <a:cubicBezTo>
                    <a:pt x="741" y="6023"/>
                    <a:pt x="758" y="6005"/>
                    <a:pt x="767" y="5978"/>
                  </a:cubicBezTo>
                  <a:lnTo>
                    <a:pt x="767" y="5978"/>
                  </a:lnTo>
                  <a:cubicBezTo>
                    <a:pt x="776" y="5960"/>
                    <a:pt x="785" y="5933"/>
                    <a:pt x="794" y="5916"/>
                  </a:cubicBezTo>
                  <a:lnTo>
                    <a:pt x="794" y="5916"/>
                  </a:lnTo>
                  <a:lnTo>
                    <a:pt x="794" y="5907"/>
                  </a:lnTo>
                  <a:cubicBezTo>
                    <a:pt x="1320" y="4060"/>
                    <a:pt x="2400" y="376"/>
                    <a:pt x="2427" y="269"/>
                  </a:cubicBezTo>
                  <a:lnTo>
                    <a:pt x="2427" y="269"/>
                  </a:lnTo>
                  <a:cubicBezTo>
                    <a:pt x="2427" y="242"/>
                    <a:pt x="2427" y="233"/>
                    <a:pt x="2436" y="215"/>
                  </a:cubicBezTo>
                  <a:lnTo>
                    <a:pt x="2436" y="215"/>
                  </a:lnTo>
                  <a:cubicBezTo>
                    <a:pt x="2436" y="153"/>
                    <a:pt x="2382" y="90"/>
                    <a:pt x="2284" y="45"/>
                  </a:cubicBezTo>
                  <a:lnTo>
                    <a:pt x="2284" y="45"/>
                  </a:lnTo>
                  <a:cubicBezTo>
                    <a:pt x="2213" y="10"/>
                    <a:pt x="2132" y="1"/>
                    <a:pt x="2052" y="1"/>
                  </a:cubicBezTo>
                  <a:lnTo>
                    <a:pt x="2052" y="1"/>
                  </a:lnTo>
                  <a:cubicBezTo>
                    <a:pt x="1945" y="1"/>
                    <a:pt x="1847" y="19"/>
                    <a:pt x="1775" y="72"/>
                  </a:cubicBezTo>
                </a:path>
              </a:pathLst>
            </a:custGeom>
            <a:solidFill>
              <a:srgbClr val="A1A1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5"/>
            <p:cNvSpPr/>
            <p:nvPr/>
          </p:nvSpPr>
          <p:spPr>
            <a:xfrm>
              <a:off x="3777325" y="1844300"/>
              <a:ext cx="18300" cy="10450"/>
            </a:xfrm>
            <a:custGeom>
              <a:avLst/>
              <a:gdLst/>
              <a:ahLst/>
              <a:cxnLst/>
              <a:rect l="l" t="t" r="r" b="b"/>
              <a:pathLst>
                <a:path w="732" h="418" extrusionOk="0">
                  <a:moveTo>
                    <a:pt x="343" y="1"/>
                  </a:moveTo>
                  <a:cubicBezTo>
                    <a:pt x="241" y="1"/>
                    <a:pt x="141" y="26"/>
                    <a:pt x="71" y="75"/>
                  </a:cubicBezTo>
                  <a:cubicBezTo>
                    <a:pt x="45" y="93"/>
                    <a:pt x="27" y="111"/>
                    <a:pt x="18" y="129"/>
                  </a:cubicBezTo>
                  <a:cubicBezTo>
                    <a:pt x="9" y="147"/>
                    <a:pt x="9" y="164"/>
                    <a:pt x="0" y="182"/>
                  </a:cubicBezTo>
                  <a:cubicBezTo>
                    <a:pt x="0" y="191"/>
                    <a:pt x="0" y="191"/>
                    <a:pt x="0" y="200"/>
                  </a:cubicBezTo>
                  <a:cubicBezTo>
                    <a:pt x="0" y="263"/>
                    <a:pt x="54" y="325"/>
                    <a:pt x="143" y="370"/>
                  </a:cubicBezTo>
                  <a:cubicBezTo>
                    <a:pt x="218" y="401"/>
                    <a:pt x="304" y="417"/>
                    <a:pt x="386" y="417"/>
                  </a:cubicBezTo>
                  <a:cubicBezTo>
                    <a:pt x="489" y="417"/>
                    <a:pt x="587" y="392"/>
                    <a:pt x="651" y="343"/>
                  </a:cubicBezTo>
                  <a:cubicBezTo>
                    <a:pt x="687" y="325"/>
                    <a:pt x="705" y="298"/>
                    <a:pt x="723" y="272"/>
                  </a:cubicBezTo>
                  <a:cubicBezTo>
                    <a:pt x="723" y="245"/>
                    <a:pt x="723" y="236"/>
                    <a:pt x="732" y="218"/>
                  </a:cubicBezTo>
                  <a:cubicBezTo>
                    <a:pt x="732" y="156"/>
                    <a:pt x="678" y="93"/>
                    <a:pt x="580" y="48"/>
                  </a:cubicBezTo>
                  <a:cubicBezTo>
                    <a:pt x="509" y="17"/>
                    <a:pt x="425" y="1"/>
                    <a:pt x="343"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35"/>
            <p:cNvSpPr/>
            <p:nvPr/>
          </p:nvSpPr>
          <p:spPr>
            <a:xfrm>
              <a:off x="3716875" y="1789550"/>
              <a:ext cx="90350" cy="71375"/>
            </a:xfrm>
            <a:custGeom>
              <a:avLst/>
              <a:gdLst/>
              <a:ahLst/>
              <a:cxnLst/>
              <a:rect l="l" t="t" r="r" b="b"/>
              <a:pathLst>
                <a:path w="3614" h="2855" extrusionOk="0">
                  <a:moveTo>
                    <a:pt x="1755" y="1"/>
                  </a:moveTo>
                  <a:cubicBezTo>
                    <a:pt x="1611" y="1"/>
                    <a:pt x="1469" y="15"/>
                    <a:pt x="1330" y="44"/>
                  </a:cubicBezTo>
                  <a:cubicBezTo>
                    <a:pt x="857" y="142"/>
                    <a:pt x="259" y="624"/>
                    <a:pt x="81" y="1150"/>
                  </a:cubicBezTo>
                  <a:cubicBezTo>
                    <a:pt x="18" y="1320"/>
                    <a:pt x="0" y="1489"/>
                    <a:pt x="45" y="1659"/>
                  </a:cubicBezTo>
                  <a:cubicBezTo>
                    <a:pt x="45" y="1668"/>
                    <a:pt x="54" y="1694"/>
                    <a:pt x="63" y="1712"/>
                  </a:cubicBezTo>
                  <a:cubicBezTo>
                    <a:pt x="99" y="1828"/>
                    <a:pt x="188" y="1926"/>
                    <a:pt x="286" y="1998"/>
                  </a:cubicBezTo>
                  <a:cubicBezTo>
                    <a:pt x="402" y="2078"/>
                    <a:pt x="545" y="2114"/>
                    <a:pt x="687" y="2131"/>
                  </a:cubicBezTo>
                  <a:cubicBezTo>
                    <a:pt x="702" y="2132"/>
                    <a:pt x="717" y="2132"/>
                    <a:pt x="733" y="2132"/>
                  </a:cubicBezTo>
                  <a:cubicBezTo>
                    <a:pt x="935" y="2132"/>
                    <a:pt x="1152" y="2076"/>
                    <a:pt x="1285" y="1926"/>
                  </a:cubicBezTo>
                  <a:cubicBezTo>
                    <a:pt x="1401" y="1801"/>
                    <a:pt x="1392" y="1623"/>
                    <a:pt x="1490" y="1489"/>
                  </a:cubicBezTo>
                  <a:cubicBezTo>
                    <a:pt x="1553" y="1418"/>
                    <a:pt x="1624" y="1346"/>
                    <a:pt x="1713" y="1329"/>
                  </a:cubicBezTo>
                  <a:cubicBezTo>
                    <a:pt x="1733" y="1323"/>
                    <a:pt x="1754" y="1320"/>
                    <a:pt x="1774" y="1320"/>
                  </a:cubicBezTo>
                  <a:cubicBezTo>
                    <a:pt x="1847" y="1320"/>
                    <a:pt x="1919" y="1355"/>
                    <a:pt x="1954" y="1418"/>
                  </a:cubicBezTo>
                  <a:cubicBezTo>
                    <a:pt x="1972" y="1462"/>
                    <a:pt x="1981" y="1507"/>
                    <a:pt x="1981" y="1552"/>
                  </a:cubicBezTo>
                  <a:cubicBezTo>
                    <a:pt x="1990" y="1837"/>
                    <a:pt x="1874" y="2105"/>
                    <a:pt x="1981" y="2390"/>
                  </a:cubicBezTo>
                  <a:cubicBezTo>
                    <a:pt x="2079" y="2658"/>
                    <a:pt x="2311" y="2738"/>
                    <a:pt x="2570" y="2809"/>
                  </a:cubicBezTo>
                  <a:cubicBezTo>
                    <a:pt x="2673" y="2836"/>
                    <a:pt x="2779" y="2855"/>
                    <a:pt x="2882" y="2855"/>
                  </a:cubicBezTo>
                  <a:cubicBezTo>
                    <a:pt x="3022" y="2855"/>
                    <a:pt x="3157" y="2821"/>
                    <a:pt x="3274" y="2729"/>
                  </a:cubicBezTo>
                  <a:cubicBezTo>
                    <a:pt x="3408" y="2631"/>
                    <a:pt x="3453" y="2515"/>
                    <a:pt x="3489" y="2363"/>
                  </a:cubicBezTo>
                  <a:cubicBezTo>
                    <a:pt x="3498" y="2328"/>
                    <a:pt x="3506" y="2292"/>
                    <a:pt x="3515" y="2256"/>
                  </a:cubicBezTo>
                  <a:cubicBezTo>
                    <a:pt x="3515" y="2247"/>
                    <a:pt x="3515" y="2230"/>
                    <a:pt x="3515" y="2221"/>
                  </a:cubicBezTo>
                  <a:cubicBezTo>
                    <a:pt x="3587" y="1908"/>
                    <a:pt x="3613" y="1569"/>
                    <a:pt x="3533" y="1248"/>
                  </a:cubicBezTo>
                  <a:cubicBezTo>
                    <a:pt x="3524" y="1213"/>
                    <a:pt x="3515" y="1168"/>
                    <a:pt x="3498" y="1132"/>
                  </a:cubicBezTo>
                  <a:cubicBezTo>
                    <a:pt x="3243" y="385"/>
                    <a:pt x="2494" y="1"/>
                    <a:pt x="1755" y="1"/>
                  </a:cubicBezTo>
                  <a:close/>
                </a:path>
              </a:pathLst>
            </a:custGeom>
            <a:solidFill>
              <a:srgbClr val="1C1C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35"/>
            <p:cNvSpPr/>
            <p:nvPr/>
          </p:nvSpPr>
          <p:spPr>
            <a:xfrm>
              <a:off x="3718875" y="1789550"/>
              <a:ext cx="88350" cy="56050"/>
            </a:xfrm>
            <a:custGeom>
              <a:avLst/>
              <a:gdLst/>
              <a:ahLst/>
              <a:cxnLst/>
              <a:rect l="l" t="t" r="r" b="b"/>
              <a:pathLst>
                <a:path w="3534" h="2242" extrusionOk="0">
                  <a:moveTo>
                    <a:pt x="1675" y="1"/>
                  </a:moveTo>
                  <a:cubicBezTo>
                    <a:pt x="1531" y="1"/>
                    <a:pt x="1389" y="15"/>
                    <a:pt x="1250" y="44"/>
                  </a:cubicBezTo>
                  <a:cubicBezTo>
                    <a:pt x="777" y="142"/>
                    <a:pt x="179" y="624"/>
                    <a:pt x="1" y="1150"/>
                  </a:cubicBezTo>
                  <a:cubicBezTo>
                    <a:pt x="36" y="1159"/>
                    <a:pt x="81" y="1159"/>
                    <a:pt x="117" y="1168"/>
                  </a:cubicBezTo>
                  <a:cubicBezTo>
                    <a:pt x="150" y="1170"/>
                    <a:pt x="184" y="1171"/>
                    <a:pt x="218" y="1171"/>
                  </a:cubicBezTo>
                  <a:cubicBezTo>
                    <a:pt x="326" y="1171"/>
                    <a:pt x="432" y="1160"/>
                    <a:pt x="527" y="1132"/>
                  </a:cubicBezTo>
                  <a:cubicBezTo>
                    <a:pt x="912" y="1050"/>
                    <a:pt x="1259" y="796"/>
                    <a:pt x="1638" y="796"/>
                  </a:cubicBezTo>
                  <a:cubicBezTo>
                    <a:pt x="1672" y="796"/>
                    <a:pt x="1706" y="798"/>
                    <a:pt x="1740" y="802"/>
                  </a:cubicBezTo>
                  <a:cubicBezTo>
                    <a:pt x="2079" y="838"/>
                    <a:pt x="2347" y="1079"/>
                    <a:pt x="2552" y="1337"/>
                  </a:cubicBezTo>
                  <a:cubicBezTo>
                    <a:pt x="2757" y="1605"/>
                    <a:pt x="2927" y="1899"/>
                    <a:pt x="3159" y="2131"/>
                  </a:cubicBezTo>
                  <a:cubicBezTo>
                    <a:pt x="3212" y="2176"/>
                    <a:pt x="3284" y="2230"/>
                    <a:pt x="3346" y="2238"/>
                  </a:cubicBezTo>
                  <a:cubicBezTo>
                    <a:pt x="3356" y="2241"/>
                    <a:pt x="3365" y="2242"/>
                    <a:pt x="3373" y="2242"/>
                  </a:cubicBezTo>
                  <a:cubicBezTo>
                    <a:pt x="3396" y="2242"/>
                    <a:pt x="3416" y="2234"/>
                    <a:pt x="3435" y="2221"/>
                  </a:cubicBezTo>
                  <a:cubicBezTo>
                    <a:pt x="3507" y="1908"/>
                    <a:pt x="3533" y="1569"/>
                    <a:pt x="3453" y="1248"/>
                  </a:cubicBezTo>
                  <a:cubicBezTo>
                    <a:pt x="3444" y="1213"/>
                    <a:pt x="3435" y="1168"/>
                    <a:pt x="3418" y="1132"/>
                  </a:cubicBezTo>
                  <a:cubicBezTo>
                    <a:pt x="3163" y="385"/>
                    <a:pt x="2414" y="1"/>
                    <a:pt x="1675"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35"/>
            <p:cNvSpPr/>
            <p:nvPr/>
          </p:nvSpPr>
          <p:spPr>
            <a:xfrm>
              <a:off x="3701475" y="1651850"/>
              <a:ext cx="75200" cy="112950"/>
            </a:xfrm>
            <a:custGeom>
              <a:avLst/>
              <a:gdLst/>
              <a:ahLst/>
              <a:cxnLst/>
              <a:rect l="l" t="t" r="r" b="b"/>
              <a:pathLst>
                <a:path w="3008" h="4518" extrusionOk="0">
                  <a:moveTo>
                    <a:pt x="444" y="0"/>
                  </a:moveTo>
                  <a:cubicBezTo>
                    <a:pt x="296" y="0"/>
                    <a:pt x="150" y="86"/>
                    <a:pt x="90" y="226"/>
                  </a:cubicBezTo>
                  <a:cubicBezTo>
                    <a:pt x="1" y="422"/>
                    <a:pt x="90" y="654"/>
                    <a:pt x="286" y="735"/>
                  </a:cubicBezTo>
                  <a:lnTo>
                    <a:pt x="1000" y="1047"/>
                  </a:lnTo>
                  <a:cubicBezTo>
                    <a:pt x="1250" y="1163"/>
                    <a:pt x="1384" y="1422"/>
                    <a:pt x="1321" y="1689"/>
                  </a:cubicBezTo>
                  <a:lnTo>
                    <a:pt x="1116" y="2590"/>
                  </a:lnTo>
                  <a:cubicBezTo>
                    <a:pt x="982" y="3179"/>
                    <a:pt x="1268" y="3786"/>
                    <a:pt x="1794" y="4062"/>
                  </a:cubicBezTo>
                  <a:lnTo>
                    <a:pt x="2650" y="4517"/>
                  </a:lnTo>
                  <a:lnTo>
                    <a:pt x="3007" y="3830"/>
                  </a:lnTo>
                  <a:lnTo>
                    <a:pt x="2151" y="3384"/>
                  </a:lnTo>
                  <a:cubicBezTo>
                    <a:pt x="1928" y="3268"/>
                    <a:pt x="1812" y="3009"/>
                    <a:pt x="1865" y="2769"/>
                  </a:cubicBezTo>
                  <a:lnTo>
                    <a:pt x="2071" y="1859"/>
                  </a:lnTo>
                  <a:cubicBezTo>
                    <a:pt x="2213" y="1234"/>
                    <a:pt x="1892" y="601"/>
                    <a:pt x="1312" y="342"/>
                  </a:cubicBezTo>
                  <a:lnTo>
                    <a:pt x="590" y="30"/>
                  </a:lnTo>
                  <a:cubicBezTo>
                    <a:pt x="543" y="10"/>
                    <a:pt x="493" y="0"/>
                    <a:pt x="444"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35"/>
            <p:cNvSpPr/>
            <p:nvPr/>
          </p:nvSpPr>
          <p:spPr>
            <a:xfrm>
              <a:off x="3703950" y="1651800"/>
              <a:ext cx="72725" cy="113000"/>
            </a:xfrm>
            <a:custGeom>
              <a:avLst/>
              <a:gdLst/>
              <a:ahLst/>
              <a:cxnLst/>
              <a:rect l="l" t="t" r="r" b="b"/>
              <a:pathLst>
                <a:path w="2909" h="4520" extrusionOk="0">
                  <a:moveTo>
                    <a:pt x="344" y="0"/>
                  </a:moveTo>
                  <a:cubicBezTo>
                    <a:pt x="207" y="0"/>
                    <a:pt x="72" y="77"/>
                    <a:pt x="0" y="201"/>
                  </a:cubicBezTo>
                  <a:cubicBezTo>
                    <a:pt x="54" y="201"/>
                    <a:pt x="107" y="210"/>
                    <a:pt x="161" y="237"/>
                  </a:cubicBezTo>
                  <a:lnTo>
                    <a:pt x="874" y="549"/>
                  </a:lnTo>
                  <a:cubicBezTo>
                    <a:pt x="1463" y="808"/>
                    <a:pt x="1784" y="1441"/>
                    <a:pt x="1642" y="2057"/>
                  </a:cubicBezTo>
                  <a:lnTo>
                    <a:pt x="1436" y="2967"/>
                  </a:lnTo>
                  <a:cubicBezTo>
                    <a:pt x="1383" y="3217"/>
                    <a:pt x="1499" y="3466"/>
                    <a:pt x="1722" y="3582"/>
                  </a:cubicBezTo>
                  <a:lnTo>
                    <a:pt x="2578" y="4037"/>
                  </a:lnTo>
                  <a:lnTo>
                    <a:pt x="2373" y="4421"/>
                  </a:lnTo>
                  <a:lnTo>
                    <a:pt x="2551" y="4519"/>
                  </a:lnTo>
                  <a:lnTo>
                    <a:pt x="2908" y="3832"/>
                  </a:lnTo>
                  <a:lnTo>
                    <a:pt x="2052" y="3386"/>
                  </a:lnTo>
                  <a:cubicBezTo>
                    <a:pt x="1829" y="3270"/>
                    <a:pt x="1713" y="3011"/>
                    <a:pt x="1766" y="2771"/>
                  </a:cubicBezTo>
                  <a:lnTo>
                    <a:pt x="1972" y="1861"/>
                  </a:lnTo>
                  <a:cubicBezTo>
                    <a:pt x="2114" y="1236"/>
                    <a:pt x="1793" y="603"/>
                    <a:pt x="1213" y="344"/>
                  </a:cubicBezTo>
                  <a:lnTo>
                    <a:pt x="491" y="32"/>
                  </a:lnTo>
                  <a:cubicBezTo>
                    <a:pt x="443" y="10"/>
                    <a:pt x="393" y="0"/>
                    <a:pt x="344"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35"/>
            <p:cNvSpPr/>
            <p:nvPr/>
          </p:nvSpPr>
          <p:spPr>
            <a:xfrm>
              <a:off x="3751450" y="1748050"/>
              <a:ext cx="54650" cy="61575"/>
            </a:xfrm>
            <a:custGeom>
              <a:avLst/>
              <a:gdLst/>
              <a:ahLst/>
              <a:cxnLst/>
              <a:rect l="l" t="t" r="r" b="b"/>
              <a:pathLst>
                <a:path w="2186" h="2463" extrusionOk="0">
                  <a:moveTo>
                    <a:pt x="598" y="0"/>
                  </a:moveTo>
                  <a:lnTo>
                    <a:pt x="36" y="1909"/>
                  </a:lnTo>
                  <a:cubicBezTo>
                    <a:pt x="36" y="1909"/>
                    <a:pt x="36" y="1918"/>
                    <a:pt x="27" y="1927"/>
                  </a:cubicBezTo>
                  <a:lnTo>
                    <a:pt x="27" y="1945"/>
                  </a:lnTo>
                  <a:cubicBezTo>
                    <a:pt x="0" y="2079"/>
                    <a:pt x="72" y="2221"/>
                    <a:pt x="250" y="2328"/>
                  </a:cubicBezTo>
                  <a:cubicBezTo>
                    <a:pt x="406" y="2418"/>
                    <a:pt x="609" y="2462"/>
                    <a:pt x="813" y="2462"/>
                  </a:cubicBezTo>
                  <a:cubicBezTo>
                    <a:pt x="1017" y="2462"/>
                    <a:pt x="1222" y="2418"/>
                    <a:pt x="1383" y="2328"/>
                  </a:cubicBezTo>
                  <a:cubicBezTo>
                    <a:pt x="1499" y="2257"/>
                    <a:pt x="1570" y="2177"/>
                    <a:pt x="1597" y="2088"/>
                  </a:cubicBezTo>
                  <a:lnTo>
                    <a:pt x="2186" y="80"/>
                  </a:lnTo>
                  <a:lnTo>
                    <a:pt x="598"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35"/>
            <p:cNvSpPr/>
            <p:nvPr/>
          </p:nvSpPr>
          <p:spPr>
            <a:xfrm>
              <a:off x="3764600" y="1736450"/>
              <a:ext cx="43750" cy="23075"/>
            </a:xfrm>
            <a:custGeom>
              <a:avLst/>
              <a:gdLst/>
              <a:ahLst/>
              <a:cxnLst/>
              <a:rect l="l" t="t" r="r" b="b"/>
              <a:pathLst>
                <a:path w="1750" h="923" extrusionOk="0">
                  <a:moveTo>
                    <a:pt x="878" y="0"/>
                  </a:moveTo>
                  <a:cubicBezTo>
                    <a:pt x="674" y="0"/>
                    <a:pt x="469" y="45"/>
                    <a:pt x="313" y="134"/>
                  </a:cubicBezTo>
                  <a:cubicBezTo>
                    <a:pt x="1" y="321"/>
                    <a:pt x="1" y="607"/>
                    <a:pt x="304" y="785"/>
                  </a:cubicBezTo>
                  <a:cubicBezTo>
                    <a:pt x="458" y="878"/>
                    <a:pt x="660" y="922"/>
                    <a:pt x="863" y="922"/>
                  </a:cubicBezTo>
                  <a:cubicBezTo>
                    <a:pt x="1071" y="922"/>
                    <a:pt x="1279" y="875"/>
                    <a:pt x="1437" y="785"/>
                  </a:cubicBezTo>
                  <a:cubicBezTo>
                    <a:pt x="1749" y="607"/>
                    <a:pt x="1749" y="312"/>
                    <a:pt x="1437" y="134"/>
                  </a:cubicBezTo>
                  <a:cubicBezTo>
                    <a:pt x="1285" y="45"/>
                    <a:pt x="1082" y="0"/>
                    <a:pt x="878"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35"/>
            <p:cNvSpPr/>
            <p:nvPr/>
          </p:nvSpPr>
          <p:spPr>
            <a:xfrm>
              <a:off x="3788900" y="1728075"/>
              <a:ext cx="137875" cy="57450"/>
            </a:xfrm>
            <a:custGeom>
              <a:avLst/>
              <a:gdLst/>
              <a:ahLst/>
              <a:cxnLst/>
              <a:rect l="l" t="t" r="r" b="b"/>
              <a:pathLst>
                <a:path w="5515" h="2298" extrusionOk="0">
                  <a:moveTo>
                    <a:pt x="3727" y="0"/>
                  </a:moveTo>
                  <a:cubicBezTo>
                    <a:pt x="3415" y="0"/>
                    <a:pt x="3105" y="111"/>
                    <a:pt x="2856" y="326"/>
                  </a:cubicBezTo>
                  <a:lnTo>
                    <a:pt x="1616" y="1397"/>
                  </a:lnTo>
                  <a:cubicBezTo>
                    <a:pt x="1509" y="1485"/>
                    <a:pt x="1376" y="1531"/>
                    <a:pt x="1243" y="1531"/>
                  </a:cubicBezTo>
                  <a:cubicBezTo>
                    <a:pt x="1175" y="1531"/>
                    <a:pt x="1108" y="1519"/>
                    <a:pt x="1045" y="1495"/>
                  </a:cubicBezTo>
                  <a:lnTo>
                    <a:pt x="581" y="1308"/>
                  </a:lnTo>
                  <a:cubicBezTo>
                    <a:pt x="534" y="1288"/>
                    <a:pt x="486" y="1279"/>
                    <a:pt x="439" y="1279"/>
                  </a:cubicBezTo>
                  <a:cubicBezTo>
                    <a:pt x="287" y="1279"/>
                    <a:pt x="142" y="1372"/>
                    <a:pt x="81" y="1522"/>
                  </a:cubicBezTo>
                  <a:cubicBezTo>
                    <a:pt x="1" y="1718"/>
                    <a:pt x="99" y="1941"/>
                    <a:pt x="295" y="2021"/>
                  </a:cubicBezTo>
                  <a:lnTo>
                    <a:pt x="759" y="2209"/>
                  </a:lnTo>
                  <a:cubicBezTo>
                    <a:pt x="920" y="2271"/>
                    <a:pt x="1080" y="2298"/>
                    <a:pt x="1250" y="2298"/>
                  </a:cubicBezTo>
                  <a:cubicBezTo>
                    <a:pt x="1562" y="2298"/>
                    <a:pt x="1874" y="2191"/>
                    <a:pt x="2115" y="1977"/>
                  </a:cubicBezTo>
                  <a:lnTo>
                    <a:pt x="3364" y="906"/>
                  </a:lnTo>
                  <a:cubicBezTo>
                    <a:pt x="3465" y="816"/>
                    <a:pt x="3595" y="772"/>
                    <a:pt x="3726" y="772"/>
                  </a:cubicBezTo>
                  <a:cubicBezTo>
                    <a:pt x="3803" y="772"/>
                    <a:pt x="3881" y="787"/>
                    <a:pt x="3953" y="817"/>
                  </a:cubicBezTo>
                  <a:lnTo>
                    <a:pt x="5202" y="1370"/>
                  </a:lnTo>
                  <a:lnTo>
                    <a:pt x="5514" y="665"/>
                  </a:lnTo>
                  <a:lnTo>
                    <a:pt x="4256" y="112"/>
                  </a:lnTo>
                  <a:cubicBezTo>
                    <a:pt x="4087" y="37"/>
                    <a:pt x="3906" y="0"/>
                    <a:pt x="37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5"/>
            <p:cNvSpPr/>
            <p:nvPr/>
          </p:nvSpPr>
          <p:spPr>
            <a:xfrm>
              <a:off x="3789800" y="1728075"/>
              <a:ext cx="136975" cy="48100"/>
            </a:xfrm>
            <a:custGeom>
              <a:avLst/>
              <a:gdLst/>
              <a:ahLst/>
              <a:cxnLst/>
              <a:rect l="l" t="t" r="r" b="b"/>
              <a:pathLst>
                <a:path w="5479" h="1924" extrusionOk="0">
                  <a:moveTo>
                    <a:pt x="3691" y="0"/>
                  </a:moveTo>
                  <a:cubicBezTo>
                    <a:pt x="3379" y="0"/>
                    <a:pt x="3069" y="111"/>
                    <a:pt x="2820" y="326"/>
                  </a:cubicBezTo>
                  <a:lnTo>
                    <a:pt x="1580" y="1397"/>
                  </a:lnTo>
                  <a:cubicBezTo>
                    <a:pt x="1473" y="1485"/>
                    <a:pt x="1340" y="1531"/>
                    <a:pt x="1207" y="1531"/>
                  </a:cubicBezTo>
                  <a:cubicBezTo>
                    <a:pt x="1139" y="1531"/>
                    <a:pt x="1072" y="1519"/>
                    <a:pt x="1009" y="1495"/>
                  </a:cubicBezTo>
                  <a:lnTo>
                    <a:pt x="545" y="1308"/>
                  </a:lnTo>
                  <a:cubicBezTo>
                    <a:pt x="498" y="1288"/>
                    <a:pt x="450" y="1279"/>
                    <a:pt x="403" y="1279"/>
                  </a:cubicBezTo>
                  <a:cubicBezTo>
                    <a:pt x="251" y="1279"/>
                    <a:pt x="106" y="1372"/>
                    <a:pt x="45" y="1522"/>
                  </a:cubicBezTo>
                  <a:cubicBezTo>
                    <a:pt x="1" y="1638"/>
                    <a:pt x="18" y="1762"/>
                    <a:pt x="72" y="1861"/>
                  </a:cubicBezTo>
                  <a:cubicBezTo>
                    <a:pt x="144" y="1742"/>
                    <a:pt x="270" y="1672"/>
                    <a:pt x="402" y="1672"/>
                  </a:cubicBezTo>
                  <a:cubicBezTo>
                    <a:pt x="450" y="1672"/>
                    <a:pt x="498" y="1681"/>
                    <a:pt x="545" y="1700"/>
                  </a:cubicBezTo>
                  <a:lnTo>
                    <a:pt x="1009" y="1887"/>
                  </a:lnTo>
                  <a:cubicBezTo>
                    <a:pt x="1072" y="1912"/>
                    <a:pt x="1139" y="1923"/>
                    <a:pt x="1207" y="1923"/>
                  </a:cubicBezTo>
                  <a:cubicBezTo>
                    <a:pt x="1340" y="1923"/>
                    <a:pt x="1473" y="1878"/>
                    <a:pt x="1580" y="1789"/>
                  </a:cubicBezTo>
                  <a:lnTo>
                    <a:pt x="2820" y="719"/>
                  </a:lnTo>
                  <a:cubicBezTo>
                    <a:pt x="3069" y="504"/>
                    <a:pt x="3379" y="393"/>
                    <a:pt x="3691" y="393"/>
                  </a:cubicBezTo>
                  <a:cubicBezTo>
                    <a:pt x="3870" y="393"/>
                    <a:pt x="4051" y="430"/>
                    <a:pt x="4220" y="505"/>
                  </a:cubicBezTo>
                  <a:lnTo>
                    <a:pt x="5327" y="995"/>
                  </a:lnTo>
                  <a:lnTo>
                    <a:pt x="5478" y="665"/>
                  </a:lnTo>
                  <a:lnTo>
                    <a:pt x="4220" y="112"/>
                  </a:lnTo>
                  <a:cubicBezTo>
                    <a:pt x="4051" y="37"/>
                    <a:pt x="3870" y="0"/>
                    <a:pt x="369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35"/>
            <p:cNvSpPr/>
            <p:nvPr/>
          </p:nvSpPr>
          <p:spPr>
            <a:xfrm>
              <a:off x="3740750" y="1793975"/>
              <a:ext cx="38375" cy="76525"/>
            </a:xfrm>
            <a:custGeom>
              <a:avLst/>
              <a:gdLst/>
              <a:ahLst/>
              <a:cxnLst/>
              <a:rect l="l" t="t" r="r" b="b"/>
              <a:pathLst>
                <a:path w="1535" h="3061" extrusionOk="0">
                  <a:moveTo>
                    <a:pt x="0" y="1"/>
                  </a:moveTo>
                  <a:lnTo>
                    <a:pt x="580" y="786"/>
                  </a:lnTo>
                  <a:lnTo>
                    <a:pt x="0" y="3061"/>
                  </a:lnTo>
                  <a:cubicBezTo>
                    <a:pt x="9" y="3052"/>
                    <a:pt x="27" y="3043"/>
                    <a:pt x="62" y="3043"/>
                  </a:cubicBezTo>
                  <a:cubicBezTo>
                    <a:pt x="143" y="3025"/>
                    <a:pt x="277" y="3025"/>
                    <a:pt x="303" y="3025"/>
                  </a:cubicBezTo>
                  <a:cubicBezTo>
                    <a:pt x="669" y="2971"/>
                    <a:pt x="1088" y="2820"/>
                    <a:pt x="1294" y="2481"/>
                  </a:cubicBezTo>
                  <a:cubicBezTo>
                    <a:pt x="1392" y="2311"/>
                    <a:pt x="1463" y="2097"/>
                    <a:pt x="1499" y="1910"/>
                  </a:cubicBezTo>
                  <a:cubicBezTo>
                    <a:pt x="1526" y="1794"/>
                    <a:pt x="1534" y="1678"/>
                    <a:pt x="1534" y="1562"/>
                  </a:cubicBezTo>
                  <a:cubicBezTo>
                    <a:pt x="1534" y="1383"/>
                    <a:pt x="1499" y="1205"/>
                    <a:pt x="1445" y="1027"/>
                  </a:cubicBezTo>
                  <a:cubicBezTo>
                    <a:pt x="1329" y="679"/>
                    <a:pt x="1071" y="384"/>
                    <a:pt x="732" y="233"/>
                  </a:cubicBezTo>
                  <a:cubicBezTo>
                    <a:pt x="732" y="224"/>
                    <a:pt x="732" y="224"/>
                    <a:pt x="732" y="224"/>
                  </a:cubicBezTo>
                  <a:cubicBezTo>
                    <a:pt x="500" y="126"/>
                    <a:pt x="250" y="36"/>
                    <a:pt x="0"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35"/>
            <p:cNvSpPr/>
            <p:nvPr/>
          </p:nvSpPr>
          <p:spPr>
            <a:xfrm>
              <a:off x="3742300" y="1833000"/>
              <a:ext cx="36825" cy="37050"/>
            </a:xfrm>
            <a:custGeom>
              <a:avLst/>
              <a:gdLst/>
              <a:ahLst/>
              <a:cxnLst/>
              <a:rect l="l" t="t" r="r" b="b"/>
              <a:pathLst>
                <a:path w="1473" h="1482" extrusionOk="0">
                  <a:moveTo>
                    <a:pt x="1472" y="1"/>
                  </a:moveTo>
                  <a:lnTo>
                    <a:pt x="1472" y="1"/>
                  </a:lnTo>
                  <a:cubicBezTo>
                    <a:pt x="1446" y="99"/>
                    <a:pt x="1419" y="197"/>
                    <a:pt x="1401" y="295"/>
                  </a:cubicBezTo>
                  <a:cubicBezTo>
                    <a:pt x="1365" y="420"/>
                    <a:pt x="1330" y="545"/>
                    <a:pt x="1249" y="634"/>
                  </a:cubicBezTo>
                  <a:cubicBezTo>
                    <a:pt x="1181" y="710"/>
                    <a:pt x="1075" y="754"/>
                    <a:pt x="973" y="754"/>
                  </a:cubicBezTo>
                  <a:cubicBezTo>
                    <a:pt x="943" y="754"/>
                    <a:pt x="913" y="750"/>
                    <a:pt x="884" y="741"/>
                  </a:cubicBezTo>
                  <a:cubicBezTo>
                    <a:pt x="759" y="706"/>
                    <a:pt x="652" y="599"/>
                    <a:pt x="625" y="474"/>
                  </a:cubicBezTo>
                  <a:cubicBezTo>
                    <a:pt x="357" y="768"/>
                    <a:pt x="223" y="1152"/>
                    <a:pt x="0" y="1482"/>
                  </a:cubicBezTo>
                  <a:cubicBezTo>
                    <a:pt x="81" y="1464"/>
                    <a:pt x="215" y="1464"/>
                    <a:pt x="241" y="1464"/>
                  </a:cubicBezTo>
                  <a:cubicBezTo>
                    <a:pt x="607" y="1410"/>
                    <a:pt x="1026" y="1259"/>
                    <a:pt x="1232" y="920"/>
                  </a:cubicBezTo>
                  <a:cubicBezTo>
                    <a:pt x="1330" y="750"/>
                    <a:pt x="1401" y="536"/>
                    <a:pt x="1437" y="349"/>
                  </a:cubicBezTo>
                  <a:cubicBezTo>
                    <a:pt x="1464" y="233"/>
                    <a:pt x="1472" y="117"/>
                    <a:pt x="1472"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35"/>
            <p:cNvSpPr/>
            <p:nvPr/>
          </p:nvSpPr>
          <p:spPr>
            <a:xfrm>
              <a:off x="3725125" y="1792650"/>
              <a:ext cx="36375" cy="78750"/>
            </a:xfrm>
            <a:custGeom>
              <a:avLst/>
              <a:gdLst/>
              <a:ahLst/>
              <a:cxnLst/>
              <a:rect l="l" t="t" r="r" b="b"/>
              <a:pathLst>
                <a:path w="1455" h="3150" extrusionOk="0">
                  <a:moveTo>
                    <a:pt x="18" y="0"/>
                  </a:moveTo>
                  <a:lnTo>
                    <a:pt x="1" y="3114"/>
                  </a:lnTo>
                  <a:lnTo>
                    <a:pt x="438" y="3149"/>
                  </a:lnTo>
                  <a:cubicBezTo>
                    <a:pt x="670" y="3149"/>
                    <a:pt x="902" y="3007"/>
                    <a:pt x="1080" y="2703"/>
                  </a:cubicBezTo>
                  <a:cubicBezTo>
                    <a:pt x="1437" y="2106"/>
                    <a:pt x="1455" y="1124"/>
                    <a:pt x="1116" y="509"/>
                  </a:cubicBezTo>
                  <a:cubicBezTo>
                    <a:pt x="946" y="196"/>
                    <a:pt x="723" y="45"/>
                    <a:pt x="491" y="36"/>
                  </a:cubicBezTo>
                  <a:lnTo>
                    <a:pt x="18"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35"/>
            <p:cNvSpPr/>
            <p:nvPr/>
          </p:nvSpPr>
          <p:spPr>
            <a:xfrm>
              <a:off x="3701050" y="1792750"/>
              <a:ext cx="49750" cy="77850"/>
            </a:xfrm>
            <a:custGeom>
              <a:avLst/>
              <a:gdLst/>
              <a:ahLst/>
              <a:cxnLst/>
              <a:rect l="l" t="t" r="r" b="b"/>
              <a:pathLst>
                <a:path w="1990" h="3114" extrusionOk="0">
                  <a:moveTo>
                    <a:pt x="1014" y="1"/>
                  </a:moveTo>
                  <a:cubicBezTo>
                    <a:pt x="787" y="1"/>
                    <a:pt x="559" y="148"/>
                    <a:pt x="384" y="442"/>
                  </a:cubicBezTo>
                  <a:cubicBezTo>
                    <a:pt x="18" y="1040"/>
                    <a:pt x="0" y="2021"/>
                    <a:pt x="348" y="2637"/>
                  </a:cubicBezTo>
                  <a:cubicBezTo>
                    <a:pt x="521" y="2955"/>
                    <a:pt x="753" y="3113"/>
                    <a:pt x="987" y="3113"/>
                  </a:cubicBezTo>
                  <a:cubicBezTo>
                    <a:pt x="1213" y="3113"/>
                    <a:pt x="1440" y="2966"/>
                    <a:pt x="1615" y="2673"/>
                  </a:cubicBezTo>
                  <a:cubicBezTo>
                    <a:pt x="1981" y="2075"/>
                    <a:pt x="1989" y="1085"/>
                    <a:pt x="1650" y="469"/>
                  </a:cubicBezTo>
                  <a:cubicBezTo>
                    <a:pt x="1478" y="157"/>
                    <a:pt x="1247" y="1"/>
                    <a:pt x="1014"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35"/>
            <p:cNvSpPr/>
            <p:nvPr/>
          </p:nvSpPr>
          <p:spPr>
            <a:xfrm>
              <a:off x="3705050" y="1796575"/>
              <a:ext cx="41950" cy="70125"/>
            </a:xfrm>
            <a:custGeom>
              <a:avLst/>
              <a:gdLst/>
              <a:ahLst/>
              <a:cxnLst/>
              <a:rect l="l" t="t" r="r" b="b"/>
              <a:pathLst>
                <a:path w="1678" h="2805" extrusionOk="0">
                  <a:moveTo>
                    <a:pt x="848" y="1"/>
                  </a:moveTo>
                  <a:cubicBezTo>
                    <a:pt x="671" y="1"/>
                    <a:pt x="494" y="129"/>
                    <a:pt x="349" y="370"/>
                  </a:cubicBezTo>
                  <a:cubicBezTo>
                    <a:pt x="18" y="923"/>
                    <a:pt x="1" y="1842"/>
                    <a:pt x="322" y="2412"/>
                  </a:cubicBezTo>
                  <a:cubicBezTo>
                    <a:pt x="402" y="2564"/>
                    <a:pt x="500" y="2680"/>
                    <a:pt x="607" y="2743"/>
                  </a:cubicBezTo>
                  <a:cubicBezTo>
                    <a:pt x="679" y="2784"/>
                    <a:pt x="753" y="2804"/>
                    <a:pt x="826" y="2804"/>
                  </a:cubicBezTo>
                  <a:cubicBezTo>
                    <a:pt x="1006" y="2804"/>
                    <a:pt x="1181" y="2680"/>
                    <a:pt x="1321" y="2439"/>
                  </a:cubicBezTo>
                  <a:cubicBezTo>
                    <a:pt x="1660" y="1877"/>
                    <a:pt x="1678" y="958"/>
                    <a:pt x="1357" y="387"/>
                  </a:cubicBezTo>
                  <a:cubicBezTo>
                    <a:pt x="1276" y="245"/>
                    <a:pt x="1169" y="129"/>
                    <a:pt x="1062" y="66"/>
                  </a:cubicBezTo>
                  <a:cubicBezTo>
                    <a:pt x="992" y="22"/>
                    <a:pt x="920" y="1"/>
                    <a:pt x="848" y="1"/>
                  </a:cubicBez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35"/>
            <p:cNvSpPr/>
            <p:nvPr/>
          </p:nvSpPr>
          <p:spPr>
            <a:xfrm>
              <a:off x="3725800" y="1799100"/>
              <a:ext cx="16300" cy="68050"/>
            </a:xfrm>
            <a:custGeom>
              <a:avLst/>
              <a:gdLst/>
              <a:ahLst/>
              <a:cxnLst/>
              <a:rect l="l" t="t" r="r" b="b"/>
              <a:pathLst>
                <a:path w="652" h="2722" extrusionOk="0">
                  <a:moveTo>
                    <a:pt x="205" y="63"/>
                  </a:moveTo>
                  <a:cubicBezTo>
                    <a:pt x="277" y="108"/>
                    <a:pt x="339" y="179"/>
                    <a:pt x="357" y="215"/>
                  </a:cubicBezTo>
                  <a:cubicBezTo>
                    <a:pt x="437" y="331"/>
                    <a:pt x="473" y="474"/>
                    <a:pt x="518" y="608"/>
                  </a:cubicBezTo>
                  <a:cubicBezTo>
                    <a:pt x="598" y="831"/>
                    <a:pt x="643" y="1063"/>
                    <a:pt x="643" y="1294"/>
                  </a:cubicBezTo>
                  <a:cubicBezTo>
                    <a:pt x="652" y="1517"/>
                    <a:pt x="625" y="1741"/>
                    <a:pt x="562" y="1946"/>
                  </a:cubicBezTo>
                  <a:cubicBezTo>
                    <a:pt x="509" y="2133"/>
                    <a:pt x="420" y="2383"/>
                    <a:pt x="286" y="2526"/>
                  </a:cubicBezTo>
                  <a:cubicBezTo>
                    <a:pt x="241" y="2579"/>
                    <a:pt x="36" y="2722"/>
                    <a:pt x="72" y="2534"/>
                  </a:cubicBezTo>
                  <a:cubicBezTo>
                    <a:pt x="107" y="2374"/>
                    <a:pt x="179" y="2231"/>
                    <a:pt x="223" y="2071"/>
                  </a:cubicBezTo>
                  <a:cubicBezTo>
                    <a:pt x="295" y="1848"/>
                    <a:pt x="321" y="1607"/>
                    <a:pt x="330" y="1366"/>
                  </a:cubicBezTo>
                  <a:cubicBezTo>
                    <a:pt x="339" y="1152"/>
                    <a:pt x="330" y="920"/>
                    <a:pt x="250" y="724"/>
                  </a:cubicBezTo>
                  <a:cubicBezTo>
                    <a:pt x="205" y="608"/>
                    <a:pt x="197" y="492"/>
                    <a:pt x="143" y="385"/>
                  </a:cubicBezTo>
                  <a:cubicBezTo>
                    <a:pt x="98" y="304"/>
                    <a:pt x="0" y="188"/>
                    <a:pt x="36" y="99"/>
                  </a:cubicBezTo>
                  <a:cubicBezTo>
                    <a:pt x="72" y="1"/>
                    <a:pt x="143" y="19"/>
                    <a:pt x="205" y="63"/>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35"/>
            <p:cNvSpPr/>
            <p:nvPr/>
          </p:nvSpPr>
          <p:spPr>
            <a:xfrm>
              <a:off x="3907550" y="1737100"/>
              <a:ext cx="21225" cy="29700"/>
            </a:xfrm>
            <a:custGeom>
              <a:avLst/>
              <a:gdLst/>
              <a:ahLst/>
              <a:cxnLst/>
              <a:rect l="l" t="t" r="r" b="b"/>
              <a:pathLst>
                <a:path w="849" h="1188" extrusionOk="0">
                  <a:moveTo>
                    <a:pt x="848" y="179"/>
                  </a:moveTo>
                  <a:lnTo>
                    <a:pt x="625" y="45"/>
                  </a:lnTo>
                  <a:cubicBezTo>
                    <a:pt x="608" y="37"/>
                    <a:pt x="599" y="28"/>
                    <a:pt x="581" y="28"/>
                  </a:cubicBezTo>
                  <a:cubicBezTo>
                    <a:pt x="527" y="1"/>
                    <a:pt x="447" y="10"/>
                    <a:pt x="367" y="54"/>
                  </a:cubicBezTo>
                  <a:cubicBezTo>
                    <a:pt x="162" y="170"/>
                    <a:pt x="1" y="474"/>
                    <a:pt x="1" y="741"/>
                  </a:cubicBezTo>
                  <a:cubicBezTo>
                    <a:pt x="1" y="902"/>
                    <a:pt x="54" y="1000"/>
                    <a:pt x="144" y="1045"/>
                  </a:cubicBezTo>
                  <a:lnTo>
                    <a:pt x="376" y="1187"/>
                  </a:lnTo>
                  <a:lnTo>
                    <a:pt x="385" y="1107"/>
                  </a:lnTo>
                  <a:cubicBezTo>
                    <a:pt x="411" y="1107"/>
                    <a:pt x="429" y="1089"/>
                    <a:pt x="456" y="1080"/>
                  </a:cubicBezTo>
                  <a:cubicBezTo>
                    <a:pt x="661" y="964"/>
                    <a:pt x="822" y="652"/>
                    <a:pt x="822" y="384"/>
                  </a:cubicBezTo>
                  <a:cubicBezTo>
                    <a:pt x="822" y="313"/>
                    <a:pt x="813" y="260"/>
                    <a:pt x="795" y="215"/>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35"/>
            <p:cNvSpPr/>
            <p:nvPr/>
          </p:nvSpPr>
          <p:spPr>
            <a:xfrm>
              <a:off x="3907550" y="1742900"/>
              <a:ext cx="20550" cy="23900"/>
            </a:xfrm>
            <a:custGeom>
              <a:avLst/>
              <a:gdLst/>
              <a:ahLst/>
              <a:cxnLst/>
              <a:rect l="l" t="t" r="r" b="b"/>
              <a:pathLst>
                <a:path w="822" h="956" extrusionOk="0">
                  <a:moveTo>
                    <a:pt x="456" y="518"/>
                  </a:moveTo>
                  <a:cubicBezTo>
                    <a:pt x="429" y="527"/>
                    <a:pt x="411" y="536"/>
                    <a:pt x="385" y="545"/>
                  </a:cubicBezTo>
                  <a:lnTo>
                    <a:pt x="376" y="616"/>
                  </a:lnTo>
                  <a:lnTo>
                    <a:pt x="144" y="483"/>
                  </a:lnTo>
                  <a:cubicBezTo>
                    <a:pt x="90" y="456"/>
                    <a:pt x="54" y="384"/>
                    <a:pt x="28" y="313"/>
                  </a:cubicBezTo>
                  <a:cubicBezTo>
                    <a:pt x="19" y="376"/>
                    <a:pt x="1" y="456"/>
                    <a:pt x="1" y="509"/>
                  </a:cubicBezTo>
                  <a:cubicBezTo>
                    <a:pt x="1" y="670"/>
                    <a:pt x="54" y="768"/>
                    <a:pt x="144" y="813"/>
                  </a:cubicBezTo>
                  <a:lnTo>
                    <a:pt x="376" y="955"/>
                  </a:lnTo>
                  <a:lnTo>
                    <a:pt x="385" y="875"/>
                  </a:lnTo>
                  <a:cubicBezTo>
                    <a:pt x="411" y="875"/>
                    <a:pt x="429" y="857"/>
                    <a:pt x="456" y="848"/>
                  </a:cubicBezTo>
                  <a:cubicBezTo>
                    <a:pt x="661" y="732"/>
                    <a:pt x="822" y="420"/>
                    <a:pt x="822" y="152"/>
                  </a:cubicBezTo>
                  <a:cubicBezTo>
                    <a:pt x="822" y="99"/>
                    <a:pt x="813" y="45"/>
                    <a:pt x="795" y="1"/>
                  </a:cubicBezTo>
                  <a:cubicBezTo>
                    <a:pt x="750" y="215"/>
                    <a:pt x="617" y="420"/>
                    <a:pt x="456" y="518"/>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35"/>
            <p:cNvSpPr/>
            <p:nvPr/>
          </p:nvSpPr>
          <p:spPr>
            <a:xfrm>
              <a:off x="3927625" y="1741125"/>
              <a:ext cx="1150" cy="1150"/>
            </a:xfrm>
            <a:custGeom>
              <a:avLst/>
              <a:gdLst/>
              <a:ahLst/>
              <a:cxnLst/>
              <a:rect l="l" t="t" r="r" b="b"/>
              <a:pathLst>
                <a:path w="46" h="46" extrusionOk="0">
                  <a:moveTo>
                    <a:pt x="1" y="45"/>
                  </a:moveTo>
                  <a:lnTo>
                    <a:pt x="45" y="18"/>
                  </a:lnTo>
                  <a:lnTo>
                    <a:pt x="10" y="0"/>
                  </a:lnTo>
                  <a:cubicBezTo>
                    <a:pt x="10" y="18"/>
                    <a:pt x="1" y="27"/>
                    <a:pt x="1" y="45"/>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35"/>
            <p:cNvSpPr/>
            <p:nvPr/>
          </p:nvSpPr>
          <p:spPr>
            <a:xfrm>
              <a:off x="3913350" y="1738900"/>
              <a:ext cx="18100" cy="29900"/>
            </a:xfrm>
            <a:custGeom>
              <a:avLst/>
              <a:gdLst/>
              <a:ahLst/>
              <a:cxnLst/>
              <a:rect l="l" t="t" r="r" b="b"/>
              <a:pathLst>
                <a:path w="724" h="1196" extrusionOk="0">
                  <a:moveTo>
                    <a:pt x="724" y="393"/>
                  </a:moveTo>
                  <a:cubicBezTo>
                    <a:pt x="724" y="660"/>
                    <a:pt x="563" y="964"/>
                    <a:pt x="358" y="1080"/>
                  </a:cubicBezTo>
                  <a:cubicBezTo>
                    <a:pt x="161" y="1196"/>
                    <a:pt x="1" y="1080"/>
                    <a:pt x="1" y="812"/>
                  </a:cubicBezTo>
                  <a:cubicBezTo>
                    <a:pt x="1" y="544"/>
                    <a:pt x="161" y="232"/>
                    <a:pt x="358" y="116"/>
                  </a:cubicBezTo>
                  <a:cubicBezTo>
                    <a:pt x="563" y="0"/>
                    <a:pt x="724" y="125"/>
                    <a:pt x="724" y="393"/>
                  </a:cubicBezTo>
                  <a:close/>
                </a:path>
              </a:pathLst>
            </a:custGeom>
            <a:solidFill>
              <a:srgbClr val="1C1C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35"/>
            <p:cNvSpPr/>
            <p:nvPr/>
          </p:nvSpPr>
          <p:spPr>
            <a:xfrm>
              <a:off x="3916025" y="1744700"/>
              <a:ext cx="58925" cy="46625"/>
            </a:xfrm>
            <a:custGeom>
              <a:avLst/>
              <a:gdLst/>
              <a:ahLst/>
              <a:cxnLst/>
              <a:rect l="l" t="t" r="r" b="b"/>
              <a:pathLst>
                <a:path w="2357" h="1865" extrusionOk="0">
                  <a:moveTo>
                    <a:pt x="2356" y="1142"/>
                  </a:moveTo>
                  <a:lnTo>
                    <a:pt x="456" y="36"/>
                  </a:lnTo>
                  <a:cubicBezTo>
                    <a:pt x="447" y="27"/>
                    <a:pt x="438" y="27"/>
                    <a:pt x="429" y="18"/>
                  </a:cubicBezTo>
                  <a:cubicBezTo>
                    <a:pt x="385" y="0"/>
                    <a:pt x="331" y="9"/>
                    <a:pt x="269" y="45"/>
                  </a:cubicBezTo>
                  <a:cubicBezTo>
                    <a:pt x="126" y="125"/>
                    <a:pt x="1" y="348"/>
                    <a:pt x="1" y="544"/>
                  </a:cubicBezTo>
                  <a:cubicBezTo>
                    <a:pt x="1" y="651"/>
                    <a:pt x="46" y="732"/>
                    <a:pt x="108" y="758"/>
                  </a:cubicBezTo>
                  <a:lnTo>
                    <a:pt x="2008" y="1865"/>
                  </a:lnTo>
                  <a:lnTo>
                    <a:pt x="2017" y="1811"/>
                  </a:lnTo>
                  <a:cubicBezTo>
                    <a:pt x="2035" y="1811"/>
                    <a:pt x="2053" y="1802"/>
                    <a:pt x="2071" y="1793"/>
                  </a:cubicBezTo>
                  <a:cubicBezTo>
                    <a:pt x="2213" y="1704"/>
                    <a:pt x="2329" y="1481"/>
                    <a:pt x="2329" y="1285"/>
                  </a:cubicBezTo>
                  <a:cubicBezTo>
                    <a:pt x="2329" y="1240"/>
                    <a:pt x="2320" y="1196"/>
                    <a:pt x="2312" y="116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5"/>
            <p:cNvSpPr/>
            <p:nvPr/>
          </p:nvSpPr>
          <p:spPr>
            <a:xfrm>
              <a:off x="3916025" y="1748475"/>
              <a:ext cx="57350" cy="42850"/>
            </a:xfrm>
            <a:custGeom>
              <a:avLst/>
              <a:gdLst/>
              <a:ahLst/>
              <a:cxnLst/>
              <a:rect l="l" t="t" r="r" b="b"/>
              <a:pathLst>
                <a:path w="2294" h="1714" extrusionOk="0">
                  <a:moveTo>
                    <a:pt x="2178" y="1446"/>
                  </a:moveTo>
                  <a:cubicBezTo>
                    <a:pt x="2160" y="1455"/>
                    <a:pt x="2142" y="1464"/>
                    <a:pt x="2124" y="1464"/>
                  </a:cubicBezTo>
                  <a:lnTo>
                    <a:pt x="2115" y="1517"/>
                  </a:lnTo>
                  <a:lnTo>
                    <a:pt x="206" y="411"/>
                  </a:lnTo>
                  <a:cubicBezTo>
                    <a:pt x="153" y="384"/>
                    <a:pt x="108" y="304"/>
                    <a:pt x="108" y="197"/>
                  </a:cubicBezTo>
                  <a:cubicBezTo>
                    <a:pt x="108" y="135"/>
                    <a:pt x="126" y="63"/>
                    <a:pt x="144" y="1"/>
                  </a:cubicBezTo>
                  <a:cubicBezTo>
                    <a:pt x="63" y="108"/>
                    <a:pt x="1" y="260"/>
                    <a:pt x="1" y="393"/>
                  </a:cubicBezTo>
                  <a:cubicBezTo>
                    <a:pt x="1" y="500"/>
                    <a:pt x="46" y="581"/>
                    <a:pt x="108" y="607"/>
                  </a:cubicBezTo>
                  <a:lnTo>
                    <a:pt x="2008" y="1714"/>
                  </a:lnTo>
                  <a:lnTo>
                    <a:pt x="2017" y="1660"/>
                  </a:lnTo>
                  <a:cubicBezTo>
                    <a:pt x="2035" y="1660"/>
                    <a:pt x="2053" y="1651"/>
                    <a:pt x="2071" y="1642"/>
                  </a:cubicBezTo>
                  <a:cubicBezTo>
                    <a:pt x="2169" y="1580"/>
                    <a:pt x="2249" y="1464"/>
                    <a:pt x="2294" y="1330"/>
                  </a:cubicBezTo>
                  <a:cubicBezTo>
                    <a:pt x="2258" y="1375"/>
                    <a:pt x="2222" y="1419"/>
                    <a:pt x="2178" y="1446"/>
                  </a:cubicBezTo>
                  <a:close/>
                </a:path>
              </a:pathLst>
            </a:custGeom>
            <a:solidFill>
              <a:srgbClr val="1C1C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35"/>
            <p:cNvSpPr/>
            <p:nvPr/>
          </p:nvSpPr>
          <p:spPr>
            <a:xfrm>
              <a:off x="3963550" y="1771225"/>
              <a:ext cx="13175" cy="21675"/>
            </a:xfrm>
            <a:custGeom>
              <a:avLst/>
              <a:gdLst/>
              <a:ahLst/>
              <a:cxnLst/>
              <a:rect l="l" t="t" r="r" b="b"/>
              <a:pathLst>
                <a:path w="527" h="867" extrusionOk="0">
                  <a:moveTo>
                    <a:pt x="526" y="286"/>
                  </a:moveTo>
                  <a:cubicBezTo>
                    <a:pt x="526" y="474"/>
                    <a:pt x="411" y="706"/>
                    <a:pt x="268" y="786"/>
                  </a:cubicBezTo>
                  <a:cubicBezTo>
                    <a:pt x="125" y="866"/>
                    <a:pt x="0" y="777"/>
                    <a:pt x="0" y="590"/>
                  </a:cubicBezTo>
                  <a:cubicBezTo>
                    <a:pt x="0" y="393"/>
                    <a:pt x="125" y="170"/>
                    <a:pt x="268" y="90"/>
                  </a:cubicBezTo>
                  <a:cubicBezTo>
                    <a:pt x="411" y="1"/>
                    <a:pt x="526" y="90"/>
                    <a:pt x="526" y="286"/>
                  </a:cubicBezTo>
                  <a:close/>
                </a:path>
              </a:pathLst>
            </a:custGeom>
            <a:solidFill>
              <a:srgbClr val="1317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35"/>
            <p:cNvSpPr/>
            <p:nvPr/>
          </p:nvSpPr>
          <p:spPr>
            <a:xfrm>
              <a:off x="3894850" y="1677350"/>
              <a:ext cx="47075" cy="43725"/>
            </a:xfrm>
            <a:custGeom>
              <a:avLst/>
              <a:gdLst/>
              <a:ahLst/>
              <a:cxnLst/>
              <a:rect l="l" t="t" r="r" b="b"/>
              <a:pathLst>
                <a:path w="1883" h="1749" extrusionOk="0">
                  <a:moveTo>
                    <a:pt x="232" y="901"/>
                  </a:moveTo>
                  <a:cubicBezTo>
                    <a:pt x="232" y="901"/>
                    <a:pt x="232" y="901"/>
                    <a:pt x="241" y="901"/>
                  </a:cubicBezTo>
                  <a:cubicBezTo>
                    <a:pt x="420" y="1008"/>
                    <a:pt x="607" y="1115"/>
                    <a:pt x="786" y="1222"/>
                  </a:cubicBezTo>
                  <a:cubicBezTo>
                    <a:pt x="893" y="1285"/>
                    <a:pt x="1000" y="1338"/>
                    <a:pt x="1107" y="1401"/>
                  </a:cubicBezTo>
                  <a:cubicBezTo>
                    <a:pt x="1133" y="1427"/>
                    <a:pt x="1169" y="1445"/>
                    <a:pt x="1187" y="1481"/>
                  </a:cubicBezTo>
                  <a:cubicBezTo>
                    <a:pt x="1205" y="1499"/>
                    <a:pt x="1214" y="1526"/>
                    <a:pt x="1223" y="1543"/>
                  </a:cubicBezTo>
                  <a:cubicBezTo>
                    <a:pt x="1258" y="1597"/>
                    <a:pt x="1330" y="1642"/>
                    <a:pt x="1383" y="1659"/>
                  </a:cubicBezTo>
                  <a:cubicBezTo>
                    <a:pt x="1606" y="1749"/>
                    <a:pt x="1785" y="1543"/>
                    <a:pt x="1829" y="1347"/>
                  </a:cubicBezTo>
                  <a:cubicBezTo>
                    <a:pt x="1883" y="1097"/>
                    <a:pt x="1794" y="803"/>
                    <a:pt x="1597" y="642"/>
                  </a:cubicBezTo>
                  <a:cubicBezTo>
                    <a:pt x="1428" y="482"/>
                    <a:pt x="1223" y="366"/>
                    <a:pt x="1017" y="250"/>
                  </a:cubicBezTo>
                  <a:cubicBezTo>
                    <a:pt x="803" y="134"/>
                    <a:pt x="571" y="0"/>
                    <a:pt x="313" y="71"/>
                  </a:cubicBezTo>
                  <a:cubicBezTo>
                    <a:pt x="197" y="107"/>
                    <a:pt x="90" y="187"/>
                    <a:pt x="27" y="294"/>
                  </a:cubicBezTo>
                  <a:cubicBezTo>
                    <a:pt x="0" y="357"/>
                    <a:pt x="0" y="393"/>
                    <a:pt x="27" y="446"/>
                  </a:cubicBezTo>
                  <a:cubicBezTo>
                    <a:pt x="54" y="500"/>
                    <a:pt x="81" y="562"/>
                    <a:pt x="90" y="616"/>
                  </a:cubicBezTo>
                  <a:cubicBezTo>
                    <a:pt x="90" y="669"/>
                    <a:pt x="81" y="705"/>
                    <a:pt x="99" y="758"/>
                  </a:cubicBezTo>
                  <a:cubicBezTo>
                    <a:pt x="125" y="821"/>
                    <a:pt x="179" y="865"/>
                    <a:pt x="232" y="90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5"/>
            <p:cNvSpPr/>
            <p:nvPr/>
          </p:nvSpPr>
          <p:spPr>
            <a:xfrm>
              <a:off x="3892625" y="1677125"/>
              <a:ext cx="44400" cy="46625"/>
            </a:xfrm>
            <a:custGeom>
              <a:avLst/>
              <a:gdLst/>
              <a:ahLst/>
              <a:cxnLst/>
              <a:rect l="l" t="t" r="r" b="b"/>
              <a:pathLst>
                <a:path w="1776" h="1865" extrusionOk="0">
                  <a:moveTo>
                    <a:pt x="188" y="1008"/>
                  </a:moveTo>
                  <a:cubicBezTo>
                    <a:pt x="268" y="1071"/>
                    <a:pt x="348" y="1124"/>
                    <a:pt x="437" y="1169"/>
                  </a:cubicBezTo>
                  <a:cubicBezTo>
                    <a:pt x="598" y="1267"/>
                    <a:pt x="759" y="1356"/>
                    <a:pt x="910" y="1445"/>
                  </a:cubicBezTo>
                  <a:cubicBezTo>
                    <a:pt x="1106" y="1561"/>
                    <a:pt x="1490" y="1865"/>
                    <a:pt x="1686" y="1597"/>
                  </a:cubicBezTo>
                  <a:cubicBezTo>
                    <a:pt x="1776" y="1472"/>
                    <a:pt x="1767" y="1267"/>
                    <a:pt x="1722" y="1115"/>
                  </a:cubicBezTo>
                  <a:cubicBezTo>
                    <a:pt x="1686" y="981"/>
                    <a:pt x="1606" y="865"/>
                    <a:pt x="1508" y="767"/>
                  </a:cubicBezTo>
                  <a:cubicBezTo>
                    <a:pt x="1437" y="687"/>
                    <a:pt x="1312" y="634"/>
                    <a:pt x="1214" y="580"/>
                  </a:cubicBezTo>
                  <a:lnTo>
                    <a:pt x="857" y="375"/>
                  </a:lnTo>
                  <a:cubicBezTo>
                    <a:pt x="651" y="250"/>
                    <a:pt x="384" y="0"/>
                    <a:pt x="143" y="187"/>
                  </a:cubicBezTo>
                  <a:cubicBezTo>
                    <a:pt x="45" y="268"/>
                    <a:pt x="18" y="393"/>
                    <a:pt x="9" y="509"/>
                  </a:cubicBezTo>
                  <a:cubicBezTo>
                    <a:pt x="9" y="634"/>
                    <a:pt x="0" y="785"/>
                    <a:pt x="81" y="892"/>
                  </a:cubicBezTo>
                  <a:cubicBezTo>
                    <a:pt x="107" y="937"/>
                    <a:pt x="143" y="973"/>
                    <a:pt x="188" y="1008"/>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5"/>
            <p:cNvSpPr/>
            <p:nvPr/>
          </p:nvSpPr>
          <p:spPr>
            <a:xfrm>
              <a:off x="3891275" y="1696975"/>
              <a:ext cx="24775" cy="53100"/>
            </a:xfrm>
            <a:custGeom>
              <a:avLst/>
              <a:gdLst/>
              <a:ahLst/>
              <a:cxnLst/>
              <a:rect l="l" t="t" r="r" b="b"/>
              <a:pathLst>
                <a:path w="991" h="2124" extrusionOk="0">
                  <a:moveTo>
                    <a:pt x="152" y="2123"/>
                  </a:moveTo>
                  <a:lnTo>
                    <a:pt x="152" y="2123"/>
                  </a:lnTo>
                  <a:cubicBezTo>
                    <a:pt x="242" y="2123"/>
                    <a:pt x="304" y="2052"/>
                    <a:pt x="304" y="1972"/>
                  </a:cubicBezTo>
                  <a:lnTo>
                    <a:pt x="304" y="892"/>
                  </a:lnTo>
                  <a:cubicBezTo>
                    <a:pt x="304" y="625"/>
                    <a:pt x="500" y="402"/>
                    <a:pt x="759" y="348"/>
                  </a:cubicBezTo>
                  <a:lnTo>
                    <a:pt x="866" y="321"/>
                  </a:lnTo>
                  <a:cubicBezTo>
                    <a:pt x="946" y="294"/>
                    <a:pt x="991" y="214"/>
                    <a:pt x="973" y="143"/>
                  </a:cubicBezTo>
                  <a:cubicBezTo>
                    <a:pt x="955" y="54"/>
                    <a:pt x="866" y="0"/>
                    <a:pt x="786" y="18"/>
                  </a:cubicBezTo>
                  <a:lnTo>
                    <a:pt x="697" y="45"/>
                  </a:lnTo>
                  <a:cubicBezTo>
                    <a:pt x="295" y="125"/>
                    <a:pt x="1" y="482"/>
                    <a:pt x="1" y="892"/>
                  </a:cubicBezTo>
                  <a:lnTo>
                    <a:pt x="1" y="1972"/>
                  </a:lnTo>
                  <a:cubicBezTo>
                    <a:pt x="1" y="2052"/>
                    <a:pt x="72" y="2123"/>
                    <a:pt x="152" y="2123"/>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5"/>
            <p:cNvSpPr/>
            <p:nvPr/>
          </p:nvSpPr>
          <p:spPr>
            <a:xfrm>
              <a:off x="3722225" y="1602400"/>
              <a:ext cx="47300" cy="43750"/>
            </a:xfrm>
            <a:custGeom>
              <a:avLst/>
              <a:gdLst/>
              <a:ahLst/>
              <a:cxnLst/>
              <a:rect l="l" t="t" r="r" b="b"/>
              <a:pathLst>
                <a:path w="1892" h="1750" extrusionOk="0">
                  <a:moveTo>
                    <a:pt x="241" y="902"/>
                  </a:moveTo>
                  <a:cubicBezTo>
                    <a:pt x="241" y="902"/>
                    <a:pt x="241" y="902"/>
                    <a:pt x="241" y="902"/>
                  </a:cubicBezTo>
                  <a:cubicBezTo>
                    <a:pt x="429" y="1009"/>
                    <a:pt x="607" y="1116"/>
                    <a:pt x="795" y="1223"/>
                  </a:cubicBezTo>
                  <a:cubicBezTo>
                    <a:pt x="902" y="1285"/>
                    <a:pt x="1009" y="1339"/>
                    <a:pt x="1116" y="1401"/>
                  </a:cubicBezTo>
                  <a:cubicBezTo>
                    <a:pt x="1142" y="1428"/>
                    <a:pt x="1169" y="1446"/>
                    <a:pt x="1196" y="1473"/>
                  </a:cubicBezTo>
                  <a:cubicBezTo>
                    <a:pt x="1214" y="1499"/>
                    <a:pt x="1214" y="1517"/>
                    <a:pt x="1232" y="1544"/>
                  </a:cubicBezTo>
                  <a:cubicBezTo>
                    <a:pt x="1267" y="1597"/>
                    <a:pt x="1339" y="1642"/>
                    <a:pt x="1392" y="1660"/>
                  </a:cubicBezTo>
                  <a:cubicBezTo>
                    <a:pt x="1606" y="1749"/>
                    <a:pt x="1794" y="1544"/>
                    <a:pt x="1838" y="1348"/>
                  </a:cubicBezTo>
                  <a:cubicBezTo>
                    <a:pt x="1892" y="1098"/>
                    <a:pt x="1794" y="803"/>
                    <a:pt x="1606" y="634"/>
                  </a:cubicBezTo>
                  <a:cubicBezTo>
                    <a:pt x="1437" y="482"/>
                    <a:pt x="1232" y="366"/>
                    <a:pt x="1026" y="250"/>
                  </a:cubicBezTo>
                  <a:cubicBezTo>
                    <a:pt x="803" y="134"/>
                    <a:pt x="572" y="1"/>
                    <a:pt x="322" y="72"/>
                  </a:cubicBezTo>
                  <a:cubicBezTo>
                    <a:pt x="197" y="108"/>
                    <a:pt x="90" y="188"/>
                    <a:pt x="36" y="295"/>
                  </a:cubicBezTo>
                  <a:cubicBezTo>
                    <a:pt x="1" y="357"/>
                    <a:pt x="9" y="393"/>
                    <a:pt x="36" y="447"/>
                  </a:cubicBezTo>
                  <a:cubicBezTo>
                    <a:pt x="63" y="500"/>
                    <a:pt x="90" y="563"/>
                    <a:pt x="90" y="616"/>
                  </a:cubicBezTo>
                  <a:cubicBezTo>
                    <a:pt x="99" y="670"/>
                    <a:pt x="90" y="705"/>
                    <a:pt x="108" y="759"/>
                  </a:cubicBezTo>
                  <a:cubicBezTo>
                    <a:pt x="134" y="821"/>
                    <a:pt x="179" y="866"/>
                    <a:pt x="241" y="902"/>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5"/>
            <p:cNvSpPr/>
            <p:nvPr/>
          </p:nvSpPr>
          <p:spPr>
            <a:xfrm>
              <a:off x="3720225" y="1602175"/>
              <a:ext cx="44400" cy="46650"/>
            </a:xfrm>
            <a:custGeom>
              <a:avLst/>
              <a:gdLst/>
              <a:ahLst/>
              <a:cxnLst/>
              <a:rect l="l" t="t" r="r" b="b"/>
              <a:pathLst>
                <a:path w="1776" h="1866" extrusionOk="0">
                  <a:moveTo>
                    <a:pt x="188" y="1009"/>
                  </a:moveTo>
                  <a:cubicBezTo>
                    <a:pt x="259" y="1071"/>
                    <a:pt x="348" y="1125"/>
                    <a:pt x="437" y="1169"/>
                  </a:cubicBezTo>
                  <a:cubicBezTo>
                    <a:pt x="598" y="1259"/>
                    <a:pt x="750" y="1357"/>
                    <a:pt x="910" y="1446"/>
                  </a:cubicBezTo>
                  <a:cubicBezTo>
                    <a:pt x="1106" y="1562"/>
                    <a:pt x="1490" y="1865"/>
                    <a:pt x="1686" y="1598"/>
                  </a:cubicBezTo>
                  <a:cubicBezTo>
                    <a:pt x="1776" y="1473"/>
                    <a:pt x="1767" y="1267"/>
                    <a:pt x="1722" y="1116"/>
                  </a:cubicBezTo>
                  <a:cubicBezTo>
                    <a:pt x="1686" y="982"/>
                    <a:pt x="1597" y="866"/>
                    <a:pt x="1508" y="768"/>
                  </a:cubicBezTo>
                  <a:cubicBezTo>
                    <a:pt x="1437" y="688"/>
                    <a:pt x="1312" y="634"/>
                    <a:pt x="1214" y="581"/>
                  </a:cubicBezTo>
                  <a:cubicBezTo>
                    <a:pt x="1098" y="509"/>
                    <a:pt x="973" y="438"/>
                    <a:pt x="857" y="375"/>
                  </a:cubicBezTo>
                  <a:cubicBezTo>
                    <a:pt x="643" y="250"/>
                    <a:pt x="375" y="1"/>
                    <a:pt x="143" y="188"/>
                  </a:cubicBezTo>
                  <a:cubicBezTo>
                    <a:pt x="36" y="268"/>
                    <a:pt x="9" y="393"/>
                    <a:pt x="9" y="509"/>
                  </a:cubicBezTo>
                  <a:cubicBezTo>
                    <a:pt x="9" y="634"/>
                    <a:pt x="0" y="786"/>
                    <a:pt x="72" y="893"/>
                  </a:cubicBezTo>
                  <a:cubicBezTo>
                    <a:pt x="107" y="937"/>
                    <a:pt x="143" y="973"/>
                    <a:pt x="188" y="1009"/>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5"/>
            <p:cNvSpPr/>
            <p:nvPr/>
          </p:nvSpPr>
          <p:spPr>
            <a:xfrm>
              <a:off x="3718875" y="1622025"/>
              <a:ext cx="24775" cy="53100"/>
            </a:xfrm>
            <a:custGeom>
              <a:avLst/>
              <a:gdLst/>
              <a:ahLst/>
              <a:cxnLst/>
              <a:rect l="l" t="t" r="r" b="b"/>
              <a:pathLst>
                <a:path w="991" h="2124" extrusionOk="0">
                  <a:moveTo>
                    <a:pt x="152" y="2124"/>
                  </a:moveTo>
                  <a:lnTo>
                    <a:pt x="152" y="2124"/>
                  </a:lnTo>
                  <a:cubicBezTo>
                    <a:pt x="233" y="2124"/>
                    <a:pt x="304" y="2052"/>
                    <a:pt x="304" y="1972"/>
                  </a:cubicBezTo>
                  <a:lnTo>
                    <a:pt x="304" y="893"/>
                  </a:lnTo>
                  <a:cubicBezTo>
                    <a:pt x="304" y="625"/>
                    <a:pt x="491" y="402"/>
                    <a:pt x="750" y="349"/>
                  </a:cubicBezTo>
                  <a:lnTo>
                    <a:pt x="866" y="322"/>
                  </a:lnTo>
                  <a:cubicBezTo>
                    <a:pt x="937" y="295"/>
                    <a:pt x="991" y="215"/>
                    <a:pt x="973" y="143"/>
                  </a:cubicBezTo>
                  <a:cubicBezTo>
                    <a:pt x="955" y="54"/>
                    <a:pt x="866" y="1"/>
                    <a:pt x="786" y="18"/>
                  </a:cubicBezTo>
                  <a:lnTo>
                    <a:pt x="697" y="45"/>
                  </a:lnTo>
                  <a:cubicBezTo>
                    <a:pt x="286" y="126"/>
                    <a:pt x="1" y="482"/>
                    <a:pt x="1" y="893"/>
                  </a:cubicBezTo>
                  <a:lnTo>
                    <a:pt x="1" y="1972"/>
                  </a:lnTo>
                  <a:cubicBezTo>
                    <a:pt x="1" y="2052"/>
                    <a:pt x="63" y="2124"/>
                    <a:pt x="152" y="2124"/>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5"/>
            <p:cNvSpPr/>
            <p:nvPr/>
          </p:nvSpPr>
          <p:spPr>
            <a:xfrm>
              <a:off x="2056000" y="2726675"/>
              <a:ext cx="1055150" cy="608875"/>
            </a:xfrm>
            <a:custGeom>
              <a:avLst/>
              <a:gdLst/>
              <a:ahLst/>
              <a:cxnLst/>
              <a:rect l="l" t="t" r="r" b="b"/>
              <a:pathLst>
                <a:path w="42206" h="24355" extrusionOk="0">
                  <a:moveTo>
                    <a:pt x="42206" y="928"/>
                  </a:moveTo>
                  <a:lnTo>
                    <a:pt x="5567" y="22080"/>
                  </a:lnTo>
                  <a:lnTo>
                    <a:pt x="1624" y="24355"/>
                  </a:lnTo>
                  <a:lnTo>
                    <a:pt x="0" y="23418"/>
                  </a:lnTo>
                  <a:lnTo>
                    <a:pt x="3944" y="21143"/>
                  </a:lnTo>
                  <a:lnTo>
                    <a:pt x="4056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5"/>
            <p:cNvSpPr/>
            <p:nvPr/>
          </p:nvSpPr>
          <p:spPr>
            <a:xfrm>
              <a:off x="2816975" y="3165350"/>
              <a:ext cx="1057600" cy="610450"/>
            </a:xfrm>
            <a:custGeom>
              <a:avLst/>
              <a:gdLst/>
              <a:ahLst/>
              <a:cxnLst/>
              <a:rect l="l" t="t" r="r" b="b"/>
              <a:pathLst>
                <a:path w="42304" h="24418" extrusionOk="0">
                  <a:moveTo>
                    <a:pt x="42304" y="929"/>
                  </a:moveTo>
                  <a:lnTo>
                    <a:pt x="5558" y="22143"/>
                  </a:lnTo>
                  <a:lnTo>
                    <a:pt x="1615" y="24418"/>
                  </a:lnTo>
                  <a:lnTo>
                    <a:pt x="0" y="23472"/>
                  </a:lnTo>
                  <a:lnTo>
                    <a:pt x="3934" y="21197"/>
                  </a:lnTo>
                  <a:lnTo>
                    <a:pt x="4066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5"/>
            <p:cNvSpPr/>
            <p:nvPr/>
          </p:nvSpPr>
          <p:spPr>
            <a:xfrm>
              <a:off x="1301275" y="2832825"/>
              <a:ext cx="2375925" cy="1377200"/>
            </a:xfrm>
            <a:custGeom>
              <a:avLst/>
              <a:gdLst/>
              <a:ahLst/>
              <a:cxnLst/>
              <a:rect l="l" t="t" r="r" b="b"/>
              <a:pathLst>
                <a:path w="95037" h="55088" extrusionOk="0">
                  <a:moveTo>
                    <a:pt x="95037" y="48531"/>
                  </a:moveTo>
                  <a:lnTo>
                    <a:pt x="83876" y="55088"/>
                  </a:lnTo>
                  <a:lnTo>
                    <a:pt x="1" y="6549"/>
                  </a:lnTo>
                  <a:lnTo>
                    <a:pt x="3801" y="4318"/>
                  </a:lnTo>
                  <a:lnTo>
                    <a:pt x="5862" y="3105"/>
                  </a:lnTo>
                  <a:lnTo>
                    <a:pt x="11152" y="1"/>
                  </a:ln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5"/>
            <p:cNvSpPr/>
            <p:nvPr/>
          </p:nvSpPr>
          <p:spPr>
            <a:xfrm>
              <a:off x="1301275" y="2996525"/>
              <a:ext cx="2097150" cy="1417575"/>
            </a:xfrm>
            <a:custGeom>
              <a:avLst/>
              <a:gdLst/>
              <a:ahLst/>
              <a:cxnLst/>
              <a:rect l="l" t="t" r="r" b="b"/>
              <a:pathLst>
                <a:path w="83886" h="56703" extrusionOk="0">
                  <a:moveTo>
                    <a:pt x="1" y="1"/>
                  </a:moveTo>
                  <a:lnTo>
                    <a:pt x="1" y="8163"/>
                  </a:lnTo>
                  <a:lnTo>
                    <a:pt x="83885" y="56703"/>
                  </a:lnTo>
                  <a:lnTo>
                    <a:pt x="83885" y="4854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5"/>
            <p:cNvSpPr/>
            <p:nvPr/>
          </p:nvSpPr>
          <p:spPr>
            <a:xfrm>
              <a:off x="3398400" y="4046075"/>
              <a:ext cx="278800" cy="368025"/>
            </a:xfrm>
            <a:custGeom>
              <a:avLst/>
              <a:gdLst/>
              <a:ahLst/>
              <a:cxnLst/>
              <a:rect l="l" t="t" r="r" b="b"/>
              <a:pathLst>
                <a:path w="11152" h="14721" extrusionOk="0">
                  <a:moveTo>
                    <a:pt x="11152" y="1"/>
                  </a:moveTo>
                  <a:lnTo>
                    <a:pt x="11152" y="8164"/>
                  </a:lnTo>
                  <a:lnTo>
                    <a:pt x="0" y="14721"/>
                  </a:lnTo>
                  <a:lnTo>
                    <a:pt x="0" y="6558"/>
                  </a:ln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5"/>
            <p:cNvSpPr/>
            <p:nvPr/>
          </p:nvSpPr>
          <p:spPr>
            <a:xfrm>
              <a:off x="3680975" y="1884075"/>
              <a:ext cx="864025" cy="498725"/>
            </a:xfrm>
            <a:custGeom>
              <a:avLst/>
              <a:gdLst/>
              <a:ahLst/>
              <a:cxnLst/>
              <a:rect l="l" t="t" r="r" b="b"/>
              <a:pathLst>
                <a:path w="34561" h="19949" extrusionOk="0">
                  <a:moveTo>
                    <a:pt x="34560" y="946"/>
                  </a:moveTo>
                  <a:lnTo>
                    <a:pt x="1642" y="19948"/>
                  </a:lnTo>
                  <a:lnTo>
                    <a:pt x="0" y="19020"/>
                  </a:lnTo>
                  <a:lnTo>
                    <a:pt x="3293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5"/>
            <p:cNvSpPr/>
            <p:nvPr/>
          </p:nvSpPr>
          <p:spPr>
            <a:xfrm>
              <a:off x="4444375" y="2324325"/>
              <a:ext cx="861350" cy="496925"/>
            </a:xfrm>
            <a:custGeom>
              <a:avLst/>
              <a:gdLst/>
              <a:ahLst/>
              <a:cxnLst/>
              <a:rect l="l" t="t" r="r" b="b"/>
              <a:pathLst>
                <a:path w="34454" h="19877" extrusionOk="0">
                  <a:moveTo>
                    <a:pt x="34454" y="938"/>
                  </a:moveTo>
                  <a:lnTo>
                    <a:pt x="1642" y="19877"/>
                  </a:lnTo>
                  <a:lnTo>
                    <a:pt x="1" y="18958"/>
                  </a:lnTo>
                  <a:lnTo>
                    <a:pt x="3283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5"/>
            <p:cNvSpPr/>
            <p:nvPr/>
          </p:nvSpPr>
          <p:spPr>
            <a:xfrm>
              <a:off x="3761925" y="3102700"/>
              <a:ext cx="217025" cy="125350"/>
            </a:xfrm>
            <a:custGeom>
              <a:avLst/>
              <a:gdLst/>
              <a:ahLst/>
              <a:cxnLst/>
              <a:rect l="l" t="t" r="r" b="b"/>
              <a:pathLst>
                <a:path w="8681" h="5014" extrusionOk="0">
                  <a:moveTo>
                    <a:pt x="8681" y="4077"/>
                  </a:moveTo>
                  <a:lnTo>
                    <a:pt x="1642" y="0"/>
                  </a:lnTo>
                  <a:lnTo>
                    <a:pt x="1" y="937"/>
                  </a:lnTo>
                  <a:lnTo>
                    <a:pt x="7039" y="5014"/>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5"/>
            <p:cNvSpPr/>
            <p:nvPr/>
          </p:nvSpPr>
          <p:spPr>
            <a:xfrm>
              <a:off x="4335775" y="2758775"/>
              <a:ext cx="217250" cy="125150"/>
            </a:xfrm>
            <a:custGeom>
              <a:avLst/>
              <a:gdLst/>
              <a:ahLst/>
              <a:cxnLst/>
              <a:rect l="l" t="t" r="r" b="b"/>
              <a:pathLst>
                <a:path w="8690" h="5006" extrusionOk="0">
                  <a:moveTo>
                    <a:pt x="8689" y="4078"/>
                  </a:moveTo>
                  <a:lnTo>
                    <a:pt x="1651" y="1"/>
                  </a:lnTo>
                  <a:lnTo>
                    <a:pt x="0" y="929"/>
                  </a:lnTo>
                  <a:lnTo>
                    <a:pt x="7039" y="5006"/>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5"/>
            <p:cNvSpPr/>
            <p:nvPr/>
          </p:nvSpPr>
          <p:spPr>
            <a:xfrm>
              <a:off x="3580150" y="2317200"/>
              <a:ext cx="217250" cy="125150"/>
            </a:xfrm>
            <a:custGeom>
              <a:avLst/>
              <a:gdLst/>
              <a:ahLst/>
              <a:cxnLst/>
              <a:rect l="l" t="t" r="r" b="b"/>
              <a:pathLst>
                <a:path w="8690" h="5006" extrusionOk="0">
                  <a:moveTo>
                    <a:pt x="8690" y="4077"/>
                  </a:moveTo>
                  <a:lnTo>
                    <a:pt x="1651" y="0"/>
                  </a:lnTo>
                  <a:lnTo>
                    <a:pt x="1" y="928"/>
                  </a:lnTo>
                  <a:lnTo>
                    <a:pt x="7040" y="5005"/>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5"/>
            <p:cNvSpPr/>
            <p:nvPr/>
          </p:nvSpPr>
          <p:spPr>
            <a:xfrm>
              <a:off x="2995600" y="2659325"/>
              <a:ext cx="217025" cy="125125"/>
            </a:xfrm>
            <a:custGeom>
              <a:avLst/>
              <a:gdLst/>
              <a:ahLst/>
              <a:cxnLst/>
              <a:rect l="l" t="t" r="r" b="b"/>
              <a:pathLst>
                <a:path w="8681" h="5005" extrusionOk="0">
                  <a:moveTo>
                    <a:pt x="8681" y="4077"/>
                  </a:moveTo>
                  <a:lnTo>
                    <a:pt x="1642" y="0"/>
                  </a:lnTo>
                  <a:lnTo>
                    <a:pt x="1" y="928"/>
                  </a:lnTo>
                  <a:lnTo>
                    <a:pt x="7040" y="5005"/>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5"/>
            <p:cNvSpPr/>
            <p:nvPr/>
          </p:nvSpPr>
          <p:spPr>
            <a:xfrm>
              <a:off x="1960325" y="2868300"/>
              <a:ext cx="26125" cy="48625"/>
            </a:xfrm>
            <a:custGeom>
              <a:avLst/>
              <a:gdLst/>
              <a:ahLst/>
              <a:cxnLst/>
              <a:rect l="l" t="t" r="r" b="b"/>
              <a:pathLst>
                <a:path w="1045" h="1945" extrusionOk="0">
                  <a:moveTo>
                    <a:pt x="0" y="598"/>
                  </a:moveTo>
                  <a:lnTo>
                    <a:pt x="1044" y="0"/>
                  </a:lnTo>
                  <a:lnTo>
                    <a:pt x="1044" y="1097"/>
                  </a:lnTo>
                  <a:lnTo>
                    <a:pt x="0" y="1945"/>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5"/>
            <p:cNvSpPr/>
            <p:nvPr/>
          </p:nvSpPr>
          <p:spPr>
            <a:xfrm>
              <a:off x="1949850" y="2877000"/>
              <a:ext cx="10500" cy="39925"/>
            </a:xfrm>
            <a:custGeom>
              <a:avLst/>
              <a:gdLst/>
              <a:ahLst/>
              <a:cxnLst/>
              <a:rect l="l" t="t" r="r" b="b"/>
              <a:pathLst>
                <a:path w="420" h="1597" extrusionOk="0">
                  <a:moveTo>
                    <a:pt x="419" y="1597"/>
                  </a:moveTo>
                  <a:lnTo>
                    <a:pt x="0" y="1356"/>
                  </a:lnTo>
                  <a:lnTo>
                    <a:pt x="0" y="0"/>
                  </a:lnTo>
                  <a:lnTo>
                    <a:pt x="419" y="25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5"/>
            <p:cNvSpPr/>
            <p:nvPr/>
          </p:nvSpPr>
          <p:spPr>
            <a:xfrm>
              <a:off x="1949850" y="2862050"/>
              <a:ext cx="36600" cy="21200"/>
            </a:xfrm>
            <a:custGeom>
              <a:avLst/>
              <a:gdLst/>
              <a:ahLst/>
              <a:cxnLst/>
              <a:rect l="l" t="t" r="r" b="b"/>
              <a:pathLst>
                <a:path w="1464" h="848" extrusionOk="0">
                  <a:moveTo>
                    <a:pt x="1463" y="250"/>
                  </a:moveTo>
                  <a:lnTo>
                    <a:pt x="1044" y="0"/>
                  </a:lnTo>
                  <a:lnTo>
                    <a:pt x="0" y="598"/>
                  </a:lnTo>
                  <a:lnTo>
                    <a:pt x="419" y="848"/>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5"/>
            <p:cNvSpPr/>
            <p:nvPr/>
          </p:nvSpPr>
          <p:spPr>
            <a:xfrm>
              <a:off x="2769025" y="2467950"/>
              <a:ext cx="187125" cy="127150"/>
            </a:xfrm>
            <a:custGeom>
              <a:avLst/>
              <a:gdLst/>
              <a:ahLst/>
              <a:cxnLst/>
              <a:rect l="l" t="t" r="r" b="b"/>
              <a:pathLst>
                <a:path w="7485" h="5086" extrusionOk="0">
                  <a:moveTo>
                    <a:pt x="7485" y="4283"/>
                  </a:moveTo>
                  <a:lnTo>
                    <a:pt x="0" y="1"/>
                  </a:lnTo>
                  <a:lnTo>
                    <a:pt x="0" y="795"/>
                  </a:lnTo>
                  <a:lnTo>
                    <a:pt x="7485" y="5086"/>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5"/>
            <p:cNvSpPr/>
            <p:nvPr/>
          </p:nvSpPr>
          <p:spPr>
            <a:xfrm>
              <a:off x="2956125" y="2570550"/>
              <a:ext cx="7625" cy="24550"/>
            </a:xfrm>
            <a:custGeom>
              <a:avLst/>
              <a:gdLst/>
              <a:ahLst/>
              <a:cxnLst/>
              <a:rect l="l" t="t" r="r" b="b"/>
              <a:pathLst>
                <a:path w="305" h="982" extrusionOk="0">
                  <a:moveTo>
                    <a:pt x="1" y="982"/>
                  </a:moveTo>
                  <a:lnTo>
                    <a:pt x="304" y="804"/>
                  </a:lnTo>
                  <a:lnTo>
                    <a:pt x="304" y="1"/>
                  </a:lnTo>
                  <a:lnTo>
                    <a:pt x="1" y="17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5"/>
            <p:cNvSpPr/>
            <p:nvPr/>
          </p:nvSpPr>
          <p:spPr>
            <a:xfrm>
              <a:off x="2769025" y="2463500"/>
              <a:ext cx="194725" cy="111550"/>
            </a:xfrm>
            <a:custGeom>
              <a:avLst/>
              <a:gdLst/>
              <a:ahLst/>
              <a:cxnLst/>
              <a:rect l="l" t="t" r="r" b="b"/>
              <a:pathLst>
                <a:path w="7789" h="4462" extrusionOk="0">
                  <a:moveTo>
                    <a:pt x="0" y="179"/>
                  </a:moveTo>
                  <a:lnTo>
                    <a:pt x="303" y="1"/>
                  </a:lnTo>
                  <a:lnTo>
                    <a:pt x="7788" y="4283"/>
                  </a:lnTo>
                  <a:lnTo>
                    <a:pt x="7485" y="446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5"/>
            <p:cNvSpPr/>
            <p:nvPr/>
          </p:nvSpPr>
          <p:spPr>
            <a:xfrm>
              <a:off x="2204975" y="2616950"/>
              <a:ext cx="47300" cy="60000"/>
            </a:xfrm>
            <a:custGeom>
              <a:avLst/>
              <a:gdLst/>
              <a:ahLst/>
              <a:cxnLst/>
              <a:rect l="l" t="t" r="r" b="b"/>
              <a:pathLst>
                <a:path w="1892" h="2400" extrusionOk="0">
                  <a:moveTo>
                    <a:pt x="1714" y="2400"/>
                  </a:moveTo>
                  <a:lnTo>
                    <a:pt x="1892" y="2114"/>
                  </a:lnTo>
                  <a:lnTo>
                    <a:pt x="813" y="1436"/>
                  </a:lnTo>
                  <a:cubicBezTo>
                    <a:pt x="518" y="1258"/>
                    <a:pt x="340" y="937"/>
                    <a:pt x="340" y="589"/>
                  </a:cubicBezTo>
                  <a:lnTo>
                    <a:pt x="340" y="0"/>
                  </a:lnTo>
                  <a:lnTo>
                    <a:pt x="1" y="0"/>
                  </a:lnTo>
                  <a:lnTo>
                    <a:pt x="1" y="589"/>
                  </a:lnTo>
                  <a:cubicBezTo>
                    <a:pt x="1" y="1053"/>
                    <a:pt x="242" y="1481"/>
                    <a:pt x="634" y="173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5"/>
            <p:cNvSpPr/>
            <p:nvPr/>
          </p:nvSpPr>
          <p:spPr>
            <a:xfrm>
              <a:off x="2189600" y="2587500"/>
              <a:ext cx="46625" cy="43300"/>
            </a:xfrm>
            <a:custGeom>
              <a:avLst/>
              <a:gdLst/>
              <a:ahLst/>
              <a:cxnLst/>
              <a:rect l="l" t="t" r="r" b="b"/>
              <a:pathLst>
                <a:path w="1865" h="1732" extrusionOk="0">
                  <a:moveTo>
                    <a:pt x="232" y="893"/>
                  </a:moveTo>
                  <a:cubicBezTo>
                    <a:pt x="232" y="893"/>
                    <a:pt x="232" y="893"/>
                    <a:pt x="241" y="902"/>
                  </a:cubicBezTo>
                  <a:cubicBezTo>
                    <a:pt x="419" y="1000"/>
                    <a:pt x="598" y="1107"/>
                    <a:pt x="776" y="1214"/>
                  </a:cubicBezTo>
                  <a:cubicBezTo>
                    <a:pt x="883" y="1267"/>
                    <a:pt x="999" y="1330"/>
                    <a:pt x="1097" y="1392"/>
                  </a:cubicBezTo>
                  <a:cubicBezTo>
                    <a:pt x="1124" y="1410"/>
                    <a:pt x="1151" y="1437"/>
                    <a:pt x="1178" y="1464"/>
                  </a:cubicBezTo>
                  <a:cubicBezTo>
                    <a:pt x="1196" y="1482"/>
                    <a:pt x="1196" y="1508"/>
                    <a:pt x="1213" y="1526"/>
                  </a:cubicBezTo>
                  <a:cubicBezTo>
                    <a:pt x="1249" y="1580"/>
                    <a:pt x="1320" y="1624"/>
                    <a:pt x="1374" y="1651"/>
                  </a:cubicBezTo>
                  <a:cubicBezTo>
                    <a:pt x="1588" y="1731"/>
                    <a:pt x="1767" y="1526"/>
                    <a:pt x="1811" y="1339"/>
                  </a:cubicBezTo>
                  <a:cubicBezTo>
                    <a:pt x="1865" y="1089"/>
                    <a:pt x="1775" y="804"/>
                    <a:pt x="1588" y="634"/>
                  </a:cubicBezTo>
                  <a:cubicBezTo>
                    <a:pt x="1410" y="482"/>
                    <a:pt x="1213" y="366"/>
                    <a:pt x="1008" y="250"/>
                  </a:cubicBezTo>
                  <a:cubicBezTo>
                    <a:pt x="794" y="134"/>
                    <a:pt x="562" y="1"/>
                    <a:pt x="312" y="72"/>
                  </a:cubicBezTo>
                  <a:cubicBezTo>
                    <a:pt x="196" y="108"/>
                    <a:pt x="89" y="188"/>
                    <a:pt x="27" y="295"/>
                  </a:cubicBezTo>
                  <a:cubicBezTo>
                    <a:pt x="0" y="357"/>
                    <a:pt x="9" y="384"/>
                    <a:pt x="36" y="447"/>
                  </a:cubicBezTo>
                  <a:cubicBezTo>
                    <a:pt x="54" y="500"/>
                    <a:pt x="80" y="554"/>
                    <a:pt x="89" y="616"/>
                  </a:cubicBezTo>
                  <a:cubicBezTo>
                    <a:pt x="98" y="670"/>
                    <a:pt x="80" y="705"/>
                    <a:pt x="107" y="759"/>
                  </a:cubicBezTo>
                  <a:cubicBezTo>
                    <a:pt x="134" y="812"/>
                    <a:pt x="179" y="866"/>
                    <a:pt x="232" y="893"/>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35"/>
            <p:cNvSpPr/>
            <p:nvPr/>
          </p:nvSpPr>
          <p:spPr>
            <a:xfrm>
              <a:off x="2187350" y="2587500"/>
              <a:ext cx="43975" cy="45975"/>
            </a:xfrm>
            <a:custGeom>
              <a:avLst/>
              <a:gdLst/>
              <a:ahLst/>
              <a:cxnLst/>
              <a:rect l="l" t="t" r="r" b="b"/>
              <a:pathLst>
                <a:path w="1759" h="1839" extrusionOk="0">
                  <a:moveTo>
                    <a:pt x="188" y="991"/>
                  </a:moveTo>
                  <a:cubicBezTo>
                    <a:pt x="269" y="1053"/>
                    <a:pt x="349" y="1107"/>
                    <a:pt x="438" y="1151"/>
                  </a:cubicBezTo>
                  <a:cubicBezTo>
                    <a:pt x="599" y="1241"/>
                    <a:pt x="750" y="1330"/>
                    <a:pt x="902" y="1428"/>
                  </a:cubicBezTo>
                  <a:cubicBezTo>
                    <a:pt x="1098" y="1535"/>
                    <a:pt x="1482" y="1838"/>
                    <a:pt x="1669" y="1580"/>
                  </a:cubicBezTo>
                  <a:cubicBezTo>
                    <a:pt x="1758" y="1446"/>
                    <a:pt x="1749" y="1250"/>
                    <a:pt x="1714" y="1098"/>
                  </a:cubicBezTo>
                  <a:cubicBezTo>
                    <a:pt x="1669" y="973"/>
                    <a:pt x="1589" y="857"/>
                    <a:pt x="1500" y="750"/>
                  </a:cubicBezTo>
                  <a:cubicBezTo>
                    <a:pt x="1428" y="670"/>
                    <a:pt x="1303" y="625"/>
                    <a:pt x="1205" y="572"/>
                  </a:cubicBezTo>
                  <a:cubicBezTo>
                    <a:pt x="1089" y="500"/>
                    <a:pt x="973" y="429"/>
                    <a:pt x="848" y="366"/>
                  </a:cubicBezTo>
                  <a:cubicBezTo>
                    <a:pt x="643" y="242"/>
                    <a:pt x="385" y="1"/>
                    <a:pt x="144" y="179"/>
                  </a:cubicBezTo>
                  <a:cubicBezTo>
                    <a:pt x="46" y="259"/>
                    <a:pt x="19" y="384"/>
                    <a:pt x="19" y="500"/>
                  </a:cubicBezTo>
                  <a:cubicBezTo>
                    <a:pt x="10" y="625"/>
                    <a:pt x="1" y="777"/>
                    <a:pt x="81" y="884"/>
                  </a:cubicBezTo>
                  <a:cubicBezTo>
                    <a:pt x="117" y="920"/>
                    <a:pt x="153" y="964"/>
                    <a:pt x="188" y="99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35"/>
            <p:cNvSpPr/>
            <p:nvPr/>
          </p:nvSpPr>
          <p:spPr>
            <a:xfrm>
              <a:off x="1970800" y="2336600"/>
              <a:ext cx="748050" cy="588600"/>
            </a:xfrm>
            <a:custGeom>
              <a:avLst/>
              <a:gdLst/>
              <a:ahLst/>
              <a:cxnLst/>
              <a:rect l="l" t="t" r="r" b="b"/>
              <a:pathLst>
                <a:path w="29922" h="23544" extrusionOk="0">
                  <a:moveTo>
                    <a:pt x="9983" y="12427"/>
                  </a:moveTo>
                  <a:lnTo>
                    <a:pt x="11562" y="8083"/>
                  </a:lnTo>
                  <a:lnTo>
                    <a:pt x="24855" y="1"/>
                  </a:lnTo>
                  <a:lnTo>
                    <a:pt x="25898" y="2820"/>
                  </a:lnTo>
                  <a:lnTo>
                    <a:pt x="29922" y="1963"/>
                  </a:lnTo>
                  <a:lnTo>
                    <a:pt x="29922" y="5987"/>
                  </a:lnTo>
                  <a:lnTo>
                    <a:pt x="26853" y="7762"/>
                  </a:lnTo>
                  <a:lnTo>
                    <a:pt x="26853" y="7271"/>
                  </a:lnTo>
                  <a:cubicBezTo>
                    <a:pt x="26853" y="6557"/>
                    <a:pt x="26353" y="6272"/>
                    <a:pt x="25738" y="6629"/>
                  </a:cubicBezTo>
                  <a:lnTo>
                    <a:pt x="24881" y="7128"/>
                  </a:lnTo>
                  <a:cubicBezTo>
                    <a:pt x="24266" y="7485"/>
                    <a:pt x="19930" y="10964"/>
                    <a:pt x="19930" y="11669"/>
                  </a:cubicBezTo>
                  <a:lnTo>
                    <a:pt x="19930" y="12160"/>
                  </a:lnTo>
                  <a:lnTo>
                    <a:pt x="9314" y="18289"/>
                  </a:lnTo>
                  <a:lnTo>
                    <a:pt x="9314" y="17798"/>
                  </a:lnTo>
                  <a:cubicBezTo>
                    <a:pt x="9314" y="17084"/>
                    <a:pt x="8815" y="16808"/>
                    <a:pt x="8199" y="17156"/>
                  </a:cubicBezTo>
                  <a:lnTo>
                    <a:pt x="3837" y="19555"/>
                  </a:lnTo>
                  <a:cubicBezTo>
                    <a:pt x="3221" y="19912"/>
                    <a:pt x="2722" y="20769"/>
                    <a:pt x="2722" y="21473"/>
                  </a:cubicBezTo>
                  <a:lnTo>
                    <a:pt x="2722" y="21973"/>
                  </a:lnTo>
                  <a:lnTo>
                    <a:pt x="1" y="23543"/>
                  </a:lnTo>
                  <a:lnTo>
                    <a:pt x="1" y="194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35"/>
            <p:cNvSpPr/>
            <p:nvPr/>
          </p:nvSpPr>
          <p:spPr>
            <a:xfrm>
              <a:off x="2618250" y="2385675"/>
              <a:ext cx="337900" cy="156575"/>
            </a:xfrm>
            <a:custGeom>
              <a:avLst/>
              <a:gdLst/>
              <a:ahLst/>
              <a:cxnLst/>
              <a:rect l="l" t="t" r="r" b="b"/>
              <a:pathLst>
                <a:path w="13516" h="6263" extrusionOk="0">
                  <a:moveTo>
                    <a:pt x="13516" y="5406"/>
                  </a:moveTo>
                  <a:lnTo>
                    <a:pt x="4024" y="0"/>
                  </a:lnTo>
                  <a:lnTo>
                    <a:pt x="0" y="857"/>
                  </a:lnTo>
                  <a:lnTo>
                    <a:pt x="9501" y="6263"/>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5"/>
            <p:cNvSpPr/>
            <p:nvPr/>
          </p:nvSpPr>
          <p:spPr>
            <a:xfrm>
              <a:off x="2220375" y="2538650"/>
              <a:ext cx="276800" cy="243575"/>
            </a:xfrm>
            <a:custGeom>
              <a:avLst/>
              <a:gdLst/>
              <a:ahLst/>
              <a:cxnLst/>
              <a:rect l="l" t="t" r="r" b="b"/>
              <a:pathLst>
                <a:path w="11072" h="9743" extrusionOk="0">
                  <a:moveTo>
                    <a:pt x="11071" y="5398"/>
                  </a:moveTo>
                  <a:lnTo>
                    <a:pt x="1579" y="1"/>
                  </a:lnTo>
                  <a:lnTo>
                    <a:pt x="0" y="4345"/>
                  </a:lnTo>
                  <a:lnTo>
                    <a:pt x="9492" y="9743"/>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35"/>
            <p:cNvSpPr/>
            <p:nvPr/>
          </p:nvSpPr>
          <p:spPr>
            <a:xfrm>
              <a:off x="2230625" y="2550925"/>
              <a:ext cx="256050" cy="219050"/>
            </a:xfrm>
            <a:custGeom>
              <a:avLst/>
              <a:gdLst/>
              <a:ahLst/>
              <a:cxnLst/>
              <a:rect l="l" t="t" r="r" b="b"/>
              <a:pathLst>
                <a:path w="10242" h="8762" extrusionOk="0">
                  <a:moveTo>
                    <a:pt x="10242" y="5068"/>
                  </a:moveTo>
                  <a:lnTo>
                    <a:pt x="1348" y="1"/>
                  </a:lnTo>
                  <a:lnTo>
                    <a:pt x="1" y="3703"/>
                  </a:lnTo>
                  <a:lnTo>
                    <a:pt x="8904" y="876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35"/>
            <p:cNvSpPr/>
            <p:nvPr/>
          </p:nvSpPr>
          <p:spPr>
            <a:xfrm>
              <a:off x="2235975" y="2557175"/>
              <a:ext cx="245575" cy="206550"/>
            </a:xfrm>
            <a:custGeom>
              <a:avLst/>
              <a:gdLst/>
              <a:ahLst/>
              <a:cxnLst/>
              <a:rect l="l" t="t" r="r" b="b"/>
              <a:pathLst>
                <a:path w="9823" h="8262" extrusionOk="0">
                  <a:moveTo>
                    <a:pt x="1" y="3373"/>
                  </a:moveTo>
                  <a:lnTo>
                    <a:pt x="8592" y="8261"/>
                  </a:lnTo>
                  <a:lnTo>
                    <a:pt x="9823" y="4889"/>
                  </a:lnTo>
                  <a:lnTo>
                    <a:pt x="3533" y="1312"/>
                  </a:lnTo>
                  <a:lnTo>
                    <a:pt x="1223" y="0"/>
                  </a:lnTo>
                  <a:lnTo>
                    <a:pt x="10" y="334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5"/>
            <p:cNvSpPr/>
            <p:nvPr/>
          </p:nvSpPr>
          <p:spPr>
            <a:xfrm>
              <a:off x="2781275" y="2622075"/>
              <a:ext cx="115100" cy="62250"/>
            </a:xfrm>
            <a:custGeom>
              <a:avLst/>
              <a:gdLst/>
              <a:ahLst/>
              <a:cxnLst/>
              <a:rect l="l" t="t" r="r" b="b"/>
              <a:pathLst>
                <a:path w="4604" h="2490" extrusionOk="0">
                  <a:moveTo>
                    <a:pt x="4113" y="2489"/>
                  </a:moveTo>
                  <a:lnTo>
                    <a:pt x="1" y="0"/>
                  </a:lnTo>
                  <a:lnTo>
                    <a:pt x="3962" y="375"/>
                  </a:lnTo>
                  <a:lnTo>
                    <a:pt x="4604" y="1758"/>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5"/>
            <p:cNvSpPr/>
            <p:nvPr/>
          </p:nvSpPr>
          <p:spPr>
            <a:xfrm>
              <a:off x="2765000" y="2631000"/>
              <a:ext cx="106400" cy="128250"/>
            </a:xfrm>
            <a:custGeom>
              <a:avLst/>
              <a:gdLst/>
              <a:ahLst/>
              <a:cxnLst/>
              <a:rect l="l" t="t" r="r" b="b"/>
              <a:pathLst>
                <a:path w="4256" h="5130" extrusionOk="0">
                  <a:moveTo>
                    <a:pt x="0" y="3310"/>
                  </a:moveTo>
                  <a:cubicBezTo>
                    <a:pt x="0" y="2204"/>
                    <a:pt x="777" y="857"/>
                    <a:pt x="1740" y="304"/>
                  </a:cubicBezTo>
                  <a:cubicBezTo>
                    <a:pt x="2222" y="27"/>
                    <a:pt x="2659" y="0"/>
                    <a:pt x="2971" y="170"/>
                  </a:cubicBezTo>
                  <a:lnTo>
                    <a:pt x="2971" y="170"/>
                  </a:lnTo>
                  <a:lnTo>
                    <a:pt x="2971" y="179"/>
                  </a:lnTo>
                  <a:cubicBezTo>
                    <a:pt x="2971" y="179"/>
                    <a:pt x="2971" y="179"/>
                    <a:pt x="2971" y="179"/>
                  </a:cubicBezTo>
                  <a:lnTo>
                    <a:pt x="4256" y="910"/>
                  </a:lnTo>
                  <a:lnTo>
                    <a:pt x="1740" y="5130"/>
                  </a:lnTo>
                  <a:lnTo>
                    <a:pt x="509" y="4434"/>
                  </a:lnTo>
                  <a:cubicBezTo>
                    <a:pt x="509" y="4425"/>
                    <a:pt x="509" y="4425"/>
                    <a:pt x="509" y="4425"/>
                  </a:cubicBezTo>
                  <a:lnTo>
                    <a:pt x="500" y="4425"/>
                  </a:lnTo>
                  <a:lnTo>
                    <a:pt x="500" y="4425"/>
                  </a:lnTo>
                  <a:cubicBezTo>
                    <a:pt x="188" y="4247"/>
                    <a:pt x="0" y="3854"/>
                    <a:pt x="0" y="331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35"/>
            <p:cNvSpPr/>
            <p:nvPr/>
          </p:nvSpPr>
          <p:spPr>
            <a:xfrm>
              <a:off x="2795550" y="2642150"/>
              <a:ext cx="87225" cy="127825"/>
            </a:xfrm>
            <a:custGeom>
              <a:avLst/>
              <a:gdLst/>
              <a:ahLst/>
              <a:cxnLst/>
              <a:rect l="l" t="t" r="r" b="b"/>
              <a:pathLst>
                <a:path w="3489" h="5113" extrusionOk="0">
                  <a:moveTo>
                    <a:pt x="1" y="3560"/>
                  </a:moveTo>
                  <a:cubicBezTo>
                    <a:pt x="1" y="4666"/>
                    <a:pt x="786" y="5112"/>
                    <a:pt x="1740" y="4550"/>
                  </a:cubicBezTo>
                  <a:cubicBezTo>
                    <a:pt x="2704" y="3997"/>
                    <a:pt x="3489" y="2650"/>
                    <a:pt x="3489" y="1544"/>
                  </a:cubicBezTo>
                  <a:cubicBezTo>
                    <a:pt x="3489" y="437"/>
                    <a:pt x="2704" y="0"/>
                    <a:pt x="1740" y="553"/>
                  </a:cubicBezTo>
                  <a:cubicBezTo>
                    <a:pt x="786" y="1106"/>
                    <a:pt x="1" y="2454"/>
                    <a:pt x="1" y="356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35"/>
            <p:cNvSpPr/>
            <p:nvPr/>
          </p:nvSpPr>
          <p:spPr>
            <a:xfrm>
              <a:off x="2813625" y="2670475"/>
              <a:ext cx="51100" cy="70950"/>
            </a:xfrm>
            <a:custGeom>
              <a:avLst/>
              <a:gdLst/>
              <a:ahLst/>
              <a:cxnLst/>
              <a:rect l="l" t="t" r="r" b="b"/>
              <a:pathLst>
                <a:path w="2044" h="2838" extrusionOk="0">
                  <a:moveTo>
                    <a:pt x="0" y="2222"/>
                  </a:moveTo>
                  <a:cubicBezTo>
                    <a:pt x="0" y="2338"/>
                    <a:pt x="9" y="2552"/>
                    <a:pt x="116" y="2694"/>
                  </a:cubicBezTo>
                  <a:cubicBezTo>
                    <a:pt x="125" y="2712"/>
                    <a:pt x="143" y="2730"/>
                    <a:pt x="161" y="2748"/>
                  </a:cubicBezTo>
                  <a:lnTo>
                    <a:pt x="170" y="2748"/>
                  </a:lnTo>
                  <a:cubicBezTo>
                    <a:pt x="188" y="2775"/>
                    <a:pt x="214" y="2793"/>
                    <a:pt x="250" y="2810"/>
                  </a:cubicBezTo>
                  <a:cubicBezTo>
                    <a:pt x="295" y="2828"/>
                    <a:pt x="339" y="2837"/>
                    <a:pt x="393" y="2837"/>
                  </a:cubicBezTo>
                  <a:cubicBezTo>
                    <a:pt x="428" y="2837"/>
                    <a:pt x="455" y="2837"/>
                    <a:pt x="491" y="2828"/>
                  </a:cubicBezTo>
                  <a:cubicBezTo>
                    <a:pt x="589" y="2810"/>
                    <a:pt x="714" y="2775"/>
                    <a:pt x="839" y="2694"/>
                  </a:cubicBezTo>
                  <a:cubicBezTo>
                    <a:pt x="1062" y="2561"/>
                    <a:pt x="1285" y="2364"/>
                    <a:pt x="1472" y="2123"/>
                  </a:cubicBezTo>
                  <a:cubicBezTo>
                    <a:pt x="1544" y="2016"/>
                    <a:pt x="1624" y="1909"/>
                    <a:pt x="1686" y="1802"/>
                  </a:cubicBezTo>
                  <a:cubicBezTo>
                    <a:pt x="1900" y="1419"/>
                    <a:pt x="2043" y="990"/>
                    <a:pt x="2043" y="616"/>
                  </a:cubicBezTo>
                  <a:lnTo>
                    <a:pt x="2043" y="598"/>
                  </a:lnTo>
                  <a:cubicBezTo>
                    <a:pt x="2043" y="518"/>
                    <a:pt x="2034" y="411"/>
                    <a:pt x="1999" y="312"/>
                  </a:cubicBezTo>
                  <a:cubicBezTo>
                    <a:pt x="1963" y="152"/>
                    <a:pt x="1856" y="0"/>
                    <a:pt x="1642" y="0"/>
                  </a:cubicBezTo>
                  <a:cubicBezTo>
                    <a:pt x="1517" y="0"/>
                    <a:pt x="1365" y="45"/>
                    <a:pt x="1205" y="143"/>
                  </a:cubicBezTo>
                  <a:cubicBezTo>
                    <a:pt x="1187" y="152"/>
                    <a:pt x="1169" y="161"/>
                    <a:pt x="1151" y="170"/>
                  </a:cubicBezTo>
                  <a:cubicBezTo>
                    <a:pt x="1151" y="179"/>
                    <a:pt x="1142" y="179"/>
                    <a:pt x="1142" y="179"/>
                  </a:cubicBezTo>
                  <a:cubicBezTo>
                    <a:pt x="1098" y="214"/>
                    <a:pt x="1044" y="250"/>
                    <a:pt x="999" y="286"/>
                  </a:cubicBezTo>
                  <a:cubicBezTo>
                    <a:pt x="973" y="304"/>
                    <a:pt x="955" y="321"/>
                    <a:pt x="928" y="339"/>
                  </a:cubicBezTo>
                  <a:cubicBezTo>
                    <a:pt x="910" y="357"/>
                    <a:pt x="892" y="366"/>
                    <a:pt x="874" y="384"/>
                  </a:cubicBezTo>
                  <a:cubicBezTo>
                    <a:pt x="866" y="402"/>
                    <a:pt x="848" y="411"/>
                    <a:pt x="839" y="428"/>
                  </a:cubicBezTo>
                  <a:cubicBezTo>
                    <a:pt x="803" y="464"/>
                    <a:pt x="759" y="500"/>
                    <a:pt x="723" y="536"/>
                  </a:cubicBezTo>
                  <a:cubicBezTo>
                    <a:pt x="527" y="759"/>
                    <a:pt x="348" y="1026"/>
                    <a:pt x="223" y="1303"/>
                  </a:cubicBezTo>
                  <a:cubicBezTo>
                    <a:pt x="196" y="1347"/>
                    <a:pt x="188" y="1383"/>
                    <a:pt x="170" y="1419"/>
                  </a:cubicBezTo>
                  <a:cubicBezTo>
                    <a:pt x="143" y="1490"/>
                    <a:pt x="116" y="1561"/>
                    <a:pt x="98" y="1633"/>
                  </a:cubicBezTo>
                  <a:lnTo>
                    <a:pt x="98" y="1642"/>
                  </a:lnTo>
                  <a:cubicBezTo>
                    <a:pt x="89" y="1651"/>
                    <a:pt x="89" y="1651"/>
                    <a:pt x="89" y="1660"/>
                  </a:cubicBezTo>
                  <a:cubicBezTo>
                    <a:pt x="81" y="1695"/>
                    <a:pt x="72" y="1740"/>
                    <a:pt x="54" y="1776"/>
                  </a:cubicBezTo>
                  <a:cubicBezTo>
                    <a:pt x="36" y="1856"/>
                    <a:pt x="18" y="1927"/>
                    <a:pt x="18" y="1999"/>
                  </a:cubicBezTo>
                  <a:cubicBezTo>
                    <a:pt x="0" y="2079"/>
                    <a:pt x="0" y="2150"/>
                    <a:pt x="0" y="2222"/>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35"/>
            <p:cNvSpPr/>
            <p:nvPr/>
          </p:nvSpPr>
          <p:spPr>
            <a:xfrm>
              <a:off x="2816075" y="2670700"/>
              <a:ext cx="48650" cy="70725"/>
            </a:xfrm>
            <a:custGeom>
              <a:avLst/>
              <a:gdLst/>
              <a:ahLst/>
              <a:cxnLst/>
              <a:rect l="l" t="t" r="r" b="b"/>
              <a:pathLst>
                <a:path w="1946" h="2829" extrusionOk="0">
                  <a:moveTo>
                    <a:pt x="90" y="2676"/>
                  </a:moveTo>
                  <a:cubicBezTo>
                    <a:pt x="214" y="2676"/>
                    <a:pt x="366" y="2632"/>
                    <a:pt x="527" y="2534"/>
                  </a:cubicBezTo>
                  <a:cubicBezTo>
                    <a:pt x="1178" y="2159"/>
                    <a:pt x="1731" y="1205"/>
                    <a:pt x="1731" y="455"/>
                  </a:cubicBezTo>
                  <a:cubicBezTo>
                    <a:pt x="1731" y="339"/>
                    <a:pt x="1722" y="143"/>
                    <a:pt x="1633" y="0"/>
                  </a:cubicBezTo>
                  <a:cubicBezTo>
                    <a:pt x="1909" y="63"/>
                    <a:pt x="1945" y="437"/>
                    <a:pt x="1945" y="607"/>
                  </a:cubicBezTo>
                  <a:cubicBezTo>
                    <a:pt x="1945" y="1356"/>
                    <a:pt x="1392" y="2311"/>
                    <a:pt x="741" y="2685"/>
                  </a:cubicBezTo>
                  <a:cubicBezTo>
                    <a:pt x="580" y="2784"/>
                    <a:pt x="429" y="2828"/>
                    <a:pt x="295" y="2828"/>
                  </a:cubicBezTo>
                  <a:cubicBezTo>
                    <a:pt x="152" y="2828"/>
                    <a:pt x="63" y="2766"/>
                    <a:pt x="0" y="2668"/>
                  </a:cubicBezTo>
                  <a:cubicBezTo>
                    <a:pt x="27" y="2676"/>
                    <a:pt x="54" y="2676"/>
                    <a:pt x="90" y="2676"/>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35"/>
            <p:cNvSpPr/>
            <p:nvPr/>
          </p:nvSpPr>
          <p:spPr>
            <a:xfrm>
              <a:off x="2815850" y="2676275"/>
              <a:ext cx="45075" cy="63125"/>
            </a:xfrm>
            <a:custGeom>
              <a:avLst/>
              <a:gdLst/>
              <a:ahLst/>
              <a:cxnLst/>
              <a:rect l="l" t="t" r="r" b="b"/>
              <a:pathLst>
                <a:path w="1803" h="2525" extrusionOk="0">
                  <a:moveTo>
                    <a:pt x="27" y="2462"/>
                  </a:moveTo>
                  <a:lnTo>
                    <a:pt x="322" y="1829"/>
                  </a:lnTo>
                  <a:cubicBezTo>
                    <a:pt x="223" y="1758"/>
                    <a:pt x="170" y="1624"/>
                    <a:pt x="170" y="1445"/>
                  </a:cubicBezTo>
                  <a:cubicBezTo>
                    <a:pt x="170" y="1428"/>
                    <a:pt x="170" y="1410"/>
                    <a:pt x="170" y="1392"/>
                  </a:cubicBezTo>
                  <a:lnTo>
                    <a:pt x="0" y="1428"/>
                  </a:lnTo>
                  <a:cubicBezTo>
                    <a:pt x="0" y="1419"/>
                    <a:pt x="0" y="1419"/>
                    <a:pt x="9" y="1410"/>
                  </a:cubicBezTo>
                  <a:lnTo>
                    <a:pt x="9" y="1401"/>
                  </a:lnTo>
                  <a:cubicBezTo>
                    <a:pt x="27" y="1329"/>
                    <a:pt x="54" y="1258"/>
                    <a:pt x="81" y="1187"/>
                  </a:cubicBezTo>
                  <a:cubicBezTo>
                    <a:pt x="99" y="1151"/>
                    <a:pt x="107" y="1115"/>
                    <a:pt x="134" y="1071"/>
                  </a:cubicBezTo>
                  <a:lnTo>
                    <a:pt x="250" y="1044"/>
                  </a:lnTo>
                  <a:cubicBezTo>
                    <a:pt x="339" y="839"/>
                    <a:pt x="473" y="634"/>
                    <a:pt x="634" y="491"/>
                  </a:cubicBezTo>
                  <a:lnTo>
                    <a:pt x="634" y="304"/>
                  </a:lnTo>
                  <a:cubicBezTo>
                    <a:pt x="670" y="268"/>
                    <a:pt x="714" y="232"/>
                    <a:pt x="750" y="196"/>
                  </a:cubicBezTo>
                  <a:cubicBezTo>
                    <a:pt x="759" y="179"/>
                    <a:pt x="777" y="170"/>
                    <a:pt x="785" y="152"/>
                  </a:cubicBezTo>
                  <a:cubicBezTo>
                    <a:pt x="803" y="134"/>
                    <a:pt x="821" y="125"/>
                    <a:pt x="839" y="107"/>
                  </a:cubicBezTo>
                  <a:cubicBezTo>
                    <a:pt x="866" y="89"/>
                    <a:pt x="884" y="72"/>
                    <a:pt x="910" y="54"/>
                  </a:cubicBezTo>
                  <a:lnTo>
                    <a:pt x="910" y="330"/>
                  </a:lnTo>
                  <a:cubicBezTo>
                    <a:pt x="1080" y="277"/>
                    <a:pt x="1223" y="321"/>
                    <a:pt x="1303" y="428"/>
                  </a:cubicBezTo>
                  <a:lnTo>
                    <a:pt x="1767" y="0"/>
                  </a:lnTo>
                  <a:cubicBezTo>
                    <a:pt x="1794" y="98"/>
                    <a:pt x="1802" y="205"/>
                    <a:pt x="1802" y="286"/>
                  </a:cubicBezTo>
                  <a:lnTo>
                    <a:pt x="1392" y="678"/>
                  </a:lnTo>
                  <a:cubicBezTo>
                    <a:pt x="1392" y="696"/>
                    <a:pt x="1392" y="714"/>
                    <a:pt x="1392" y="741"/>
                  </a:cubicBezTo>
                  <a:cubicBezTo>
                    <a:pt x="1392" y="919"/>
                    <a:pt x="1339" y="1106"/>
                    <a:pt x="1240" y="1285"/>
                  </a:cubicBezTo>
                  <a:lnTo>
                    <a:pt x="1446" y="1490"/>
                  </a:lnTo>
                  <a:cubicBezTo>
                    <a:pt x="1383" y="1597"/>
                    <a:pt x="1303" y="1704"/>
                    <a:pt x="1232" y="1811"/>
                  </a:cubicBezTo>
                  <a:lnTo>
                    <a:pt x="1026" y="1597"/>
                  </a:lnTo>
                  <a:cubicBezTo>
                    <a:pt x="955" y="1677"/>
                    <a:pt x="866" y="1749"/>
                    <a:pt x="785" y="1802"/>
                  </a:cubicBezTo>
                  <a:cubicBezTo>
                    <a:pt x="696" y="1847"/>
                    <a:pt x="616" y="1874"/>
                    <a:pt x="545" y="1883"/>
                  </a:cubicBezTo>
                  <a:lnTo>
                    <a:pt x="250" y="2516"/>
                  </a:lnTo>
                  <a:cubicBezTo>
                    <a:pt x="215" y="2525"/>
                    <a:pt x="188" y="2525"/>
                    <a:pt x="161" y="2525"/>
                  </a:cubicBezTo>
                  <a:cubicBezTo>
                    <a:pt x="125" y="2525"/>
                    <a:pt x="107" y="2525"/>
                    <a:pt x="81" y="2516"/>
                  </a:cubicBezTo>
                  <a:lnTo>
                    <a:pt x="72" y="2516"/>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5"/>
            <p:cNvSpPr/>
            <p:nvPr/>
          </p:nvSpPr>
          <p:spPr>
            <a:xfrm>
              <a:off x="2829450" y="2697225"/>
              <a:ext cx="11850" cy="14300"/>
            </a:xfrm>
            <a:custGeom>
              <a:avLst/>
              <a:gdLst/>
              <a:ahLst/>
              <a:cxnLst/>
              <a:rect l="l" t="t" r="r" b="b"/>
              <a:pathLst>
                <a:path w="474" h="572" extrusionOk="0">
                  <a:moveTo>
                    <a:pt x="1" y="367"/>
                  </a:moveTo>
                  <a:cubicBezTo>
                    <a:pt x="1" y="242"/>
                    <a:pt x="90" y="99"/>
                    <a:pt x="197" y="36"/>
                  </a:cubicBezTo>
                  <a:cubicBezTo>
                    <a:pt x="250" y="1"/>
                    <a:pt x="295" y="1"/>
                    <a:pt x="331" y="19"/>
                  </a:cubicBezTo>
                  <a:lnTo>
                    <a:pt x="331" y="19"/>
                  </a:lnTo>
                  <a:lnTo>
                    <a:pt x="331" y="19"/>
                  </a:lnTo>
                  <a:lnTo>
                    <a:pt x="473" y="99"/>
                  </a:lnTo>
                  <a:lnTo>
                    <a:pt x="197" y="572"/>
                  </a:lnTo>
                  <a:lnTo>
                    <a:pt x="63" y="491"/>
                  </a:lnTo>
                  <a:cubicBezTo>
                    <a:pt x="63" y="491"/>
                    <a:pt x="63" y="491"/>
                    <a:pt x="63" y="491"/>
                  </a:cubicBezTo>
                  <a:lnTo>
                    <a:pt x="63" y="491"/>
                  </a:lnTo>
                  <a:cubicBezTo>
                    <a:pt x="27" y="474"/>
                    <a:pt x="1" y="429"/>
                    <a:pt x="1" y="367"/>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35"/>
            <p:cNvSpPr/>
            <p:nvPr/>
          </p:nvSpPr>
          <p:spPr>
            <a:xfrm>
              <a:off x="2832800" y="2698575"/>
              <a:ext cx="9825" cy="14075"/>
            </a:xfrm>
            <a:custGeom>
              <a:avLst/>
              <a:gdLst/>
              <a:ahLst/>
              <a:cxnLst/>
              <a:rect l="l" t="t" r="r" b="b"/>
              <a:pathLst>
                <a:path w="393" h="563" extrusionOk="0">
                  <a:moveTo>
                    <a:pt x="0" y="393"/>
                  </a:moveTo>
                  <a:cubicBezTo>
                    <a:pt x="0" y="509"/>
                    <a:pt x="90" y="562"/>
                    <a:pt x="197" y="500"/>
                  </a:cubicBezTo>
                  <a:cubicBezTo>
                    <a:pt x="304" y="437"/>
                    <a:pt x="393" y="286"/>
                    <a:pt x="393" y="170"/>
                  </a:cubicBezTo>
                  <a:cubicBezTo>
                    <a:pt x="393" y="45"/>
                    <a:pt x="304" y="0"/>
                    <a:pt x="197" y="54"/>
                  </a:cubicBezTo>
                  <a:cubicBezTo>
                    <a:pt x="90" y="116"/>
                    <a:pt x="0" y="268"/>
                    <a:pt x="0" y="393"/>
                  </a:cubicBez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35"/>
            <p:cNvSpPr/>
            <p:nvPr/>
          </p:nvSpPr>
          <p:spPr>
            <a:xfrm>
              <a:off x="2307350" y="2905525"/>
              <a:ext cx="115100" cy="62250"/>
            </a:xfrm>
            <a:custGeom>
              <a:avLst/>
              <a:gdLst/>
              <a:ahLst/>
              <a:cxnLst/>
              <a:rect l="l" t="t" r="r" b="b"/>
              <a:pathLst>
                <a:path w="4604" h="2490" extrusionOk="0">
                  <a:moveTo>
                    <a:pt x="4113" y="2490"/>
                  </a:moveTo>
                  <a:lnTo>
                    <a:pt x="0" y="1"/>
                  </a:lnTo>
                  <a:lnTo>
                    <a:pt x="3952" y="367"/>
                  </a:lnTo>
                  <a:lnTo>
                    <a:pt x="4604" y="1749"/>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35"/>
            <p:cNvSpPr/>
            <p:nvPr/>
          </p:nvSpPr>
          <p:spPr>
            <a:xfrm>
              <a:off x="2292400" y="2908650"/>
              <a:ext cx="106650" cy="128500"/>
            </a:xfrm>
            <a:custGeom>
              <a:avLst/>
              <a:gdLst/>
              <a:ahLst/>
              <a:cxnLst/>
              <a:rect l="l" t="t" r="r" b="b"/>
              <a:pathLst>
                <a:path w="4266" h="5140" extrusionOk="0">
                  <a:moveTo>
                    <a:pt x="1" y="3311"/>
                  </a:moveTo>
                  <a:cubicBezTo>
                    <a:pt x="1" y="2213"/>
                    <a:pt x="786" y="866"/>
                    <a:pt x="1740" y="304"/>
                  </a:cubicBezTo>
                  <a:cubicBezTo>
                    <a:pt x="2222" y="28"/>
                    <a:pt x="2659" y="1"/>
                    <a:pt x="2971" y="179"/>
                  </a:cubicBezTo>
                  <a:lnTo>
                    <a:pt x="2971" y="179"/>
                  </a:lnTo>
                  <a:lnTo>
                    <a:pt x="2980" y="179"/>
                  </a:lnTo>
                  <a:lnTo>
                    <a:pt x="2980" y="179"/>
                  </a:lnTo>
                  <a:lnTo>
                    <a:pt x="4265" y="920"/>
                  </a:lnTo>
                  <a:lnTo>
                    <a:pt x="1740" y="5139"/>
                  </a:lnTo>
                  <a:lnTo>
                    <a:pt x="518" y="4435"/>
                  </a:lnTo>
                  <a:cubicBezTo>
                    <a:pt x="509" y="4435"/>
                    <a:pt x="509" y="4435"/>
                    <a:pt x="509" y="4435"/>
                  </a:cubicBezTo>
                  <a:lnTo>
                    <a:pt x="509" y="4435"/>
                  </a:lnTo>
                  <a:lnTo>
                    <a:pt x="509" y="4435"/>
                  </a:lnTo>
                  <a:cubicBezTo>
                    <a:pt x="197" y="4247"/>
                    <a:pt x="1" y="3864"/>
                    <a:pt x="1" y="331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35"/>
            <p:cNvSpPr/>
            <p:nvPr/>
          </p:nvSpPr>
          <p:spPr>
            <a:xfrm>
              <a:off x="2322950" y="2919800"/>
              <a:ext cx="87250" cy="127825"/>
            </a:xfrm>
            <a:custGeom>
              <a:avLst/>
              <a:gdLst/>
              <a:ahLst/>
              <a:cxnLst/>
              <a:rect l="l" t="t" r="r" b="b"/>
              <a:pathLst>
                <a:path w="3490" h="5113" extrusionOk="0">
                  <a:moveTo>
                    <a:pt x="1" y="3569"/>
                  </a:moveTo>
                  <a:cubicBezTo>
                    <a:pt x="1" y="4667"/>
                    <a:pt x="786" y="5113"/>
                    <a:pt x="1749" y="4560"/>
                  </a:cubicBezTo>
                  <a:cubicBezTo>
                    <a:pt x="2713" y="4006"/>
                    <a:pt x="3489" y="2659"/>
                    <a:pt x="3489" y="1553"/>
                  </a:cubicBezTo>
                  <a:cubicBezTo>
                    <a:pt x="3489" y="447"/>
                    <a:pt x="2713" y="1"/>
                    <a:pt x="1749" y="554"/>
                  </a:cubicBezTo>
                  <a:cubicBezTo>
                    <a:pt x="786" y="1116"/>
                    <a:pt x="1" y="2463"/>
                    <a:pt x="1" y="3569"/>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35"/>
            <p:cNvSpPr/>
            <p:nvPr/>
          </p:nvSpPr>
          <p:spPr>
            <a:xfrm>
              <a:off x="2341025" y="2948125"/>
              <a:ext cx="51100" cy="71175"/>
            </a:xfrm>
            <a:custGeom>
              <a:avLst/>
              <a:gdLst/>
              <a:ahLst/>
              <a:cxnLst/>
              <a:rect l="l" t="t" r="r" b="b"/>
              <a:pathLst>
                <a:path w="2044" h="2847" extrusionOk="0">
                  <a:moveTo>
                    <a:pt x="1" y="2231"/>
                  </a:moveTo>
                  <a:cubicBezTo>
                    <a:pt x="1" y="2347"/>
                    <a:pt x="9" y="2561"/>
                    <a:pt x="117" y="2704"/>
                  </a:cubicBezTo>
                  <a:cubicBezTo>
                    <a:pt x="125" y="2722"/>
                    <a:pt x="143" y="2740"/>
                    <a:pt x="161" y="2757"/>
                  </a:cubicBezTo>
                  <a:lnTo>
                    <a:pt x="170" y="2757"/>
                  </a:lnTo>
                  <a:cubicBezTo>
                    <a:pt x="188" y="2784"/>
                    <a:pt x="215" y="2802"/>
                    <a:pt x="250" y="2820"/>
                  </a:cubicBezTo>
                  <a:cubicBezTo>
                    <a:pt x="295" y="2838"/>
                    <a:pt x="340" y="2847"/>
                    <a:pt x="402" y="2847"/>
                  </a:cubicBezTo>
                  <a:cubicBezTo>
                    <a:pt x="429" y="2847"/>
                    <a:pt x="456" y="2838"/>
                    <a:pt x="491" y="2838"/>
                  </a:cubicBezTo>
                  <a:cubicBezTo>
                    <a:pt x="598" y="2820"/>
                    <a:pt x="714" y="2775"/>
                    <a:pt x="839" y="2704"/>
                  </a:cubicBezTo>
                  <a:cubicBezTo>
                    <a:pt x="1062" y="2570"/>
                    <a:pt x="1285" y="2365"/>
                    <a:pt x="1473" y="2124"/>
                  </a:cubicBezTo>
                  <a:cubicBezTo>
                    <a:pt x="1553" y="2026"/>
                    <a:pt x="1624" y="1919"/>
                    <a:pt x="1687" y="1803"/>
                  </a:cubicBezTo>
                  <a:cubicBezTo>
                    <a:pt x="1910" y="1428"/>
                    <a:pt x="2043" y="1000"/>
                    <a:pt x="2043" y="625"/>
                  </a:cubicBezTo>
                  <a:lnTo>
                    <a:pt x="2043" y="608"/>
                  </a:lnTo>
                  <a:cubicBezTo>
                    <a:pt x="2043" y="527"/>
                    <a:pt x="2035" y="420"/>
                    <a:pt x="2008" y="313"/>
                  </a:cubicBezTo>
                  <a:cubicBezTo>
                    <a:pt x="1963" y="153"/>
                    <a:pt x="1865" y="1"/>
                    <a:pt x="1651" y="1"/>
                  </a:cubicBezTo>
                  <a:cubicBezTo>
                    <a:pt x="1517" y="1"/>
                    <a:pt x="1374" y="54"/>
                    <a:pt x="1205" y="153"/>
                  </a:cubicBezTo>
                  <a:cubicBezTo>
                    <a:pt x="1187" y="161"/>
                    <a:pt x="1169" y="170"/>
                    <a:pt x="1151" y="179"/>
                  </a:cubicBezTo>
                  <a:cubicBezTo>
                    <a:pt x="1151" y="179"/>
                    <a:pt x="1142" y="179"/>
                    <a:pt x="1142" y="188"/>
                  </a:cubicBezTo>
                  <a:cubicBezTo>
                    <a:pt x="1098" y="215"/>
                    <a:pt x="1044" y="251"/>
                    <a:pt x="1000" y="286"/>
                  </a:cubicBezTo>
                  <a:cubicBezTo>
                    <a:pt x="973" y="313"/>
                    <a:pt x="955" y="331"/>
                    <a:pt x="928" y="349"/>
                  </a:cubicBezTo>
                  <a:cubicBezTo>
                    <a:pt x="910" y="367"/>
                    <a:pt x="893" y="376"/>
                    <a:pt x="875" y="393"/>
                  </a:cubicBezTo>
                  <a:cubicBezTo>
                    <a:pt x="866" y="402"/>
                    <a:pt x="848" y="420"/>
                    <a:pt x="839" y="429"/>
                  </a:cubicBezTo>
                  <a:cubicBezTo>
                    <a:pt x="803" y="465"/>
                    <a:pt x="768" y="509"/>
                    <a:pt x="732" y="545"/>
                  </a:cubicBezTo>
                  <a:cubicBezTo>
                    <a:pt x="527" y="759"/>
                    <a:pt x="348" y="1036"/>
                    <a:pt x="224" y="1312"/>
                  </a:cubicBezTo>
                  <a:cubicBezTo>
                    <a:pt x="206" y="1348"/>
                    <a:pt x="188" y="1393"/>
                    <a:pt x="170" y="1428"/>
                  </a:cubicBezTo>
                  <a:cubicBezTo>
                    <a:pt x="143" y="1491"/>
                    <a:pt x="117" y="1562"/>
                    <a:pt x="99" y="1633"/>
                  </a:cubicBezTo>
                  <a:lnTo>
                    <a:pt x="99" y="1642"/>
                  </a:lnTo>
                  <a:cubicBezTo>
                    <a:pt x="90" y="1651"/>
                    <a:pt x="90" y="1660"/>
                    <a:pt x="90" y="1669"/>
                  </a:cubicBezTo>
                  <a:cubicBezTo>
                    <a:pt x="81" y="1705"/>
                    <a:pt x="72" y="1740"/>
                    <a:pt x="63" y="1785"/>
                  </a:cubicBezTo>
                  <a:cubicBezTo>
                    <a:pt x="36" y="1856"/>
                    <a:pt x="27" y="1937"/>
                    <a:pt x="18" y="2008"/>
                  </a:cubicBezTo>
                  <a:cubicBezTo>
                    <a:pt x="9" y="2088"/>
                    <a:pt x="1" y="2160"/>
                    <a:pt x="1" y="223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35"/>
            <p:cNvSpPr/>
            <p:nvPr/>
          </p:nvSpPr>
          <p:spPr>
            <a:xfrm>
              <a:off x="2343700" y="2948575"/>
              <a:ext cx="48425" cy="70725"/>
            </a:xfrm>
            <a:custGeom>
              <a:avLst/>
              <a:gdLst/>
              <a:ahLst/>
              <a:cxnLst/>
              <a:rect l="l" t="t" r="r" b="b"/>
              <a:pathLst>
                <a:path w="1937" h="2829" extrusionOk="0">
                  <a:moveTo>
                    <a:pt x="81" y="2677"/>
                  </a:moveTo>
                  <a:cubicBezTo>
                    <a:pt x="206" y="2677"/>
                    <a:pt x="357" y="2624"/>
                    <a:pt x="518" y="2534"/>
                  </a:cubicBezTo>
                  <a:cubicBezTo>
                    <a:pt x="1178" y="2151"/>
                    <a:pt x="1731" y="1205"/>
                    <a:pt x="1731" y="447"/>
                  </a:cubicBezTo>
                  <a:cubicBezTo>
                    <a:pt x="1731" y="340"/>
                    <a:pt x="1713" y="135"/>
                    <a:pt x="1624" y="1"/>
                  </a:cubicBezTo>
                  <a:cubicBezTo>
                    <a:pt x="1910" y="54"/>
                    <a:pt x="1936" y="438"/>
                    <a:pt x="1936" y="607"/>
                  </a:cubicBezTo>
                  <a:cubicBezTo>
                    <a:pt x="1936" y="1357"/>
                    <a:pt x="1383" y="2311"/>
                    <a:pt x="732" y="2686"/>
                  </a:cubicBezTo>
                  <a:cubicBezTo>
                    <a:pt x="572" y="2784"/>
                    <a:pt x="420" y="2829"/>
                    <a:pt x="295" y="2829"/>
                  </a:cubicBezTo>
                  <a:cubicBezTo>
                    <a:pt x="143" y="2829"/>
                    <a:pt x="54" y="2757"/>
                    <a:pt x="1" y="2668"/>
                  </a:cubicBezTo>
                  <a:cubicBezTo>
                    <a:pt x="18" y="2668"/>
                    <a:pt x="45" y="2677"/>
                    <a:pt x="81" y="2677"/>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35"/>
            <p:cNvSpPr/>
            <p:nvPr/>
          </p:nvSpPr>
          <p:spPr>
            <a:xfrm>
              <a:off x="2343250" y="2953925"/>
              <a:ext cx="45075" cy="63375"/>
            </a:xfrm>
            <a:custGeom>
              <a:avLst/>
              <a:gdLst/>
              <a:ahLst/>
              <a:cxnLst/>
              <a:rect l="l" t="t" r="r" b="b"/>
              <a:pathLst>
                <a:path w="1803" h="2535" extrusionOk="0">
                  <a:moveTo>
                    <a:pt x="28" y="2472"/>
                  </a:moveTo>
                  <a:lnTo>
                    <a:pt x="322" y="1830"/>
                  </a:lnTo>
                  <a:cubicBezTo>
                    <a:pt x="233" y="1767"/>
                    <a:pt x="170" y="1633"/>
                    <a:pt x="170" y="1455"/>
                  </a:cubicBezTo>
                  <a:cubicBezTo>
                    <a:pt x="170" y="1437"/>
                    <a:pt x="170" y="1419"/>
                    <a:pt x="170" y="1401"/>
                  </a:cubicBezTo>
                  <a:lnTo>
                    <a:pt x="1" y="1437"/>
                  </a:lnTo>
                  <a:cubicBezTo>
                    <a:pt x="1" y="1428"/>
                    <a:pt x="1" y="1419"/>
                    <a:pt x="10" y="1410"/>
                  </a:cubicBezTo>
                  <a:lnTo>
                    <a:pt x="10" y="1401"/>
                  </a:lnTo>
                  <a:cubicBezTo>
                    <a:pt x="28" y="1330"/>
                    <a:pt x="54" y="1259"/>
                    <a:pt x="81" y="1196"/>
                  </a:cubicBezTo>
                  <a:cubicBezTo>
                    <a:pt x="99" y="1161"/>
                    <a:pt x="117" y="1116"/>
                    <a:pt x="135" y="1080"/>
                  </a:cubicBezTo>
                  <a:lnTo>
                    <a:pt x="251" y="1054"/>
                  </a:lnTo>
                  <a:cubicBezTo>
                    <a:pt x="340" y="839"/>
                    <a:pt x="474" y="643"/>
                    <a:pt x="643" y="500"/>
                  </a:cubicBezTo>
                  <a:lnTo>
                    <a:pt x="643" y="313"/>
                  </a:lnTo>
                  <a:cubicBezTo>
                    <a:pt x="679" y="277"/>
                    <a:pt x="714" y="233"/>
                    <a:pt x="750" y="197"/>
                  </a:cubicBezTo>
                  <a:cubicBezTo>
                    <a:pt x="759" y="188"/>
                    <a:pt x="777" y="170"/>
                    <a:pt x="786" y="161"/>
                  </a:cubicBezTo>
                  <a:cubicBezTo>
                    <a:pt x="804" y="144"/>
                    <a:pt x="821" y="135"/>
                    <a:pt x="839" y="117"/>
                  </a:cubicBezTo>
                  <a:cubicBezTo>
                    <a:pt x="866" y="99"/>
                    <a:pt x="884" y="81"/>
                    <a:pt x="911" y="54"/>
                  </a:cubicBezTo>
                  <a:lnTo>
                    <a:pt x="911" y="340"/>
                  </a:lnTo>
                  <a:cubicBezTo>
                    <a:pt x="1080" y="277"/>
                    <a:pt x="1223" y="322"/>
                    <a:pt x="1303" y="438"/>
                  </a:cubicBezTo>
                  <a:lnTo>
                    <a:pt x="1767" y="1"/>
                  </a:lnTo>
                  <a:cubicBezTo>
                    <a:pt x="1794" y="108"/>
                    <a:pt x="1803" y="215"/>
                    <a:pt x="1803" y="295"/>
                  </a:cubicBezTo>
                  <a:lnTo>
                    <a:pt x="1392" y="688"/>
                  </a:lnTo>
                  <a:cubicBezTo>
                    <a:pt x="1392" y="706"/>
                    <a:pt x="1392" y="723"/>
                    <a:pt x="1392" y="750"/>
                  </a:cubicBezTo>
                  <a:cubicBezTo>
                    <a:pt x="1392" y="920"/>
                    <a:pt x="1339" y="1116"/>
                    <a:pt x="1250" y="1294"/>
                  </a:cubicBezTo>
                  <a:lnTo>
                    <a:pt x="1446" y="1491"/>
                  </a:lnTo>
                  <a:cubicBezTo>
                    <a:pt x="1384" y="1607"/>
                    <a:pt x="1312" y="1714"/>
                    <a:pt x="1232" y="1812"/>
                  </a:cubicBezTo>
                  <a:lnTo>
                    <a:pt x="1027" y="1607"/>
                  </a:lnTo>
                  <a:cubicBezTo>
                    <a:pt x="955" y="1687"/>
                    <a:pt x="875" y="1758"/>
                    <a:pt x="786" y="1803"/>
                  </a:cubicBezTo>
                  <a:cubicBezTo>
                    <a:pt x="697" y="1856"/>
                    <a:pt x="616" y="1883"/>
                    <a:pt x="545" y="1892"/>
                  </a:cubicBezTo>
                  <a:lnTo>
                    <a:pt x="251" y="2525"/>
                  </a:lnTo>
                  <a:cubicBezTo>
                    <a:pt x="215" y="2525"/>
                    <a:pt x="188" y="2534"/>
                    <a:pt x="161" y="2534"/>
                  </a:cubicBezTo>
                  <a:cubicBezTo>
                    <a:pt x="135" y="2534"/>
                    <a:pt x="108" y="2525"/>
                    <a:pt x="81" y="2525"/>
                  </a:cubicBezTo>
                  <a:lnTo>
                    <a:pt x="72" y="2525"/>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35"/>
            <p:cNvSpPr/>
            <p:nvPr/>
          </p:nvSpPr>
          <p:spPr>
            <a:xfrm>
              <a:off x="2357075" y="2975125"/>
              <a:ext cx="11625" cy="14075"/>
            </a:xfrm>
            <a:custGeom>
              <a:avLst/>
              <a:gdLst/>
              <a:ahLst/>
              <a:cxnLst/>
              <a:rect l="l" t="t" r="r" b="b"/>
              <a:pathLst>
                <a:path w="465" h="563" extrusionOk="0">
                  <a:moveTo>
                    <a:pt x="1" y="366"/>
                  </a:moveTo>
                  <a:cubicBezTo>
                    <a:pt x="1" y="241"/>
                    <a:pt x="81" y="90"/>
                    <a:pt x="188" y="27"/>
                  </a:cubicBezTo>
                  <a:cubicBezTo>
                    <a:pt x="242" y="0"/>
                    <a:pt x="286" y="0"/>
                    <a:pt x="322" y="18"/>
                  </a:cubicBezTo>
                  <a:lnTo>
                    <a:pt x="322" y="18"/>
                  </a:lnTo>
                  <a:lnTo>
                    <a:pt x="322" y="18"/>
                  </a:lnTo>
                  <a:lnTo>
                    <a:pt x="465" y="98"/>
                  </a:lnTo>
                  <a:lnTo>
                    <a:pt x="188" y="562"/>
                  </a:lnTo>
                  <a:lnTo>
                    <a:pt x="54" y="482"/>
                  </a:lnTo>
                  <a:lnTo>
                    <a:pt x="54" y="482"/>
                  </a:lnTo>
                  <a:lnTo>
                    <a:pt x="54" y="482"/>
                  </a:lnTo>
                  <a:lnTo>
                    <a:pt x="54" y="482"/>
                  </a:lnTo>
                  <a:cubicBezTo>
                    <a:pt x="19" y="464"/>
                    <a:pt x="1" y="420"/>
                    <a:pt x="1" y="366"/>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35"/>
            <p:cNvSpPr/>
            <p:nvPr/>
          </p:nvSpPr>
          <p:spPr>
            <a:xfrm>
              <a:off x="2360425" y="2976225"/>
              <a:ext cx="9625" cy="14075"/>
            </a:xfrm>
            <a:custGeom>
              <a:avLst/>
              <a:gdLst/>
              <a:ahLst/>
              <a:cxnLst/>
              <a:rect l="l" t="t" r="r" b="b"/>
              <a:pathLst>
                <a:path w="385" h="563" extrusionOk="0">
                  <a:moveTo>
                    <a:pt x="1" y="393"/>
                  </a:moveTo>
                  <a:cubicBezTo>
                    <a:pt x="1" y="518"/>
                    <a:pt x="81" y="563"/>
                    <a:pt x="188" y="509"/>
                  </a:cubicBezTo>
                  <a:cubicBezTo>
                    <a:pt x="295" y="447"/>
                    <a:pt x="384" y="295"/>
                    <a:pt x="384" y="170"/>
                  </a:cubicBezTo>
                  <a:cubicBezTo>
                    <a:pt x="384" y="54"/>
                    <a:pt x="295" y="1"/>
                    <a:pt x="188" y="63"/>
                  </a:cubicBezTo>
                  <a:cubicBezTo>
                    <a:pt x="81" y="126"/>
                    <a:pt x="1" y="277"/>
                    <a:pt x="1" y="393"/>
                  </a:cubicBez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35"/>
            <p:cNvSpPr/>
            <p:nvPr/>
          </p:nvSpPr>
          <p:spPr>
            <a:xfrm>
              <a:off x="2208100" y="2471750"/>
              <a:ext cx="748050" cy="609775"/>
            </a:xfrm>
            <a:custGeom>
              <a:avLst/>
              <a:gdLst/>
              <a:ahLst/>
              <a:cxnLst/>
              <a:rect l="l" t="t" r="r" b="b"/>
              <a:pathLst>
                <a:path w="29922" h="24391" extrusionOk="0">
                  <a:moveTo>
                    <a:pt x="1" y="19484"/>
                  </a:moveTo>
                  <a:lnTo>
                    <a:pt x="1" y="24391"/>
                  </a:lnTo>
                  <a:lnTo>
                    <a:pt x="4479" y="21920"/>
                  </a:lnTo>
                  <a:lnTo>
                    <a:pt x="4631" y="21821"/>
                  </a:lnTo>
                  <a:cubicBezTo>
                    <a:pt x="4595" y="21679"/>
                    <a:pt x="4577" y="21518"/>
                    <a:pt x="4577" y="21331"/>
                  </a:cubicBezTo>
                  <a:cubicBezTo>
                    <a:pt x="4577" y="20207"/>
                    <a:pt x="5371" y="18824"/>
                    <a:pt x="6352" y="18262"/>
                  </a:cubicBezTo>
                  <a:cubicBezTo>
                    <a:pt x="7289" y="17727"/>
                    <a:pt x="8056" y="18101"/>
                    <a:pt x="8128" y="19109"/>
                  </a:cubicBezTo>
                  <a:cubicBezTo>
                    <a:pt x="8137" y="19163"/>
                    <a:pt x="8137" y="19216"/>
                    <a:pt x="8137" y="19270"/>
                  </a:cubicBezTo>
                  <a:lnTo>
                    <a:pt x="8137" y="19279"/>
                  </a:lnTo>
                  <a:cubicBezTo>
                    <a:pt x="8137" y="19332"/>
                    <a:pt x="8137" y="19377"/>
                    <a:pt x="8128" y="19431"/>
                  </a:cubicBezTo>
                  <a:cubicBezTo>
                    <a:pt x="8128" y="19448"/>
                    <a:pt x="8128" y="19466"/>
                    <a:pt x="8128" y="19484"/>
                  </a:cubicBezTo>
                  <a:cubicBezTo>
                    <a:pt x="8119" y="19547"/>
                    <a:pt x="8119" y="19609"/>
                    <a:pt x="8110" y="19663"/>
                  </a:cubicBezTo>
                  <a:cubicBezTo>
                    <a:pt x="8101" y="19725"/>
                    <a:pt x="8092" y="19770"/>
                    <a:pt x="8083" y="19832"/>
                  </a:cubicBezTo>
                  <a:lnTo>
                    <a:pt x="8092" y="19823"/>
                  </a:lnTo>
                  <a:lnTo>
                    <a:pt x="17040" y="14435"/>
                  </a:lnTo>
                  <a:lnTo>
                    <a:pt x="23499" y="10545"/>
                  </a:lnTo>
                  <a:cubicBezTo>
                    <a:pt x="23490" y="10474"/>
                    <a:pt x="23490" y="10394"/>
                    <a:pt x="23490" y="10313"/>
                  </a:cubicBezTo>
                  <a:lnTo>
                    <a:pt x="23490" y="10295"/>
                  </a:lnTo>
                  <a:cubicBezTo>
                    <a:pt x="23490" y="10251"/>
                    <a:pt x="23490" y="10215"/>
                    <a:pt x="23490" y="10171"/>
                  </a:cubicBezTo>
                  <a:cubicBezTo>
                    <a:pt x="23490" y="10153"/>
                    <a:pt x="23490" y="10144"/>
                    <a:pt x="23499" y="10126"/>
                  </a:cubicBezTo>
                  <a:cubicBezTo>
                    <a:pt x="23499" y="10117"/>
                    <a:pt x="23499" y="10099"/>
                    <a:pt x="23499" y="10090"/>
                  </a:cubicBezTo>
                  <a:cubicBezTo>
                    <a:pt x="23508" y="10028"/>
                    <a:pt x="23508" y="9974"/>
                    <a:pt x="23525" y="9912"/>
                  </a:cubicBezTo>
                  <a:lnTo>
                    <a:pt x="23525" y="9903"/>
                  </a:lnTo>
                  <a:cubicBezTo>
                    <a:pt x="23534" y="9841"/>
                    <a:pt x="23543" y="9778"/>
                    <a:pt x="23552" y="9716"/>
                  </a:cubicBezTo>
                  <a:cubicBezTo>
                    <a:pt x="23766" y="8743"/>
                    <a:pt x="24453" y="7708"/>
                    <a:pt x="25274" y="7244"/>
                  </a:cubicBezTo>
                  <a:cubicBezTo>
                    <a:pt x="26112" y="6763"/>
                    <a:pt x="26817" y="7021"/>
                    <a:pt x="27005" y="7807"/>
                  </a:cubicBezTo>
                  <a:cubicBezTo>
                    <a:pt x="27014" y="7851"/>
                    <a:pt x="27022" y="7905"/>
                    <a:pt x="27031" y="7958"/>
                  </a:cubicBezTo>
                  <a:cubicBezTo>
                    <a:pt x="27040" y="8021"/>
                    <a:pt x="27049" y="8092"/>
                    <a:pt x="27049" y="8163"/>
                  </a:cubicBezTo>
                  <a:cubicBezTo>
                    <a:pt x="27049" y="8199"/>
                    <a:pt x="27049" y="8226"/>
                    <a:pt x="27049" y="8253"/>
                  </a:cubicBezTo>
                  <a:cubicBezTo>
                    <a:pt x="27049" y="8333"/>
                    <a:pt x="27049" y="8422"/>
                    <a:pt x="27040" y="8502"/>
                  </a:cubicBezTo>
                  <a:lnTo>
                    <a:pt x="29110" y="7307"/>
                  </a:lnTo>
                  <a:lnTo>
                    <a:pt x="29922" y="6843"/>
                  </a:lnTo>
                  <a:lnTo>
                    <a:pt x="29922" y="1963"/>
                  </a:lnTo>
                  <a:lnTo>
                    <a:pt x="25898" y="2820"/>
                  </a:lnTo>
                  <a:lnTo>
                    <a:pt x="24864" y="1"/>
                  </a:lnTo>
                  <a:lnTo>
                    <a:pt x="11562" y="8083"/>
                  </a:lnTo>
                  <a:lnTo>
                    <a:pt x="9983" y="12419"/>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35"/>
            <p:cNvSpPr/>
            <p:nvPr/>
          </p:nvSpPr>
          <p:spPr>
            <a:xfrm>
              <a:off x="2465475" y="2562300"/>
              <a:ext cx="383400" cy="340350"/>
            </a:xfrm>
            <a:custGeom>
              <a:avLst/>
              <a:gdLst/>
              <a:ahLst/>
              <a:cxnLst/>
              <a:rect l="l" t="t" r="r" b="b"/>
              <a:pathLst>
                <a:path w="15336" h="13614" extrusionOk="0">
                  <a:moveTo>
                    <a:pt x="0" y="9261"/>
                  </a:moveTo>
                  <a:lnTo>
                    <a:pt x="0" y="13614"/>
                  </a:lnTo>
                  <a:lnTo>
                    <a:pt x="170" y="13516"/>
                  </a:lnTo>
                  <a:lnTo>
                    <a:pt x="12900" y="5764"/>
                  </a:lnTo>
                  <a:cubicBezTo>
                    <a:pt x="12900" y="5746"/>
                    <a:pt x="12900" y="5737"/>
                    <a:pt x="12900" y="5719"/>
                  </a:cubicBezTo>
                  <a:cubicBezTo>
                    <a:pt x="12900" y="4595"/>
                    <a:pt x="13694" y="3212"/>
                    <a:pt x="14685" y="2650"/>
                  </a:cubicBezTo>
                  <a:cubicBezTo>
                    <a:pt x="14916" y="2516"/>
                    <a:pt x="15131" y="2436"/>
                    <a:pt x="15336" y="2409"/>
                  </a:cubicBezTo>
                  <a:lnTo>
                    <a:pt x="15336" y="1"/>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35"/>
            <p:cNvSpPr/>
            <p:nvPr/>
          </p:nvSpPr>
          <p:spPr>
            <a:xfrm>
              <a:off x="2469700" y="2563200"/>
              <a:ext cx="374950" cy="332100"/>
            </a:xfrm>
            <a:custGeom>
              <a:avLst/>
              <a:gdLst/>
              <a:ahLst/>
              <a:cxnLst/>
              <a:rect l="l" t="t" r="r" b="b"/>
              <a:pathLst>
                <a:path w="14998" h="13284" extrusionOk="0">
                  <a:moveTo>
                    <a:pt x="12562" y="5629"/>
                  </a:moveTo>
                  <a:cubicBezTo>
                    <a:pt x="12589" y="4461"/>
                    <a:pt x="13418" y="3051"/>
                    <a:pt x="14426" y="2462"/>
                  </a:cubicBezTo>
                  <a:cubicBezTo>
                    <a:pt x="14623" y="2355"/>
                    <a:pt x="14810" y="2275"/>
                    <a:pt x="14997" y="2230"/>
                  </a:cubicBezTo>
                  <a:lnTo>
                    <a:pt x="14997" y="0"/>
                  </a:lnTo>
                  <a:lnTo>
                    <a:pt x="1" y="9010"/>
                  </a:lnTo>
                  <a:lnTo>
                    <a:pt x="1" y="13284"/>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35"/>
            <p:cNvSpPr/>
            <p:nvPr/>
          </p:nvSpPr>
          <p:spPr>
            <a:xfrm>
              <a:off x="2208100" y="2523725"/>
              <a:ext cx="748050" cy="438250"/>
            </a:xfrm>
            <a:custGeom>
              <a:avLst/>
              <a:gdLst/>
              <a:ahLst/>
              <a:cxnLst/>
              <a:rect l="l" t="t" r="r" b="b"/>
              <a:pathLst>
                <a:path w="29922" h="17530" extrusionOk="0">
                  <a:moveTo>
                    <a:pt x="1" y="17530"/>
                  </a:moveTo>
                  <a:lnTo>
                    <a:pt x="29922" y="0"/>
                  </a:lnTo>
                  <a:lnTo>
                    <a:pt x="25907" y="857"/>
                  </a:lnTo>
                  <a:lnTo>
                    <a:pt x="10295" y="10250"/>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35"/>
            <p:cNvSpPr/>
            <p:nvPr/>
          </p:nvSpPr>
          <p:spPr>
            <a:xfrm>
              <a:off x="2208100" y="2520825"/>
              <a:ext cx="748050" cy="438050"/>
            </a:xfrm>
            <a:custGeom>
              <a:avLst/>
              <a:gdLst/>
              <a:ahLst/>
              <a:cxnLst/>
              <a:rect l="l" t="t" r="r" b="b"/>
              <a:pathLst>
                <a:path w="29922" h="17522" extrusionOk="0">
                  <a:moveTo>
                    <a:pt x="1" y="17521"/>
                  </a:moveTo>
                  <a:lnTo>
                    <a:pt x="29922" y="0"/>
                  </a:lnTo>
                  <a:lnTo>
                    <a:pt x="25907" y="857"/>
                  </a:lnTo>
                  <a:lnTo>
                    <a:pt x="10295" y="10242"/>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35"/>
            <p:cNvSpPr/>
            <p:nvPr/>
          </p:nvSpPr>
          <p:spPr>
            <a:xfrm>
              <a:off x="2465475" y="2486250"/>
              <a:ext cx="383400" cy="290625"/>
            </a:xfrm>
            <a:custGeom>
              <a:avLst/>
              <a:gdLst/>
              <a:ahLst/>
              <a:cxnLst/>
              <a:rect l="l" t="t" r="r" b="b"/>
              <a:pathLst>
                <a:path w="15336" h="11625" extrusionOk="0">
                  <a:moveTo>
                    <a:pt x="15336" y="2365"/>
                  </a:moveTo>
                  <a:lnTo>
                    <a:pt x="14390" y="1"/>
                  </a:lnTo>
                  <a:lnTo>
                    <a:pt x="1419" y="7887"/>
                  </a:lnTo>
                  <a:lnTo>
                    <a:pt x="0" y="11625"/>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35"/>
            <p:cNvSpPr/>
            <p:nvPr/>
          </p:nvSpPr>
          <p:spPr>
            <a:xfrm>
              <a:off x="2473725" y="2492275"/>
              <a:ext cx="370025" cy="275000"/>
            </a:xfrm>
            <a:custGeom>
              <a:avLst/>
              <a:gdLst/>
              <a:ahLst/>
              <a:cxnLst/>
              <a:rect l="l" t="t" r="r" b="b"/>
              <a:pathLst>
                <a:path w="14801" h="11000" extrusionOk="0">
                  <a:moveTo>
                    <a:pt x="1" y="11000"/>
                  </a:moveTo>
                  <a:lnTo>
                    <a:pt x="2704" y="9367"/>
                  </a:lnTo>
                  <a:lnTo>
                    <a:pt x="9082" y="5514"/>
                  </a:lnTo>
                  <a:lnTo>
                    <a:pt x="12624" y="3364"/>
                  </a:lnTo>
                  <a:lnTo>
                    <a:pt x="14783" y="2061"/>
                  </a:lnTo>
                  <a:lnTo>
                    <a:pt x="14801" y="2052"/>
                  </a:lnTo>
                  <a:lnTo>
                    <a:pt x="13971" y="0"/>
                  </a:lnTo>
                  <a:lnTo>
                    <a:pt x="10242" y="2266"/>
                  </a:lnTo>
                  <a:lnTo>
                    <a:pt x="6709" y="4425"/>
                  </a:lnTo>
                  <a:lnTo>
                    <a:pt x="1223" y="7762"/>
                  </a:lnTo>
                  <a:lnTo>
                    <a:pt x="928" y="8547"/>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35"/>
            <p:cNvSpPr/>
            <p:nvPr/>
          </p:nvSpPr>
          <p:spPr>
            <a:xfrm>
              <a:off x="2496925" y="2602900"/>
              <a:ext cx="203875" cy="123575"/>
            </a:xfrm>
            <a:custGeom>
              <a:avLst/>
              <a:gdLst/>
              <a:ahLst/>
              <a:cxnLst/>
              <a:rect l="l" t="t" r="r" b="b"/>
              <a:pathLst>
                <a:path w="8155" h="4943" extrusionOk="0">
                  <a:moveTo>
                    <a:pt x="0" y="4122"/>
                  </a:moveTo>
                  <a:lnTo>
                    <a:pt x="1776" y="4942"/>
                  </a:lnTo>
                  <a:lnTo>
                    <a:pt x="8154" y="1089"/>
                  </a:lnTo>
                  <a:lnTo>
                    <a:pt x="5781" y="0"/>
                  </a:lnTo>
                  <a:lnTo>
                    <a:pt x="295" y="3337"/>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35"/>
            <p:cNvSpPr/>
            <p:nvPr/>
          </p:nvSpPr>
          <p:spPr>
            <a:xfrm>
              <a:off x="2789525" y="2492275"/>
              <a:ext cx="54000" cy="51550"/>
            </a:xfrm>
            <a:custGeom>
              <a:avLst/>
              <a:gdLst/>
              <a:ahLst/>
              <a:cxnLst/>
              <a:rect l="l" t="t" r="r" b="b"/>
              <a:pathLst>
                <a:path w="2160" h="2062" extrusionOk="0">
                  <a:moveTo>
                    <a:pt x="1" y="821"/>
                  </a:moveTo>
                  <a:lnTo>
                    <a:pt x="2151" y="2061"/>
                  </a:lnTo>
                  <a:lnTo>
                    <a:pt x="2160" y="2052"/>
                  </a:lnTo>
                  <a:lnTo>
                    <a:pt x="1339"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35"/>
            <p:cNvSpPr/>
            <p:nvPr/>
          </p:nvSpPr>
          <p:spPr>
            <a:xfrm>
              <a:off x="2729750" y="2492275"/>
              <a:ext cx="114000" cy="84100"/>
            </a:xfrm>
            <a:custGeom>
              <a:avLst/>
              <a:gdLst/>
              <a:ahLst/>
              <a:cxnLst/>
              <a:rect l="l" t="t" r="r" b="b"/>
              <a:pathLst>
                <a:path w="4560" h="3364" extrusionOk="0">
                  <a:moveTo>
                    <a:pt x="1" y="2266"/>
                  </a:moveTo>
                  <a:lnTo>
                    <a:pt x="2383" y="3364"/>
                  </a:lnTo>
                  <a:lnTo>
                    <a:pt x="4542" y="2061"/>
                  </a:lnTo>
                  <a:lnTo>
                    <a:pt x="4560" y="2052"/>
                  </a:lnTo>
                  <a:lnTo>
                    <a:pt x="373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35"/>
            <p:cNvSpPr/>
            <p:nvPr/>
          </p:nvSpPr>
          <p:spPr>
            <a:xfrm>
              <a:off x="1970800" y="2823900"/>
              <a:ext cx="237325" cy="257175"/>
            </a:xfrm>
            <a:custGeom>
              <a:avLst/>
              <a:gdLst/>
              <a:ahLst/>
              <a:cxnLst/>
              <a:rect l="l" t="t" r="r" b="b"/>
              <a:pathLst>
                <a:path w="9493" h="10287" extrusionOk="0">
                  <a:moveTo>
                    <a:pt x="9493" y="10287"/>
                  </a:moveTo>
                  <a:lnTo>
                    <a:pt x="1" y="4881"/>
                  </a:lnTo>
                  <a:lnTo>
                    <a:pt x="1" y="1"/>
                  </a:lnTo>
                  <a:lnTo>
                    <a:pt x="9493" y="5398"/>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35"/>
            <p:cNvSpPr/>
            <p:nvPr/>
          </p:nvSpPr>
          <p:spPr>
            <a:xfrm>
              <a:off x="1970800" y="2647275"/>
              <a:ext cx="486900" cy="311600"/>
            </a:xfrm>
            <a:custGeom>
              <a:avLst/>
              <a:gdLst/>
              <a:ahLst/>
              <a:cxnLst/>
              <a:rect l="l" t="t" r="r" b="b"/>
              <a:pathLst>
                <a:path w="19476" h="12464" extrusionOk="0">
                  <a:moveTo>
                    <a:pt x="9493" y="12463"/>
                  </a:moveTo>
                  <a:lnTo>
                    <a:pt x="1" y="7066"/>
                  </a:lnTo>
                  <a:lnTo>
                    <a:pt x="9983" y="0"/>
                  </a:lnTo>
                  <a:lnTo>
                    <a:pt x="19475" y="5398"/>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35"/>
            <p:cNvSpPr/>
            <p:nvPr/>
          </p:nvSpPr>
          <p:spPr>
            <a:xfrm>
              <a:off x="2259850" y="2336600"/>
              <a:ext cx="569850" cy="337025"/>
            </a:xfrm>
            <a:custGeom>
              <a:avLst/>
              <a:gdLst/>
              <a:ahLst/>
              <a:cxnLst/>
              <a:rect l="l" t="t" r="r" b="b"/>
              <a:pathLst>
                <a:path w="22794" h="13481" extrusionOk="0">
                  <a:moveTo>
                    <a:pt x="9492" y="13480"/>
                  </a:moveTo>
                  <a:lnTo>
                    <a:pt x="22794" y="5407"/>
                  </a:lnTo>
                  <a:lnTo>
                    <a:pt x="13293" y="1"/>
                  </a:lnTo>
                  <a:lnTo>
                    <a:pt x="0" y="8083"/>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35"/>
            <p:cNvSpPr/>
            <p:nvPr/>
          </p:nvSpPr>
          <p:spPr>
            <a:xfrm>
              <a:off x="2259850" y="2336600"/>
              <a:ext cx="569850" cy="202075"/>
            </a:xfrm>
            <a:custGeom>
              <a:avLst/>
              <a:gdLst/>
              <a:ahLst/>
              <a:cxnLst/>
              <a:rect l="l" t="t" r="r" b="b"/>
              <a:pathLst>
                <a:path w="22794" h="8083" extrusionOk="0">
                  <a:moveTo>
                    <a:pt x="22794" y="5407"/>
                  </a:moveTo>
                  <a:lnTo>
                    <a:pt x="0" y="8083"/>
                  </a:lnTo>
                  <a:lnTo>
                    <a:pt x="1329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35"/>
            <p:cNvSpPr/>
            <p:nvPr/>
          </p:nvSpPr>
          <p:spPr>
            <a:xfrm>
              <a:off x="2351950" y="2525500"/>
              <a:ext cx="384300" cy="148350"/>
            </a:xfrm>
            <a:custGeom>
              <a:avLst/>
              <a:gdLst/>
              <a:ahLst/>
              <a:cxnLst/>
              <a:rect l="l" t="t" r="r" b="b"/>
              <a:pathLst>
                <a:path w="15372" h="5934" extrusionOk="0">
                  <a:moveTo>
                    <a:pt x="15372" y="1"/>
                  </a:moveTo>
                  <a:lnTo>
                    <a:pt x="1" y="2623"/>
                  </a:lnTo>
                  <a:lnTo>
                    <a:pt x="5808" y="5933"/>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35"/>
            <p:cNvSpPr/>
            <p:nvPr/>
          </p:nvSpPr>
          <p:spPr>
            <a:xfrm>
              <a:off x="2236200" y="2557175"/>
              <a:ext cx="88125" cy="83650"/>
            </a:xfrm>
            <a:custGeom>
              <a:avLst/>
              <a:gdLst/>
              <a:ahLst/>
              <a:cxnLst/>
              <a:rect l="l" t="t" r="r" b="b"/>
              <a:pathLst>
                <a:path w="3525" h="3346" extrusionOk="0">
                  <a:moveTo>
                    <a:pt x="1" y="3346"/>
                  </a:moveTo>
                  <a:lnTo>
                    <a:pt x="3524" y="1312"/>
                  </a:lnTo>
                  <a:lnTo>
                    <a:pt x="1214"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35"/>
            <p:cNvSpPr/>
            <p:nvPr/>
          </p:nvSpPr>
          <p:spPr>
            <a:xfrm>
              <a:off x="2345050" y="2621400"/>
              <a:ext cx="12725" cy="13625"/>
            </a:xfrm>
            <a:custGeom>
              <a:avLst/>
              <a:gdLst/>
              <a:ahLst/>
              <a:cxnLst/>
              <a:rect l="l" t="t" r="r" b="b"/>
              <a:pathLst>
                <a:path w="509" h="545" extrusionOk="0">
                  <a:moveTo>
                    <a:pt x="36" y="322"/>
                  </a:moveTo>
                  <a:lnTo>
                    <a:pt x="384" y="527"/>
                  </a:lnTo>
                  <a:cubicBezTo>
                    <a:pt x="410" y="545"/>
                    <a:pt x="446" y="536"/>
                    <a:pt x="455" y="500"/>
                  </a:cubicBezTo>
                  <a:lnTo>
                    <a:pt x="500" y="366"/>
                  </a:lnTo>
                  <a:cubicBezTo>
                    <a:pt x="509" y="340"/>
                    <a:pt x="500" y="313"/>
                    <a:pt x="473" y="304"/>
                  </a:cubicBezTo>
                  <a:lnTo>
                    <a:pt x="330" y="215"/>
                  </a:lnTo>
                  <a:lnTo>
                    <a:pt x="419" y="27"/>
                  </a:lnTo>
                  <a:lnTo>
                    <a:pt x="366" y="1"/>
                  </a:lnTo>
                  <a:lnTo>
                    <a:pt x="277" y="188"/>
                  </a:lnTo>
                  <a:lnTo>
                    <a:pt x="125" y="99"/>
                  </a:lnTo>
                  <a:cubicBezTo>
                    <a:pt x="98" y="81"/>
                    <a:pt x="63" y="90"/>
                    <a:pt x="54" y="126"/>
                  </a:cubicBezTo>
                  <a:lnTo>
                    <a:pt x="9" y="259"/>
                  </a:lnTo>
                  <a:cubicBezTo>
                    <a:pt x="0" y="286"/>
                    <a:pt x="9" y="313"/>
                    <a:pt x="36" y="322"/>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35"/>
            <p:cNvSpPr/>
            <p:nvPr/>
          </p:nvSpPr>
          <p:spPr>
            <a:xfrm>
              <a:off x="2235525" y="2633450"/>
              <a:ext cx="220150" cy="130275"/>
            </a:xfrm>
            <a:custGeom>
              <a:avLst/>
              <a:gdLst/>
              <a:ahLst/>
              <a:cxnLst/>
              <a:rect l="l" t="t" r="r" b="b"/>
              <a:pathLst>
                <a:path w="8806" h="5211" extrusionOk="0">
                  <a:moveTo>
                    <a:pt x="1" y="322"/>
                  </a:moveTo>
                  <a:lnTo>
                    <a:pt x="536" y="0"/>
                  </a:lnTo>
                  <a:lnTo>
                    <a:pt x="8806" y="4675"/>
                  </a:lnTo>
                  <a:lnTo>
                    <a:pt x="8610" y="521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35"/>
            <p:cNvSpPr/>
            <p:nvPr/>
          </p:nvSpPr>
          <p:spPr>
            <a:xfrm>
              <a:off x="2292175" y="2673600"/>
              <a:ext cx="180250" cy="90125"/>
            </a:xfrm>
            <a:custGeom>
              <a:avLst/>
              <a:gdLst/>
              <a:ahLst/>
              <a:cxnLst/>
              <a:rect l="l" t="t" r="r" b="b"/>
              <a:pathLst>
                <a:path w="7210" h="3605" extrusionOk="0">
                  <a:moveTo>
                    <a:pt x="7209" y="1240"/>
                  </a:moveTo>
                  <a:lnTo>
                    <a:pt x="1" y="0"/>
                  </a:lnTo>
                  <a:lnTo>
                    <a:pt x="6344" y="3604"/>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35"/>
            <p:cNvSpPr/>
            <p:nvPr/>
          </p:nvSpPr>
          <p:spPr>
            <a:xfrm>
              <a:off x="2235975" y="2557175"/>
              <a:ext cx="245575" cy="122250"/>
            </a:xfrm>
            <a:custGeom>
              <a:avLst/>
              <a:gdLst/>
              <a:ahLst/>
              <a:cxnLst/>
              <a:rect l="l" t="t" r="r" b="b"/>
              <a:pathLst>
                <a:path w="9823" h="4890" extrusionOk="0">
                  <a:moveTo>
                    <a:pt x="9823" y="4889"/>
                  </a:moveTo>
                  <a:lnTo>
                    <a:pt x="1" y="3373"/>
                  </a:lnTo>
                  <a:lnTo>
                    <a:pt x="122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35"/>
            <p:cNvSpPr/>
            <p:nvPr/>
          </p:nvSpPr>
          <p:spPr>
            <a:xfrm>
              <a:off x="2342575" y="2612700"/>
              <a:ext cx="32375" cy="33050"/>
            </a:xfrm>
            <a:custGeom>
              <a:avLst/>
              <a:gdLst/>
              <a:ahLst/>
              <a:cxnLst/>
              <a:rect l="l" t="t" r="r" b="b"/>
              <a:pathLst>
                <a:path w="1295" h="1322" extrusionOk="0">
                  <a:moveTo>
                    <a:pt x="81" y="759"/>
                  </a:moveTo>
                  <a:lnTo>
                    <a:pt x="964" y="1285"/>
                  </a:lnTo>
                  <a:cubicBezTo>
                    <a:pt x="1045" y="1321"/>
                    <a:pt x="1134" y="1285"/>
                    <a:pt x="1161" y="1205"/>
                  </a:cubicBezTo>
                  <a:lnTo>
                    <a:pt x="1277" y="866"/>
                  </a:lnTo>
                  <a:cubicBezTo>
                    <a:pt x="1295" y="804"/>
                    <a:pt x="1268" y="732"/>
                    <a:pt x="1214" y="705"/>
                  </a:cubicBezTo>
                  <a:lnTo>
                    <a:pt x="840" y="482"/>
                  </a:lnTo>
                  <a:lnTo>
                    <a:pt x="1027" y="81"/>
                  </a:lnTo>
                  <a:lnTo>
                    <a:pt x="893" y="1"/>
                  </a:lnTo>
                  <a:lnTo>
                    <a:pt x="706" y="402"/>
                  </a:lnTo>
                  <a:lnTo>
                    <a:pt x="322" y="179"/>
                  </a:lnTo>
                  <a:cubicBezTo>
                    <a:pt x="251" y="135"/>
                    <a:pt x="153" y="170"/>
                    <a:pt x="135" y="250"/>
                  </a:cubicBezTo>
                  <a:lnTo>
                    <a:pt x="19" y="598"/>
                  </a:lnTo>
                  <a:cubicBezTo>
                    <a:pt x="1" y="661"/>
                    <a:pt x="28" y="732"/>
                    <a:pt x="81" y="759"/>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35"/>
            <p:cNvSpPr/>
            <p:nvPr/>
          </p:nvSpPr>
          <p:spPr>
            <a:xfrm>
              <a:off x="2025675" y="2666225"/>
              <a:ext cx="398575" cy="264750"/>
            </a:xfrm>
            <a:custGeom>
              <a:avLst/>
              <a:gdLst/>
              <a:ahLst/>
              <a:cxnLst/>
              <a:rect l="l" t="t" r="r" b="b"/>
              <a:pathLst>
                <a:path w="15943" h="10590" extrusionOk="0">
                  <a:moveTo>
                    <a:pt x="15942" y="3881"/>
                  </a:moveTo>
                  <a:lnTo>
                    <a:pt x="5335" y="10590"/>
                  </a:lnTo>
                  <a:lnTo>
                    <a:pt x="0" y="7557"/>
                  </a:lnTo>
                  <a:lnTo>
                    <a:pt x="9126" y="1"/>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5"/>
            <p:cNvSpPr/>
            <p:nvPr/>
          </p:nvSpPr>
          <p:spPr>
            <a:xfrm>
              <a:off x="2021200" y="2663550"/>
              <a:ext cx="398350" cy="264750"/>
            </a:xfrm>
            <a:custGeom>
              <a:avLst/>
              <a:gdLst/>
              <a:ahLst/>
              <a:cxnLst/>
              <a:rect l="l" t="t" r="r" b="b"/>
              <a:pathLst>
                <a:path w="15934" h="10590" extrusionOk="0">
                  <a:moveTo>
                    <a:pt x="15934" y="3881"/>
                  </a:moveTo>
                  <a:lnTo>
                    <a:pt x="5327" y="10590"/>
                  </a:lnTo>
                  <a:lnTo>
                    <a:pt x="1" y="7557"/>
                  </a:lnTo>
                  <a:lnTo>
                    <a:pt x="9118" y="1"/>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35"/>
            <p:cNvSpPr/>
            <p:nvPr/>
          </p:nvSpPr>
          <p:spPr>
            <a:xfrm>
              <a:off x="2087225" y="2708825"/>
              <a:ext cx="245350" cy="183800"/>
            </a:xfrm>
            <a:custGeom>
              <a:avLst/>
              <a:gdLst/>
              <a:ahLst/>
              <a:cxnLst/>
              <a:rect l="l" t="t" r="r" b="b"/>
              <a:pathLst>
                <a:path w="9814" h="7352" extrusionOk="0">
                  <a:moveTo>
                    <a:pt x="170" y="7352"/>
                  </a:moveTo>
                  <a:lnTo>
                    <a:pt x="9814" y="99"/>
                  </a:lnTo>
                  <a:lnTo>
                    <a:pt x="9662" y="1"/>
                  </a:lnTo>
                  <a:lnTo>
                    <a:pt x="0" y="7253"/>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35"/>
            <p:cNvSpPr/>
            <p:nvPr/>
          </p:nvSpPr>
          <p:spPr>
            <a:xfrm>
              <a:off x="2392550" y="2758575"/>
              <a:ext cx="11850" cy="10050"/>
            </a:xfrm>
            <a:custGeom>
              <a:avLst/>
              <a:gdLst/>
              <a:ahLst/>
              <a:cxnLst/>
              <a:rect l="l" t="t" r="r" b="b"/>
              <a:pathLst>
                <a:path w="474" h="402" extrusionOk="0">
                  <a:moveTo>
                    <a:pt x="0" y="366"/>
                  </a:moveTo>
                  <a:lnTo>
                    <a:pt x="411" y="0"/>
                  </a:lnTo>
                  <a:lnTo>
                    <a:pt x="473" y="36"/>
                  </a:lnTo>
                  <a:lnTo>
                    <a:pt x="63" y="40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35"/>
            <p:cNvSpPr/>
            <p:nvPr/>
          </p:nvSpPr>
          <p:spPr>
            <a:xfrm>
              <a:off x="2388750" y="2756325"/>
              <a:ext cx="11625" cy="10075"/>
            </a:xfrm>
            <a:custGeom>
              <a:avLst/>
              <a:gdLst/>
              <a:ahLst/>
              <a:cxnLst/>
              <a:rect l="l" t="t" r="r" b="b"/>
              <a:pathLst>
                <a:path w="465" h="403" extrusionOk="0">
                  <a:moveTo>
                    <a:pt x="1" y="358"/>
                  </a:moveTo>
                  <a:lnTo>
                    <a:pt x="402" y="1"/>
                  </a:lnTo>
                  <a:lnTo>
                    <a:pt x="465" y="37"/>
                  </a:lnTo>
                  <a:lnTo>
                    <a:pt x="63"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5"/>
            <p:cNvSpPr/>
            <p:nvPr/>
          </p:nvSpPr>
          <p:spPr>
            <a:xfrm>
              <a:off x="2384750" y="2754100"/>
              <a:ext cx="11825" cy="10075"/>
            </a:xfrm>
            <a:custGeom>
              <a:avLst/>
              <a:gdLst/>
              <a:ahLst/>
              <a:cxnLst/>
              <a:rect l="l" t="t" r="r" b="b"/>
              <a:pathLst>
                <a:path w="473" h="403" extrusionOk="0">
                  <a:moveTo>
                    <a:pt x="0" y="357"/>
                  </a:moveTo>
                  <a:lnTo>
                    <a:pt x="410" y="1"/>
                  </a:lnTo>
                  <a:lnTo>
                    <a:pt x="473" y="36"/>
                  </a:lnTo>
                  <a:lnTo>
                    <a:pt x="63"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5"/>
            <p:cNvSpPr/>
            <p:nvPr/>
          </p:nvSpPr>
          <p:spPr>
            <a:xfrm>
              <a:off x="2380950" y="2751875"/>
              <a:ext cx="11625" cy="9825"/>
            </a:xfrm>
            <a:custGeom>
              <a:avLst/>
              <a:gdLst/>
              <a:ahLst/>
              <a:cxnLst/>
              <a:rect l="l" t="t" r="r" b="b"/>
              <a:pathLst>
                <a:path w="465" h="393" extrusionOk="0">
                  <a:moveTo>
                    <a:pt x="0" y="357"/>
                  </a:moveTo>
                  <a:lnTo>
                    <a:pt x="402" y="0"/>
                  </a:lnTo>
                  <a:lnTo>
                    <a:pt x="464" y="36"/>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5"/>
            <p:cNvSpPr/>
            <p:nvPr/>
          </p:nvSpPr>
          <p:spPr>
            <a:xfrm>
              <a:off x="2376925" y="2749650"/>
              <a:ext cx="11850" cy="9825"/>
            </a:xfrm>
            <a:custGeom>
              <a:avLst/>
              <a:gdLst/>
              <a:ahLst/>
              <a:cxnLst/>
              <a:rect l="l" t="t" r="r" b="b"/>
              <a:pathLst>
                <a:path w="474" h="393" extrusionOk="0">
                  <a:moveTo>
                    <a:pt x="1" y="357"/>
                  </a:moveTo>
                  <a:lnTo>
                    <a:pt x="411" y="0"/>
                  </a:lnTo>
                  <a:lnTo>
                    <a:pt x="474" y="36"/>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35"/>
            <p:cNvSpPr/>
            <p:nvPr/>
          </p:nvSpPr>
          <p:spPr>
            <a:xfrm>
              <a:off x="2373150" y="2747400"/>
              <a:ext cx="11625" cy="9850"/>
            </a:xfrm>
            <a:custGeom>
              <a:avLst/>
              <a:gdLst/>
              <a:ahLst/>
              <a:cxnLst/>
              <a:rect l="l" t="t" r="r" b="b"/>
              <a:pathLst>
                <a:path w="465" h="394" extrusionOk="0">
                  <a:moveTo>
                    <a:pt x="0" y="358"/>
                  </a:moveTo>
                  <a:lnTo>
                    <a:pt x="402" y="1"/>
                  </a:lnTo>
                  <a:lnTo>
                    <a:pt x="464" y="37"/>
                  </a:lnTo>
                  <a:lnTo>
                    <a:pt x="63" y="394"/>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35"/>
            <p:cNvSpPr/>
            <p:nvPr/>
          </p:nvSpPr>
          <p:spPr>
            <a:xfrm>
              <a:off x="2369125" y="2745175"/>
              <a:ext cx="11850" cy="9850"/>
            </a:xfrm>
            <a:custGeom>
              <a:avLst/>
              <a:gdLst/>
              <a:ahLst/>
              <a:cxnLst/>
              <a:rect l="l" t="t" r="r" b="b"/>
              <a:pathLst>
                <a:path w="474" h="394" extrusionOk="0">
                  <a:moveTo>
                    <a:pt x="1" y="358"/>
                  </a:moveTo>
                  <a:lnTo>
                    <a:pt x="411" y="1"/>
                  </a:lnTo>
                  <a:lnTo>
                    <a:pt x="473" y="36"/>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35"/>
            <p:cNvSpPr/>
            <p:nvPr/>
          </p:nvSpPr>
          <p:spPr>
            <a:xfrm>
              <a:off x="2365125" y="2742950"/>
              <a:ext cx="11825" cy="9850"/>
            </a:xfrm>
            <a:custGeom>
              <a:avLst/>
              <a:gdLst/>
              <a:ahLst/>
              <a:cxnLst/>
              <a:rect l="l" t="t" r="r" b="b"/>
              <a:pathLst>
                <a:path w="473" h="394" extrusionOk="0">
                  <a:moveTo>
                    <a:pt x="0" y="357"/>
                  </a:moveTo>
                  <a:lnTo>
                    <a:pt x="410" y="1"/>
                  </a:lnTo>
                  <a:lnTo>
                    <a:pt x="473" y="36"/>
                  </a:lnTo>
                  <a:lnTo>
                    <a:pt x="71"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5"/>
            <p:cNvSpPr/>
            <p:nvPr/>
          </p:nvSpPr>
          <p:spPr>
            <a:xfrm>
              <a:off x="2361325" y="2740725"/>
              <a:ext cx="11850" cy="9825"/>
            </a:xfrm>
            <a:custGeom>
              <a:avLst/>
              <a:gdLst/>
              <a:ahLst/>
              <a:cxnLst/>
              <a:rect l="l" t="t" r="r" b="b"/>
              <a:pathLst>
                <a:path w="474" h="393" extrusionOk="0">
                  <a:moveTo>
                    <a:pt x="0" y="357"/>
                  </a:moveTo>
                  <a:lnTo>
                    <a:pt x="411" y="0"/>
                  </a:lnTo>
                  <a:lnTo>
                    <a:pt x="473" y="36"/>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5"/>
            <p:cNvSpPr/>
            <p:nvPr/>
          </p:nvSpPr>
          <p:spPr>
            <a:xfrm>
              <a:off x="2357300" y="2738500"/>
              <a:ext cx="11850" cy="9825"/>
            </a:xfrm>
            <a:custGeom>
              <a:avLst/>
              <a:gdLst/>
              <a:ahLst/>
              <a:cxnLst/>
              <a:rect l="l" t="t" r="r" b="b"/>
              <a:pathLst>
                <a:path w="474" h="393" extrusionOk="0">
                  <a:moveTo>
                    <a:pt x="1" y="357"/>
                  </a:moveTo>
                  <a:lnTo>
                    <a:pt x="411" y="0"/>
                  </a:lnTo>
                  <a:lnTo>
                    <a:pt x="474" y="36"/>
                  </a:lnTo>
                  <a:lnTo>
                    <a:pt x="72"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5"/>
            <p:cNvSpPr/>
            <p:nvPr/>
          </p:nvSpPr>
          <p:spPr>
            <a:xfrm>
              <a:off x="2353525" y="2736250"/>
              <a:ext cx="11825" cy="9850"/>
            </a:xfrm>
            <a:custGeom>
              <a:avLst/>
              <a:gdLst/>
              <a:ahLst/>
              <a:cxnLst/>
              <a:rect l="l" t="t" r="r" b="b"/>
              <a:pathLst>
                <a:path w="473" h="394" extrusionOk="0">
                  <a:moveTo>
                    <a:pt x="0" y="358"/>
                  </a:moveTo>
                  <a:lnTo>
                    <a:pt x="410" y="1"/>
                  </a:lnTo>
                  <a:lnTo>
                    <a:pt x="473" y="37"/>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5"/>
            <p:cNvSpPr/>
            <p:nvPr/>
          </p:nvSpPr>
          <p:spPr>
            <a:xfrm>
              <a:off x="2349500" y="2734025"/>
              <a:ext cx="11850" cy="9850"/>
            </a:xfrm>
            <a:custGeom>
              <a:avLst/>
              <a:gdLst/>
              <a:ahLst/>
              <a:cxnLst/>
              <a:rect l="l" t="t" r="r" b="b"/>
              <a:pathLst>
                <a:path w="474" h="394" extrusionOk="0">
                  <a:moveTo>
                    <a:pt x="1" y="358"/>
                  </a:moveTo>
                  <a:lnTo>
                    <a:pt x="411" y="1"/>
                  </a:lnTo>
                  <a:lnTo>
                    <a:pt x="473" y="36"/>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5"/>
            <p:cNvSpPr/>
            <p:nvPr/>
          </p:nvSpPr>
          <p:spPr>
            <a:xfrm>
              <a:off x="2345700" y="2731575"/>
              <a:ext cx="11850" cy="10075"/>
            </a:xfrm>
            <a:custGeom>
              <a:avLst/>
              <a:gdLst/>
              <a:ahLst/>
              <a:cxnLst/>
              <a:rect l="l" t="t" r="r" b="b"/>
              <a:pathLst>
                <a:path w="474" h="403" extrusionOk="0">
                  <a:moveTo>
                    <a:pt x="1" y="366"/>
                  </a:moveTo>
                  <a:lnTo>
                    <a:pt x="411" y="1"/>
                  </a:lnTo>
                  <a:lnTo>
                    <a:pt x="474" y="45"/>
                  </a:lnTo>
                  <a:lnTo>
                    <a:pt x="63"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5"/>
            <p:cNvSpPr/>
            <p:nvPr/>
          </p:nvSpPr>
          <p:spPr>
            <a:xfrm>
              <a:off x="2341700" y="2729350"/>
              <a:ext cx="11850" cy="10050"/>
            </a:xfrm>
            <a:custGeom>
              <a:avLst/>
              <a:gdLst/>
              <a:ahLst/>
              <a:cxnLst/>
              <a:rect l="l" t="t" r="r" b="b"/>
              <a:pathLst>
                <a:path w="474" h="402" extrusionOk="0">
                  <a:moveTo>
                    <a:pt x="0" y="366"/>
                  </a:moveTo>
                  <a:lnTo>
                    <a:pt x="411" y="0"/>
                  </a:lnTo>
                  <a:lnTo>
                    <a:pt x="473" y="45"/>
                  </a:lnTo>
                  <a:lnTo>
                    <a:pt x="63"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5"/>
            <p:cNvSpPr/>
            <p:nvPr/>
          </p:nvSpPr>
          <p:spPr>
            <a:xfrm>
              <a:off x="2337900" y="2727125"/>
              <a:ext cx="11850" cy="10050"/>
            </a:xfrm>
            <a:custGeom>
              <a:avLst/>
              <a:gdLst/>
              <a:ahLst/>
              <a:cxnLst/>
              <a:rect l="l" t="t" r="r" b="b"/>
              <a:pathLst>
                <a:path w="474" h="402" extrusionOk="0">
                  <a:moveTo>
                    <a:pt x="1" y="366"/>
                  </a:moveTo>
                  <a:lnTo>
                    <a:pt x="402" y="0"/>
                  </a:lnTo>
                  <a:lnTo>
                    <a:pt x="473" y="36"/>
                  </a:lnTo>
                  <a:lnTo>
                    <a:pt x="63"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5"/>
            <p:cNvSpPr/>
            <p:nvPr/>
          </p:nvSpPr>
          <p:spPr>
            <a:xfrm>
              <a:off x="2333900" y="2724875"/>
              <a:ext cx="11825" cy="10075"/>
            </a:xfrm>
            <a:custGeom>
              <a:avLst/>
              <a:gdLst/>
              <a:ahLst/>
              <a:cxnLst/>
              <a:rect l="l" t="t" r="r" b="b"/>
              <a:pathLst>
                <a:path w="473" h="403" extrusionOk="0">
                  <a:moveTo>
                    <a:pt x="0" y="367"/>
                  </a:moveTo>
                  <a:lnTo>
                    <a:pt x="410" y="1"/>
                  </a:lnTo>
                  <a:lnTo>
                    <a:pt x="473" y="37"/>
                  </a:lnTo>
                  <a:lnTo>
                    <a:pt x="63"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5"/>
            <p:cNvSpPr/>
            <p:nvPr/>
          </p:nvSpPr>
          <p:spPr>
            <a:xfrm>
              <a:off x="2330100" y="2722650"/>
              <a:ext cx="11850" cy="10075"/>
            </a:xfrm>
            <a:custGeom>
              <a:avLst/>
              <a:gdLst/>
              <a:ahLst/>
              <a:cxnLst/>
              <a:rect l="l" t="t" r="r" b="b"/>
              <a:pathLst>
                <a:path w="474" h="403" extrusionOk="0">
                  <a:moveTo>
                    <a:pt x="0" y="367"/>
                  </a:moveTo>
                  <a:lnTo>
                    <a:pt x="402" y="1"/>
                  </a:lnTo>
                  <a:lnTo>
                    <a:pt x="473" y="36"/>
                  </a:lnTo>
                  <a:lnTo>
                    <a:pt x="63"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5"/>
            <p:cNvSpPr/>
            <p:nvPr/>
          </p:nvSpPr>
          <p:spPr>
            <a:xfrm>
              <a:off x="2326075" y="2720425"/>
              <a:ext cx="11850" cy="10050"/>
            </a:xfrm>
            <a:custGeom>
              <a:avLst/>
              <a:gdLst/>
              <a:ahLst/>
              <a:cxnLst/>
              <a:rect l="l" t="t" r="r" b="b"/>
              <a:pathLst>
                <a:path w="474" h="402" extrusionOk="0">
                  <a:moveTo>
                    <a:pt x="1" y="366"/>
                  </a:moveTo>
                  <a:lnTo>
                    <a:pt x="411" y="1"/>
                  </a:lnTo>
                  <a:lnTo>
                    <a:pt x="474" y="36"/>
                  </a:lnTo>
                  <a:lnTo>
                    <a:pt x="63"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5"/>
            <p:cNvSpPr/>
            <p:nvPr/>
          </p:nvSpPr>
          <p:spPr>
            <a:xfrm>
              <a:off x="2307575" y="2708825"/>
              <a:ext cx="11850" cy="9850"/>
            </a:xfrm>
            <a:custGeom>
              <a:avLst/>
              <a:gdLst/>
              <a:ahLst/>
              <a:cxnLst/>
              <a:rect l="l" t="t" r="r" b="b"/>
              <a:pathLst>
                <a:path w="474" h="394" extrusionOk="0">
                  <a:moveTo>
                    <a:pt x="0" y="358"/>
                  </a:moveTo>
                  <a:lnTo>
                    <a:pt x="402" y="1"/>
                  </a:lnTo>
                  <a:lnTo>
                    <a:pt x="473" y="36"/>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35"/>
            <p:cNvSpPr/>
            <p:nvPr/>
          </p:nvSpPr>
          <p:spPr>
            <a:xfrm>
              <a:off x="2303550" y="2706600"/>
              <a:ext cx="11850" cy="9825"/>
            </a:xfrm>
            <a:custGeom>
              <a:avLst/>
              <a:gdLst/>
              <a:ahLst/>
              <a:cxnLst/>
              <a:rect l="l" t="t" r="r" b="b"/>
              <a:pathLst>
                <a:path w="474" h="393" extrusionOk="0">
                  <a:moveTo>
                    <a:pt x="1" y="357"/>
                  </a:moveTo>
                  <a:lnTo>
                    <a:pt x="411" y="0"/>
                  </a:lnTo>
                  <a:lnTo>
                    <a:pt x="474" y="36"/>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5"/>
            <p:cNvSpPr/>
            <p:nvPr/>
          </p:nvSpPr>
          <p:spPr>
            <a:xfrm>
              <a:off x="2299775" y="2704375"/>
              <a:ext cx="11625" cy="9825"/>
            </a:xfrm>
            <a:custGeom>
              <a:avLst/>
              <a:gdLst/>
              <a:ahLst/>
              <a:cxnLst/>
              <a:rect l="l" t="t" r="r" b="b"/>
              <a:pathLst>
                <a:path w="465" h="393" extrusionOk="0">
                  <a:moveTo>
                    <a:pt x="0" y="357"/>
                  </a:moveTo>
                  <a:lnTo>
                    <a:pt x="402" y="0"/>
                  </a:lnTo>
                  <a:lnTo>
                    <a:pt x="464" y="36"/>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5"/>
            <p:cNvSpPr/>
            <p:nvPr/>
          </p:nvSpPr>
          <p:spPr>
            <a:xfrm>
              <a:off x="2295750" y="2702150"/>
              <a:ext cx="11850" cy="9825"/>
            </a:xfrm>
            <a:custGeom>
              <a:avLst/>
              <a:gdLst/>
              <a:ahLst/>
              <a:cxnLst/>
              <a:rect l="l" t="t" r="r" b="b"/>
              <a:pathLst>
                <a:path w="474" h="393" extrusionOk="0">
                  <a:moveTo>
                    <a:pt x="1" y="357"/>
                  </a:moveTo>
                  <a:lnTo>
                    <a:pt x="411" y="0"/>
                  </a:lnTo>
                  <a:lnTo>
                    <a:pt x="473" y="36"/>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5"/>
            <p:cNvSpPr/>
            <p:nvPr/>
          </p:nvSpPr>
          <p:spPr>
            <a:xfrm>
              <a:off x="2291950" y="2699900"/>
              <a:ext cx="11625" cy="9850"/>
            </a:xfrm>
            <a:custGeom>
              <a:avLst/>
              <a:gdLst/>
              <a:ahLst/>
              <a:cxnLst/>
              <a:rect l="l" t="t" r="r" b="b"/>
              <a:pathLst>
                <a:path w="465" h="394" extrusionOk="0">
                  <a:moveTo>
                    <a:pt x="1" y="358"/>
                  </a:moveTo>
                  <a:lnTo>
                    <a:pt x="402" y="1"/>
                  </a:lnTo>
                  <a:lnTo>
                    <a:pt x="465" y="37"/>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5"/>
            <p:cNvSpPr/>
            <p:nvPr/>
          </p:nvSpPr>
          <p:spPr>
            <a:xfrm>
              <a:off x="2287950" y="2697675"/>
              <a:ext cx="11850" cy="9850"/>
            </a:xfrm>
            <a:custGeom>
              <a:avLst/>
              <a:gdLst/>
              <a:ahLst/>
              <a:cxnLst/>
              <a:rect l="l" t="t" r="r" b="b"/>
              <a:pathLst>
                <a:path w="474" h="394" extrusionOk="0">
                  <a:moveTo>
                    <a:pt x="0" y="357"/>
                  </a:moveTo>
                  <a:lnTo>
                    <a:pt x="411" y="1"/>
                  </a:lnTo>
                  <a:lnTo>
                    <a:pt x="473" y="36"/>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5"/>
            <p:cNvSpPr/>
            <p:nvPr/>
          </p:nvSpPr>
          <p:spPr>
            <a:xfrm>
              <a:off x="2284150" y="2695450"/>
              <a:ext cx="11625" cy="9825"/>
            </a:xfrm>
            <a:custGeom>
              <a:avLst/>
              <a:gdLst/>
              <a:ahLst/>
              <a:cxnLst/>
              <a:rect l="l" t="t" r="r" b="b"/>
              <a:pathLst>
                <a:path w="465" h="393" extrusionOk="0">
                  <a:moveTo>
                    <a:pt x="1" y="357"/>
                  </a:moveTo>
                  <a:lnTo>
                    <a:pt x="402" y="0"/>
                  </a:lnTo>
                  <a:lnTo>
                    <a:pt x="465" y="36"/>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5"/>
            <p:cNvSpPr/>
            <p:nvPr/>
          </p:nvSpPr>
          <p:spPr>
            <a:xfrm>
              <a:off x="2280150" y="2693225"/>
              <a:ext cx="11825" cy="9825"/>
            </a:xfrm>
            <a:custGeom>
              <a:avLst/>
              <a:gdLst/>
              <a:ahLst/>
              <a:cxnLst/>
              <a:rect l="l" t="t" r="r" b="b"/>
              <a:pathLst>
                <a:path w="473" h="393" extrusionOk="0">
                  <a:moveTo>
                    <a:pt x="0" y="357"/>
                  </a:moveTo>
                  <a:lnTo>
                    <a:pt x="410" y="0"/>
                  </a:lnTo>
                  <a:lnTo>
                    <a:pt x="473" y="36"/>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5"/>
            <p:cNvSpPr/>
            <p:nvPr/>
          </p:nvSpPr>
          <p:spPr>
            <a:xfrm>
              <a:off x="2276350" y="2690975"/>
              <a:ext cx="11625" cy="9850"/>
            </a:xfrm>
            <a:custGeom>
              <a:avLst/>
              <a:gdLst/>
              <a:ahLst/>
              <a:cxnLst/>
              <a:rect l="l" t="t" r="r" b="b"/>
              <a:pathLst>
                <a:path w="465" h="394" extrusionOk="0">
                  <a:moveTo>
                    <a:pt x="0" y="358"/>
                  </a:moveTo>
                  <a:lnTo>
                    <a:pt x="402" y="1"/>
                  </a:lnTo>
                  <a:lnTo>
                    <a:pt x="464" y="37"/>
                  </a:lnTo>
                  <a:lnTo>
                    <a:pt x="63" y="394"/>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5"/>
            <p:cNvSpPr/>
            <p:nvPr/>
          </p:nvSpPr>
          <p:spPr>
            <a:xfrm>
              <a:off x="2272325" y="2688525"/>
              <a:ext cx="11850" cy="10075"/>
            </a:xfrm>
            <a:custGeom>
              <a:avLst/>
              <a:gdLst/>
              <a:ahLst/>
              <a:cxnLst/>
              <a:rect l="l" t="t" r="r" b="b"/>
              <a:pathLst>
                <a:path w="474" h="403" extrusionOk="0">
                  <a:moveTo>
                    <a:pt x="1" y="367"/>
                  </a:moveTo>
                  <a:lnTo>
                    <a:pt x="411" y="1"/>
                  </a:lnTo>
                  <a:lnTo>
                    <a:pt x="474" y="45"/>
                  </a:lnTo>
                  <a:lnTo>
                    <a:pt x="63"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5"/>
            <p:cNvSpPr/>
            <p:nvPr/>
          </p:nvSpPr>
          <p:spPr>
            <a:xfrm>
              <a:off x="2268550" y="2686300"/>
              <a:ext cx="11625" cy="10075"/>
            </a:xfrm>
            <a:custGeom>
              <a:avLst/>
              <a:gdLst/>
              <a:ahLst/>
              <a:cxnLst/>
              <a:rect l="l" t="t" r="r" b="b"/>
              <a:pathLst>
                <a:path w="465" h="403" extrusionOk="0">
                  <a:moveTo>
                    <a:pt x="0" y="366"/>
                  </a:moveTo>
                  <a:lnTo>
                    <a:pt x="402" y="1"/>
                  </a:lnTo>
                  <a:lnTo>
                    <a:pt x="464" y="45"/>
                  </a:lnTo>
                  <a:lnTo>
                    <a:pt x="63"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5"/>
            <p:cNvSpPr/>
            <p:nvPr/>
          </p:nvSpPr>
          <p:spPr>
            <a:xfrm>
              <a:off x="2264525" y="2684075"/>
              <a:ext cx="11850" cy="10050"/>
            </a:xfrm>
            <a:custGeom>
              <a:avLst/>
              <a:gdLst/>
              <a:ahLst/>
              <a:cxnLst/>
              <a:rect l="l" t="t" r="r" b="b"/>
              <a:pathLst>
                <a:path w="474" h="402" extrusionOk="0">
                  <a:moveTo>
                    <a:pt x="1" y="366"/>
                  </a:moveTo>
                  <a:lnTo>
                    <a:pt x="411" y="0"/>
                  </a:lnTo>
                  <a:lnTo>
                    <a:pt x="473" y="36"/>
                  </a:lnTo>
                  <a:lnTo>
                    <a:pt x="63"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5"/>
            <p:cNvSpPr/>
            <p:nvPr/>
          </p:nvSpPr>
          <p:spPr>
            <a:xfrm>
              <a:off x="2260725" y="2681850"/>
              <a:ext cx="11625" cy="10050"/>
            </a:xfrm>
            <a:custGeom>
              <a:avLst/>
              <a:gdLst/>
              <a:ahLst/>
              <a:cxnLst/>
              <a:rect l="l" t="t" r="r" b="b"/>
              <a:pathLst>
                <a:path w="465" h="402" extrusionOk="0">
                  <a:moveTo>
                    <a:pt x="1" y="366"/>
                  </a:moveTo>
                  <a:lnTo>
                    <a:pt x="402" y="0"/>
                  </a:lnTo>
                  <a:lnTo>
                    <a:pt x="465" y="36"/>
                  </a:lnTo>
                  <a:lnTo>
                    <a:pt x="63"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5"/>
            <p:cNvSpPr/>
            <p:nvPr/>
          </p:nvSpPr>
          <p:spPr>
            <a:xfrm>
              <a:off x="2256725" y="2679625"/>
              <a:ext cx="11850" cy="10050"/>
            </a:xfrm>
            <a:custGeom>
              <a:avLst/>
              <a:gdLst/>
              <a:ahLst/>
              <a:cxnLst/>
              <a:rect l="l" t="t" r="r" b="b"/>
              <a:pathLst>
                <a:path w="474" h="402" extrusionOk="0">
                  <a:moveTo>
                    <a:pt x="0" y="366"/>
                  </a:moveTo>
                  <a:lnTo>
                    <a:pt x="411" y="0"/>
                  </a:lnTo>
                  <a:lnTo>
                    <a:pt x="473" y="36"/>
                  </a:lnTo>
                  <a:lnTo>
                    <a:pt x="63" y="40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5"/>
            <p:cNvSpPr/>
            <p:nvPr/>
          </p:nvSpPr>
          <p:spPr>
            <a:xfrm>
              <a:off x="2252700" y="2677375"/>
              <a:ext cx="11850" cy="10075"/>
            </a:xfrm>
            <a:custGeom>
              <a:avLst/>
              <a:gdLst/>
              <a:ahLst/>
              <a:cxnLst/>
              <a:rect l="l" t="t" r="r" b="b"/>
              <a:pathLst>
                <a:path w="474" h="403" extrusionOk="0">
                  <a:moveTo>
                    <a:pt x="1" y="367"/>
                  </a:moveTo>
                  <a:lnTo>
                    <a:pt x="411" y="1"/>
                  </a:lnTo>
                  <a:lnTo>
                    <a:pt x="474" y="36"/>
                  </a:lnTo>
                  <a:lnTo>
                    <a:pt x="72"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5"/>
            <p:cNvSpPr/>
            <p:nvPr/>
          </p:nvSpPr>
          <p:spPr>
            <a:xfrm>
              <a:off x="2248925" y="2675150"/>
              <a:ext cx="11825" cy="10075"/>
            </a:xfrm>
            <a:custGeom>
              <a:avLst/>
              <a:gdLst/>
              <a:ahLst/>
              <a:cxnLst/>
              <a:rect l="l" t="t" r="r" b="b"/>
              <a:pathLst>
                <a:path w="473" h="403" extrusionOk="0">
                  <a:moveTo>
                    <a:pt x="0" y="366"/>
                  </a:moveTo>
                  <a:lnTo>
                    <a:pt x="411" y="1"/>
                  </a:lnTo>
                  <a:lnTo>
                    <a:pt x="473" y="36"/>
                  </a:lnTo>
                  <a:lnTo>
                    <a:pt x="63"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5"/>
            <p:cNvSpPr/>
            <p:nvPr/>
          </p:nvSpPr>
          <p:spPr>
            <a:xfrm>
              <a:off x="2244900" y="2672925"/>
              <a:ext cx="11850" cy="10050"/>
            </a:xfrm>
            <a:custGeom>
              <a:avLst/>
              <a:gdLst/>
              <a:ahLst/>
              <a:cxnLst/>
              <a:rect l="l" t="t" r="r" b="b"/>
              <a:pathLst>
                <a:path w="474" h="402" extrusionOk="0">
                  <a:moveTo>
                    <a:pt x="1" y="357"/>
                  </a:moveTo>
                  <a:lnTo>
                    <a:pt x="411" y="0"/>
                  </a:lnTo>
                  <a:lnTo>
                    <a:pt x="473" y="36"/>
                  </a:lnTo>
                  <a:lnTo>
                    <a:pt x="72"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5"/>
            <p:cNvSpPr/>
            <p:nvPr/>
          </p:nvSpPr>
          <p:spPr>
            <a:xfrm>
              <a:off x="2241100" y="2670700"/>
              <a:ext cx="11850" cy="9825"/>
            </a:xfrm>
            <a:custGeom>
              <a:avLst/>
              <a:gdLst/>
              <a:ahLst/>
              <a:cxnLst/>
              <a:rect l="l" t="t" r="r" b="b"/>
              <a:pathLst>
                <a:path w="474" h="393" extrusionOk="0">
                  <a:moveTo>
                    <a:pt x="1" y="357"/>
                  </a:moveTo>
                  <a:lnTo>
                    <a:pt x="411" y="0"/>
                  </a:lnTo>
                  <a:lnTo>
                    <a:pt x="474" y="36"/>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5"/>
            <p:cNvSpPr/>
            <p:nvPr/>
          </p:nvSpPr>
          <p:spPr>
            <a:xfrm>
              <a:off x="2693400" y="2564750"/>
              <a:ext cx="4050" cy="71400"/>
            </a:xfrm>
            <a:custGeom>
              <a:avLst/>
              <a:gdLst/>
              <a:ahLst/>
              <a:cxnLst/>
              <a:rect l="l" t="t" r="r" b="b"/>
              <a:pathLst>
                <a:path w="162" h="2856" extrusionOk="0">
                  <a:moveTo>
                    <a:pt x="1" y="2855"/>
                  </a:moveTo>
                  <a:lnTo>
                    <a:pt x="161" y="2757"/>
                  </a:lnTo>
                  <a:lnTo>
                    <a:pt x="161" y="1"/>
                  </a:lnTo>
                  <a:lnTo>
                    <a:pt x="1" y="9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5"/>
            <p:cNvSpPr/>
            <p:nvPr/>
          </p:nvSpPr>
          <p:spPr>
            <a:xfrm>
              <a:off x="2818975" y="2491375"/>
              <a:ext cx="4250" cy="70275"/>
            </a:xfrm>
            <a:custGeom>
              <a:avLst/>
              <a:gdLst/>
              <a:ahLst/>
              <a:cxnLst/>
              <a:rect l="l" t="t" r="r" b="b"/>
              <a:pathLst>
                <a:path w="170" h="2811" extrusionOk="0">
                  <a:moveTo>
                    <a:pt x="0" y="2811"/>
                  </a:moveTo>
                  <a:lnTo>
                    <a:pt x="170" y="2713"/>
                  </a:lnTo>
                  <a:lnTo>
                    <a:pt x="170" y="1"/>
                  </a:lnTo>
                  <a:lnTo>
                    <a:pt x="0" y="9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35"/>
            <p:cNvSpPr/>
            <p:nvPr/>
          </p:nvSpPr>
          <p:spPr>
            <a:xfrm>
              <a:off x="2811175" y="2563200"/>
              <a:ext cx="23875" cy="31025"/>
            </a:xfrm>
            <a:custGeom>
              <a:avLst/>
              <a:gdLst/>
              <a:ahLst/>
              <a:cxnLst/>
              <a:rect l="l" t="t" r="r" b="b"/>
              <a:pathLst>
                <a:path w="955" h="1241" extrusionOk="0">
                  <a:moveTo>
                    <a:pt x="955" y="0"/>
                  </a:moveTo>
                  <a:lnTo>
                    <a:pt x="955" y="669"/>
                  </a:lnTo>
                  <a:lnTo>
                    <a:pt x="0" y="1240"/>
                  </a:lnTo>
                  <a:lnTo>
                    <a:pt x="0" y="571"/>
                  </a:lnTo>
                  <a:lnTo>
                    <a:pt x="955" y="0"/>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5"/>
            <p:cNvSpPr/>
            <p:nvPr/>
          </p:nvSpPr>
          <p:spPr>
            <a:xfrm>
              <a:off x="2811175" y="2563200"/>
              <a:ext cx="23875" cy="31025"/>
            </a:xfrm>
            <a:custGeom>
              <a:avLst/>
              <a:gdLst/>
              <a:ahLst/>
              <a:cxnLst/>
              <a:rect l="l" t="t" r="r" b="b"/>
              <a:pathLst>
                <a:path w="955" h="1241" extrusionOk="0">
                  <a:moveTo>
                    <a:pt x="857" y="598"/>
                  </a:moveTo>
                  <a:lnTo>
                    <a:pt x="857" y="63"/>
                  </a:lnTo>
                  <a:lnTo>
                    <a:pt x="955" y="0"/>
                  </a:lnTo>
                  <a:lnTo>
                    <a:pt x="955" y="0"/>
                  </a:lnTo>
                  <a:lnTo>
                    <a:pt x="955" y="669"/>
                  </a:lnTo>
                  <a:lnTo>
                    <a:pt x="0" y="1240"/>
                  </a:lnTo>
                  <a:lnTo>
                    <a:pt x="0" y="1115"/>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5"/>
            <p:cNvSpPr/>
            <p:nvPr/>
          </p:nvSpPr>
          <p:spPr>
            <a:xfrm>
              <a:off x="2832575" y="2563200"/>
              <a:ext cx="2475" cy="16750"/>
            </a:xfrm>
            <a:custGeom>
              <a:avLst/>
              <a:gdLst/>
              <a:ahLst/>
              <a:cxnLst/>
              <a:rect l="l" t="t" r="r" b="b"/>
              <a:pathLst>
                <a:path w="99" h="670" extrusionOk="0">
                  <a:moveTo>
                    <a:pt x="1" y="63"/>
                  </a:moveTo>
                  <a:lnTo>
                    <a:pt x="1" y="598"/>
                  </a:lnTo>
                  <a:lnTo>
                    <a:pt x="99" y="669"/>
                  </a:lnTo>
                  <a:lnTo>
                    <a:pt x="99" y="0"/>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5"/>
            <p:cNvSpPr/>
            <p:nvPr/>
          </p:nvSpPr>
          <p:spPr>
            <a:xfrm>
              <a:off x="2432700" y="2856700"/>
              <a:ext cx="25000" cy="18075"/>
            </a:xfrm>
            <a:custGeom>
              <a:avLst/>
              <a:gdLst/>
              <a:ahLst/>
              <a:cxnLst/>
              <a:rect l="l" t="t" r="r" b="b"/>
              <a:pathLst>
                <a:path w="1000" h="723" extrusionOk="0">
                  <a:moveTo>
                    <a:pt x="999" y="0"/>
                  </a:moveTo>
                  <a:lnTo>
                    <a:pt x="910" y="197"/>
                  </a:lnTo>
                  <a:lnTo>
                    <a:pt x="0" y="723"/>
                  </a:lnTo>
                  <a:lnTo>
                    <a:pt x="0"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5"/>
            <p:cNvSpPr/>
            <p:nvPr/>
          </p:nvSpPr>
          <p:spPr>
            <a:xfrm>
              <a:off x="2432700" y="2837725"/>
              <a:ext cx="25000" cy="14750"/>
            </a:xfrm>
            <a:custGeom>
              <a:avLst/>
              <a:gdLst/>
              <a:ahLst/>
              <a:cxnLst/>
              <a:rect l="l" t="t" r="r" b="b"/>
              <a:pathLst>
                <a:path w="1000" h="590" extrusionOk="0">
                  <a:moveTo>
                    <a:pt x="999" y="99"/>
                  </a:moveTo>
                  <a:lnTo>
                    <a:pt x="170" y="590"/>
                  </a:lnTo>
                  <a:lnTo>
                    <a:pt x="0" y="492"/>
                  </a:lnTo>
                  <a:lnTo>
                    <a:pt x="830" y="1"/>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5"/>
            <p:cNvSpPr/>
            <p:nvPr/>
          </p:nvSpPr>
          <p:spPr>
            <a:xfrm>
              <a:off x="2436925" y="2840200"/>
              <a:ext cx="20775" cy="28775"/>
            </a:xfrm>
            <a:custGeom>
              <a:avLst/>
              <a:gdLst/>
              <a:ahLst/>
              <a:cxnLst/>
              <a:rect l="l" t="t" r="r" b="b"/>
              <a:pathLst>
                <a:path w="831" h="1151" extrusionOk="0">
                  <a:moveTo>
                    <a:pt x="830" y="0"/>
                  </a:moveTo>
                  <a:lnTo>
                    <a:pt x="830" y="669"/>
                  </a:lnTo>
                  <a:lnTo>
                    <a:pt x="1" y="1151"/>
                  </a:lnTo>
                  <a:lnTo>
                    <a:pt x="1" y="491"/>
                  </a:lnTo>
                  <a:lnTo>
                    <a:pt x="830" y="0"/>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5"/>
            <p:cNvSpPr/>
            <p:nvPr/>
          </p:nvSpPr>
          <p:spPr>
            <a:xfrm>
              <a:off x="2432700" y="2850000"/>
              <a:ext cx="4250" cy="18975"/>
            </a:xfrm>
            <a:custGeom>
              <a:avLst/>
              <a:gdLst/>
              <a:ahLst/>
              <a:cxnLst/>
              <a:rect l="l" t="t" r="r" b="b"/>
              <a:pathLst>
                <a:path w="170" h="759" extrusionOk="0">
                  <a:moveTo>
                    <a:pt x="170" y="99"/>
                  </a:moveTo>
                  <a:lnTo>
                    <a:pt x="170" y="759"/>
                  </a:lnTo>
                  <a:lnTo>
                    <a:pt x="0" y="661"/>
                  </a:lnTo>
                  <a:lnTo>
                    <a:pt x="0" y="1"/>
                  </a:ln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5"/>
            <p:cNvSpPr/>
            <p:nvPr/>
          </p:nvSpPr>
          <p:spPr>
            <a:xfrm>
              <a:off x="1970800" y="2780425"/>
              <a:ext cx="486900" cy="178450"/>
            </a:xfrm>
            <a:custGeom>
              <a:avLst/>
              <a:gdLst/>
              <a:ahLst/>
              <a:cxnLst/>
              <a:rect l="l" t="t" r="r" b="b"/>
              <a:pathLst>
                <a:path w="19476" h="7138" extrusionOk="0">
                  <a:moveTo>
                    <a:pt x="9493" y="6968"/>
                  </a:moveTo>
                  <a:lnTo>
                    <a:pt x="19341" y="0"/>
                  </a:lnTo>
                  <a:lnTo>
                    <a:pt x="19475" y="72"/>
                  </a:lnTo>
                  <a:lnTo>
                    <a:pt x="9493" y="7137"/>
                  </a:lnTo>
                  <a:lnTo>
                    <a:pt x="1" y="1740"/>
                  </a:lnTo>
                  <a:lnTo>
                    <a:pt x="134" y="164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5"/>
            <p:cNvSpPr/>
            <p:nvPr/>
          </p:nvSpPr>
          <p:spPr>
            <a:xfrm>
              <a:off x="1960325" y="2883225"/>
              <a:ext cx="237100" cy="168650"/>
            </a:xfrm>
            <a:custGeom>
              <a:avLst/>
              <a:gdLst/>
              <a:ahLst/>
              <a:cxnLst/>
              <a:rect l="l" t="t" r="r" b="b"/>
              <a:pathLst>
                <a:path w="9484" h="6746" extrusionOk="0">
                  <a:moveTo>
                    <a:pt x="9483" y="5389"/>
                  </a:moveTo>
                  <a:lnTo>
                    <a:pt x="0" y="1"/>
                  </a:lnTo>
                  <a:lnTo>
                    <a:pt x="0" y="1357"/>
                  </a:lnTo>
                  <a:lnTo>
                    <a:pt x="9483" y="6745"/>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5"/>
            <p:cNvSpPr/>
            <p:nvPr/>
          </p:nvSpPr>
          <p:spPr>
            <a:xfrm>
              <a:off x="2197400" y="3011700"/>
              <a:ext cx="10500" cy="40175"/>
            </a:xfrm>
            <a:custGeom>
              <a:avLst/>
              <a:gdLst/>
              <a:ahLst/>
              <a:cxnLst/>
              <a:rect l="l" t="t" r="r" b="b"/>
              <a:pathLst>
                <a:path w="420" h="1607" extrusionOk="0">
                  <a:moveTo>
                    <a:pt x="0" y="1606"/>
                  </a:moveTo>
                  <a:lnTo>
                    <a:pt x="420" y="625"/>
                  </a:lnTo>
                  <a:lnTo>
                    <a:pt x="420" y="0"/>
                  </a:lnTo>
                  <a:lnTo>
                    <a:pt x="0" y="250"/>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5"/>
            <p:cNvSpPr/>
            <p:nvPr/>
          </p:nvSpPr>
          <p:spPr>
            <a:xfrm>
              <a:off x="1960325" y="2877000"/>
              <a:ext cx="247575" cy="140975"/>
            </a:xfrm>
            <a:custGeom>
              <a:avLst/>
              <a:gdLst/>
              <a:ahLst/>
              <a:cxnLst/>
              <a:rect l="l" t="t" r="r" b="b"/>
              <a:pathLst>
                <a:path w="9903" h="5639" extrusionOk="0">
                  <a:moveTo>
                    <a:pt x="0" y="250"/>
                  </a:moveTo>
                  <a:lnTo>
                    <a:pt x="420" y="0"/>
                  </a:lnTo>
                  <a:lnTo>
                    <a:pt x="9903" y="5388"/>
                  </a:lnTo>
                  <a:lnTo>
                    <a:pt x="9483" y="5638"/>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5"/>
            <p:cNvSpPr/>
            <p:nvPr/>
          </p:nvSpPr>
          <p:spPr>
            <a:xfrm>
              <a:off x="2207875" y="3009025"/>
              <a:ext cx="25900" cy="48875"/>
            </a:xfrm>
            <a:custGeom>
              <a:avLst/>
              <a:gdLst/>
              <a:ahLst/>
              <a:cxnLst/>
              <a:rect l="l" t="t" r="r" b="b"/>
              <a:pathLst>
                <a:path w="1036" h="1955" extrusionOk="0">
                  <a:moveTo>
                    <a:pt x="1" y="598"/>
                  </a:moveTo>
                  <a:lnTo>
                    <a:pt x="1036" y="0"/>
                  </a:lnTo>
                  <a:lnTo>
                    <a:pt x="1036" y="1356"/>
                  </a:lnTo>
                  <a:lnTo>
                    <a:pt x="1" y="1954"/>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5"/>
            <p:cNvSpPr/>
            <p:nvPr/>
          </p:nvSpPr>
          <p:spPr>
            <a:xfrm>
              <a:off x="2197400" y="3017950"/>
              <a:ext cx="10500" cy="39950"/>
            </a:xfrm>
            <a:custGeom>
              <a:avLst/>
              <a:gdLst/>
              <a:ahLst/>
              <a:cxnLst/>
              <a:rect l="l" t="t" r="r" b="b"/>
              <a:pathLst>
                <a:path w="420" h="1598" extrusionOk="0">
                  <a:moveTo>
                    <a:pt x="420" y="1597"/>
                  </a:moveTo>
                  <a:lnTo>
                    <a:pt x="0" y="1356"/>
                  </a:lnTo>
                  <a:lnTo>
                    <a:pt x="0" y="0"/>
                  </a:lnTo>
                  <a:lnTo>
                    <a:pt x="420" y="241"/>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5"/>
            <p:cNvSpPr/>
            <p:nvPr/>
          </p:nvSpPr>
          <p:spPr>
            <a:xfrm>
              <a:off x="2197400" y="3003000"/>
              <a:ext cx="36375" cy="21000"/>
            </a:xfrm>
            <a:custGeom>
              <a:avLst/>
              <a:gdLst/>
              <a:ahLst/>
              <a:cxnLst/>
              <a:rect l="l" t="t" r="r" b="b"/>
              <a:pathLst>
                <a:path w="1455" h="840" extrusionOk="0">
                  <a:moveTo>
                    <a:pt x="1455" y="241"/>
                  </a:moveTo>
                  <a:lnTo>
                    <a:pt x="1035" y="0"/>
                  </a:lnTo>
                  <a:lnTo>
                    <a:pt x="0" y="598"/>
                  </a:lnTo>
                  <a:lnTo>
                    <a:pt x="420" y="839"/>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5"/>
            <p:cNvSpPr/>
            <p:nvPr/>
          </p:nvSpPr>
          <p:spPr>
            <a:xfrm>
              <a:off x="2142975" y="2927625"/>
              <a:ext cx="65150" cy="80975"/>
            </a:xfrm>
            <a:custGeom>
              <a:avLst/>
              <a:gdLst/>
              <a:ahLst/>
              <a:cxnLst/>
              <a:rect l="l" t="t" r="r" b="b"/>
              <a:pathLst>
                <a:path w="2606" h="3239" extrusionOk="0">
                  <a:moveTo>
                    <a:pt x="2606" y="1490"/>
                  </a:moveTo>
                  <a:lnTo>
                    <a:pt x="1" y="0"/>
                  </a:lnTo>
                  <a:lnTo>
                    <a:pt x="1" y="1740"/>
                  </a:lnTo>
                  <a:lnTo>
                    <a:pt x="2606" y="3238"/>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5"/>
            <p:cNvSpPr/>
            <p:nvPr/>
          </p:nvSpPr>
          <p:spPr>
            <a:xfrm>
              <a:off x="2146550" y="2933650"/>
              <a:ext cx="58000" cy="68700"/>
            </a:xfrm>
            <a:custGeom>
              <a:avLst/>
              <a:gdLst/>
              <a:ahLst/>
              <a:cxnLst/>
              <a:rect l="l" t="t" r="r" b="b"/>
              <a:pathLst>
                <a:path w="2320" h="2748" extrusionOk="0">
                  <a:moveTo>
                    <a:pt x="2320" y="1329"/>
                  </a:moveTo>
                  <a:lnTo>
                    <a:pt x="0" y="0"/>
                  </a:lnTo>
                  <a:lnTo>
                    <a:pt x="0" y="1418"/>
                  </a:lnTo>
                  <a:lnTo>
                    <a:pt x="2320" y="2748"/>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5"/>
            <p:cNvSpPr/>
            <p:nvPr/>
          </p:nvSpPr>
          <p:spPr>
            <a:xfrm>
              <a:off x="2146550" y="2933650"/>
              <a:ext cx="58000" cy="68700"/>
            </a:xfrm>
            <a:custGeom>
              <a:avLst/>
              <a:gdLst/>
              <a:ahLst/>
              <a:cxnLst/>
              <a:rect l="l" t="t" r="r" b="b"/>
              <a:pathLst>
                <a:path w="2320" h="2748" extrusionOk="0">
                  <a:moveTo>
                    <a:pt x="241" y="143"/>
                  </a:moveTo>
                  <a:lnTo>
                    <a:pt x="241" y="1285"/>
                  </a:lnTo>
                  <a:lnTo>
                    <a:pt x="2320" y="2480"/>
                  </a:lnTo>
                  <a:lnTo>
                    <a:pt x="2320" y="2748"/>
                  </a:lnTo>
                  <a:lnTo>
                    <a:pt x="0" y="1418"/>
                  </a:lnTo>
                  <a:lnTo>
                    <a:pt x="0" y="0"/>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5"/>
            <p:cNvSpPr/>
            <p:nvPr/>
          </p:nvSpPr>
          <p:spPr>
            <a:xfrm>
              <a:off x="2146550" y="2965750"/>
              <a:ext cx="58000" cy="36600"/>
            </a:xfrm>
            <a:custGeom>
              <a:avLst/>
              <a:gdLst/>
              <a:ahLst/>
              <a:cxnLst/>
              <a:rect l="l" t="t" r="r" b="b"/>
              <a:pathLst>
                <a:path w="2320" h="1464" extrusionOk="0">
                  <a:moveTo>
                    <a:pt x="0" y="134"/>
                  </a:moveTo>
                  <a:lnTo>
                    <a:pt x="241" y="1"/>
                  </a:lnTo>
                  <a:lnTo>
                    <a:pt x="2320" y="1196"/>
                  </a:lnTo>
                  <a:lnTo>
                    <a:pt x="2320" y="1464"/>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5"/>
            <p:cNvSpPr/>
            <p:nvPr/>
          </p:nvSpPr>
          <p:spPr>
            <a:xfrm>
              <a:off x="2933825" y="2547125"/>
              <a:ext cx="22325" cy="37500"/>
            </a:xfrm>
            <a:custGeom>
              <a:avLst/>
              <a:gdLst/>
              <a:ahLst/>
              <a:cxnLst/>
              <a:rect l="l" t="t" r="r" b="b"/>
              <a:pathLst>
                <a:path w="893" h="1500" extrusionOk="0">
                  <a:moveTo>
                    <a:pt x="1" y="536"/>
                  </a:moveTo>
                  <a:lnTo>
                    <a:pt x="893" y="1"/>
                  </a:lnTo>
                  <a:lnTo>
                    <a:pt x="893" y="973"/>
                  </a:lnTo>
                  <a:lnTo>
                    <a:pt x="1" y="1500"/>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5"/>
            <p:cNvSpPr/>
            <p:nvPr/>
          </p:nvSpPr>
          <p:spPr>
            <a:xfrm>
              <a:off x="1970800" y="2830150"/>
              <a:ext cx="65150" cy="80975"/>
            </a:xfrm>
            <a:custGeom>
              <a:avLst/>
              <a:gdLst/>
              <a:ahLst/>
              <a:cxnLst/>
              <a:rect l="l" t="t" r="r" b="b"/>
              <a:pathLst>
                <a:path w="2606" h="3239" extrusionOk="0">
                  <a:moveTo>
                    <a:pt x="2606" y="1490"/>
                  </a:moveTo>
                  <a:lnTo>
                    <a:pt x="1" y="1"/>
                  </a:lnTo>
                  <a:lnTo>
                    <a:pt x="1" y="1740"/>
                  </a:lnTo>
                  <a:lnTo>
                    <a:pt x="2606" y="3239"/>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5"/>
            <p:cNvSpPr/>
            <p:nvPr/>
          </p:nvSpPr>
          <p:spPr>
            <a:xfrm>
              <a:off x="1974375" y="2836175"/>
              <a:ext cx="58225" cy="68725"/>
            </a:xfrm>
            <a:custGeom>
              <a:avLst/>
              <a:gdLst/>
              <a:ahLst/>
              <a:cxnLst/>
              <a:rect l="l" t="t" r="r" b="b"/>
              <a:pathLst>
                <a:path w="2329" h="2749" extrusionOk="0">
                  <a:moveTo>
                    <a:pt x="2329" y="1330"/>
                  </a:moveTo>
                  <a:lnTo>
                    <a:pt x="0" y="1"/>
                  </a:lnTo>
                  <a:lnTo>
                    <a:pt x="0" y="1419"/>
                  </a:lnTo>
                  <a:lnTo>
                    <a:pt x="2329" y="2748"/>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5"/>
            <p:cNvSpPr/>
            <p:nvPr/>
          </p:nvSpPr>
          <p:spPr>
            <a:xfrm>
              <a:off x="1974375" y="2836175"/>
              <a:ext cx="58225" cy="68950"/>
            </a:xfrm>
            <a:custGeom>
              <a:avLst/>
              <a:gdLst/>
              <a:ahLst/>
              <a:cxnLst/>
              <a:rect l="l" t="t" r="r" b="b"/>
              <a:pathLst>
                <a:path w="2329" h="2758" extrusionOk="0">
                  <a:moveTo>
                    <a:pt x="241" y="143"/>
                  </a:moveTo>
                  <a:lnTo>
                    <a:pt x="241" y="1285"/>
                  </a:lnTo>
                  <a:lnTo>
                    <a:pt x="2329" y="2481"/>
                  </a:lnTo>
                  <a:lnTo>
                    <a:pt x="2329" y="2757"/>
                  </a:lnTo>
                  <a:lnTo>
                    <a:pt x="0" y="1419"/>
                  </a:lnTo>
                  <a:lnTo>
                    <a:pt x="0" y="1"/>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5"/>
            <p:cNvSpPr/>
            <p:nvPr/>
          </p:nvSpPr>
          <p:spPr>
            <a:xfrm>
              <a:off x="1974375" y="2868300"/>
              <a:ext cx="58225" cy="36600"/>
            </a:xfrm>
            <a:custGeom>
              <a:avLst/>
              <a:gdLst/>
              <a:ahLst/>
              <a:cxnLst/>
              <a:rect l="l" t="t" r="r" b="b"/>
              <a:pathLst>
                <a:path w="2329" h="1464" extrusionOk="0">
                  <a:moveTo>
                    <a:pt x="0" y="134"/>
                  </a:moveTo>
                  <a:lnTo>
                    <a:pt x="241" y="0"/>
                  </a:lnTo>
                  <a:lnTo>
                    <a:pt x="2329" y="1196"/>
                  </a:lnTo>
                  <a:lnTo>
                    <a:pt x="2329" y="1463"/>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5"/>
            <p:cNvSpPr/>
            <p:nvPr/>
          </p:nvSpPr>
          <p:spPr>
            <a:xfrm>
              <a:off x="2040375" y="2870750"/>
              <a:ext cx="98175" cy="98375"/>
            </a:xfrm>
            <a:custGeom>
              <a:avLst/>
              <a:gdLst/>
              <a:ahLst/>
              <a:cxnLst/>
              <a:rect l="l" t="t" r="r" b="b"/>
              <a:pathLst>
                <a:path w="3927" h="3935" extrusionOk="0">
                  <a:moveTo>
                    <a:pt x="3926" y="2213"/>
                  </a:moveTo>
                  <a:lnTo>
                    <a:pt x="1" y="0"/>
                  </a:lnTo>
                  <a:lnTo>
                    <a:pt x="1" y="1731"/>
                  </a:lnTo>
                  <a:lnTo>
                    <a:pt x="3926" y="3934"/>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5"/>
            <p:cNvSpPr/>
            <p:nvPr/>
          </p:nvSpPr>
          <p:spPr>
            <a:xfrm>
              <a:off x="2044625" y="2873425"/>
              <a:ext cx="93925" cy="90800"/>
            </a:xfrm>
            <a:custGeom>
              <a:avLst/>
              <a:gdLst/>
              <a:ahLst/>
              <a:cxnLst/>
              <a:rect l="l" t="t" r="r" b="b"/>
              <a:pathLst>
                <a:path w="3757" h="3632" extrusionOk="0">
                  <a:moveTo>
                    <a:pt x="0" y="0"/>
                  </a:moveTo>
                  <a:lnTo>
                    <a:pt x="0" y="1526"/>
                  </a:lnTo>
                  <a:lnTo>
                    <a:pt x="3756" y="3631"/>
                  </a:lnTo>
                  <a:lnTo>
                    <a:pt x="3756" y="2106"/>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5"/>
            <p:cNvSpPr/>
            <p:nvPr/>
          </p:nvSpPr>
          <p:spPr>
            <a:xfrm>
              <a:off x="2044625" y="2876550"/>
              <a:ext cx="93925" cy="56450"/>
            </a:xfrm>
            <a:custGeom>
              <a:avLst/>
              <a:gdLst/>
              <a:ahLst/>
              <a:cxnLst/>
              <a:rect l="l" t="t" r="r" b="b"/>
              <a:pathLst>
                <a:path w="3757" h="2258" extrusionOk="0">
                  <a:moveTo>
                    <a:pt x="0" y="0"/>
                  </a:moveTo>
                  <a:lnTo>
                    <a:pt x="0" y="205"/>
                  </a:lnTo>
                  <a:lnTo>
                    <a:pt x="3756" y="2257"/>
                  </a:lnTo>
                  <a:lnTo>
                    <a:pt x="3756" y="206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5"/>
            <p:cNvSpPr/>
            <p:nvPr/>
          </p:nvSpPr>
          <p:spPr>
            <a:xfrm>
              <a:off x="2044625" y="2878325"/>
              <a:ext cx="93925" cy="56450"/>
            </a:xfrm>
            <a:custGeom>
              <a:avLst/>
              <a:gdLst/>
              <a:ahLst/>
              <a:cxnLst/>
              <a:rect l="l" t="t" r="r" b="b"/>
              <a:pathLst>
                <a:path w="3757" h="2258" extrusionOk="0">
                  <a:moveTo>
                    <a:pt x="0" y="1"/>
                  </a:moveTo>
                  <a:lnTo>
                    <a:pt x="0" y="197"/>
                  </a:lnTo>
                  <a:lnTo>
                    <a:pt x="3756" y="2258"/>
                  </a:lnTo>
                  <a:lnTo>
                    <a:pt x="3756" y="205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5"/>
            <p:cNvSpPr/>
            <p:nvPr/>
          </p:nvSpPr>
          <p:spPr>
            <a:xfrm>
              <a:off x="2044625" y="2885475"/>
              <a:ext cx="93925" cy="56450"/>
            </a:xfrm>
            <a:custGeom>
              <a:avLst/>
              <a:gdLst/>
              <a:ahLst/>
              <a:cxnLst/>
              <a:rect l="l" t="t" r="r" b="b"/>
              <a:pathLst>
                <a:path w="3757" h="2258" extrusionOk="0">
                  <a:moveTo>
                    <a:pt x="0" y="0"/>
                  </a:moveTo>
                  <a:lnTo>
                    <a:pt x="0" y="205"/>
                  </a:lnTo>
                  <a:lnTo>
                    <a:pt x="3756" y="2257"/>
                  </a:lnTo>
                  <a:lnTo>
                    <a:pt x="3756" y="206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5"/>
            <p:cNvSpPr/>
            <p:nvPr/>
          </p:nvSpPr>
          <p:spPr>
            <a:xfrm>
              <a:off x="2044625" y="2887250"/>
              <a:ext cx="93925" cy="56450"/>
            </a:xfrm>
            <a:custGeom>
              <a:avLst/>
              <a:gdLst/>
              <a:ahLst/>
              <a:cxnLst/>
              <a:rect l="l" t="t" r="r" b="b"/>
              <a:pathLst>
                <a:path w="3757" h="2258" extrusionOk="0">
                  <a:moveTo>
                    <a:pt x="0" y="0"/>
                  </a:moveTo>
                  <a:lnTo>
                    <a:pt x="0" y="197"/>
                  </a:lnTo>
                  <a:lnTo>
                    <a:pt x="3756" y="2257"/>
                  </a:lnTo>
                  <a:lnTo>
                    <a:pt x="3756" y="205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5"/>
            <p:cNvSpPr/>
            <p:nvPr/>
          </p:nvSpPr>
          <p:spPr>
            <a:xfrm>
              <a:off x="2044625" y="2894375"/>
              <a:ext cx="93925" cy="56450"/>
            </a:xfrm>
            <a:custGeom>
              <a:avLst/>
              <a:gdLst/>
              <a:ahLst/>
              <a:cxnLst/>
              <a:rect l="l" t="t" r="r" b="b"/>
              <a:pathLst>
                <a:path w="3757" h="2258" extrusionOk="0">
                  <a:moveTo>
                    <a:pt x="0" y="1"/>
                  </a:moveTo>
                  <a:lnTo>
                    <a:pt x="0" y="206"/>
                  </a:lnTo>
                  <a:lnTo>
                    <a:pt x="3756" y="2258"/>
                  </a:lnTo>
                  <a:lnTo>
                    <a:pt x="3756" y="206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5"/>
            <p:cNvSpPr/>
            <p:nvPr/>
          </p:nvSpPr>
          <p:spPr>
            <a:xfrm>
              <a:off x="2044625" y="2896175"/>
              <a:ext cx="93925" cy="56450"/>
            </a:xfrm>
            <a:custGeom>
              <a:avLst/>
              <a:gdLst/>
              <a:ahLst/>
              <a:cxnLst/>
              <a:rect l="l" t="t" r="r" b="b"/>
              <a:pathLst>
                <a:path w="3757" h="2258" extrusionOk="0">
                  <a:moveTo>
                    <a:pt x="0" y="0"/>
                  </a:moveTo>
                  <a:lnTo>
                    <a:pt x="0" y="197"/>
                  </a:lnTo>
                  <a:lnTo>
                    <a:pt x="3756" y="2257"/>
                  </a:lnTo>
                  <a:lnTo>
                    <a:pt x="3756" y="206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5"/>
            <p:cNvSpPr/>
            <p:nvPr/>
          </p:nvSpPr>
          <p:spPr>
            <a:xfrm>
              <a:off x="2044625" y="2903300"/>
              <a:ext cx="93925" cy="56450"/>
            </a:xfrm>
            <a:custGeom>
              <a:avLst/>
              <a:gdLst/>
              <a:ahLst/>
              <a:cxnLst/>
              <a:rect l="l" t="t" r="r" b="b"/>
              <a:pathLst>
                <a:path w="3757" h="2258" extrusionOk="0">
                  <a:moveTo>
                    <a:pt x="0" y="1"/>
                  </a:moveTo>
                  <a:lnTo>
                    <a:pt x="0" y="206"/>
                  </a:lnTo>
                  <a:lnTo>
                    <a:pt x="3756" y="2258"/>
                  </a:lnTo>
                  <a:lnTo>
                    <a:pt x="3756" y="206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5"/>
            <p:cNvSpPr/>
            <p:nvPr/>
          </p:nvSpPr>
          <p:spPr>
            <a:xfrm>
              <a:off x="2044625" y="2905100"/>
              <a:ext cx="93925" cy="56450"/>
            </a:xfrm>
            <a:custGeom>
              <a:avLst/>
              <a:gdLst/>
              <a:ahLst/>
              <a:cxnLst/>
              <a:rect l="l" t="t" r="r" b="b"/>
              <a:pathLst>
                <a:path w="3757" h="2258" extrusionOk="0">
                  <a:moveTo>
                    <a:pt x="0" y="0"/>
                  </a:moveTo>
                  <a:lnTo>
                    <a:pt x="0" y="196"/>
                  </a:lnTo>
                  <a:lnTo>
                    <a:pt x="3756" y="2257"/>
                  </a:lnTo>
                  <a:lnTo>
                    <a:pt x="3756" y="206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5"/>
            <p:cNvSpPr/>
            <p:nvPr/>
          </p:nvSpPr>
          <p:spPr>
            <a:xfrm>
              <a:off x="2661075" y="2649275"/>
              <a:ext cx="23875" cy="31250"/>
            </a:xfrm>
            <a:custGeom>
              <a:avLst/>
              <a:gdLst/>
              <a:ahLst/>
              <a:cxnLst/>
              <a:rect l="l" t="t" r="r" b="b"/>
              <a:pathLst>
                <a:path w="955" h="1250" extrusionOk="0">
                  <a:moveTo>
                    <a:pt x="955" y="1"/>
                  </a:moveTo>
                  <a:lnTo>
                    <a:pt x="955" y="670"/>
                  </a:lnTo>
                  <a:lnTo>
                    <a:pt x="0" y="1250"/>
                  </a:lnTo>
                  <a:lnTo>
                    <a:pt x="0" y="581"/>
                  </a:lnTo>
                  <a:lnTo>
                    <a:pt x="955" y="1"/>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5"/>
            <p:cNvSpPr/>
            <p:nvPr/>
          </p:nvSpPr>
          <p:spPr>
            <a:xfrm>
              <a:off x="2660850" y="2649275"/>
              <a:ext cx="24100" cy="31250"/>
            </a:xfrm>
            <a:custGeom>
              <a:avLst/>
              <a:gdLst/>
              <a:ahLst/>
              <a:cxnLst/>
              <a:rect l="l" t="t" r="r" b="b"/>
              <a:pathLst>
                <a:path w="964" h="1250" extrusionOk="0">
                  <a:moveTo>
                    <a:pt x="857" y="598"/>
                  </a:moveTo>
                  <a:lnTo>
                    <a:pt x="857" y="63"/>
                  </a:lnTo>
                  <a:lnTo>
                    <a:pt x="964" y="1"/>
                  </a:lnTo>
                  <a:lnTo>
                    <a:pt x="964" y="1"/>
                  </a:lnTo>
                  <a:lnTo>
                    <a:pt x="964" y="670"/>
                  </a:lnTo>
                  <a:lnTo>
                    <a:pt x="0" y="1250"/>
                  </a:lnTo>
                  <a:lnTo>
                    <a:pt x="0" y="1116"/>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5"/>
            <p:cNvSpPr/>
            <p:nvPr/>
          </p:nvSpPr>
          <p:spPr>
            <a:xfrm>
              <a:off x="2682250" y="2649275"/>
              <a:ext cx="2700" cy="16750"/>
            </a:xfrm>
            <a:custGeom>
              <a:avLst/>
              <a:gdLst/>
              <a:ahLst/>
              <a:cxnLst/>
              <a:rect l="l" t="t" r="r" b="b"/>
              <a:pathLst>
                <a:path w="108" h="670" extrusionOk="0">
                  <a:moveTo>
                    <a:pt x="1" y="63"/>
                  </a:moveTo>
                  <a:lnTo>
                    <a:pt x="1" y="598"/>
                  </a:lnTo>
                  <a:lnTo>
                    <a:pt x="108" y="670"/>
                  </a:lnTo>
                  <a:lnTo>
                    <a:pt x="108" y="1"/>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5"/>
            <p:cNvSpPr/>
            <p:nvPr/>
          </p:nvSpPr>
          <p:spPr>
            <a:xfrm>
              <a:off x="2043950" y="2932975"/>
              <a:ext cx="71625" cy="70275"/>
            </a:xfrm>
            <a:custGeom>
              <a:avLst/>
              <a:gdLst/>
              <a:ahLst/>
              <a:cxnLst/>
              <a:rect l="l" t="t" r="r" b="b"/>
              <a:pathLst>
                <a:path w="2865" h="2811" extrusionOk="0">
                  <a:moveTo>
                    <a:pt x="1" y="188"/>
                  </a:moveTo>
                  <a:lnTo>
                    <a:pt x="1" y="1080"/>
                  </a:lnTo>
                  <a:cubicBezTo>
                    <a:pt x="1" y="1178"/>
                    <a:pt x="45" y="1258"/>
                    <a:pt x="135" y="1312"/>
                  </a:cubicBezTo>
                  <a:lnTo>
                    <a:pt x="2632" y="2748"/>
                  </a:lnTo>
                  <a:cubicBezTo>
                    <a:pt x="2739" y="2810"/>
                    <a:pt x="2864" y="2730"/>
                    <a:pt x="2864" y="2614"/>
                  </a:cubicBezTo>
                  <a:lnTo>
                    <a:pt x="2864" y="1722"/>
                  </a:lnTo>
                  <a:cubicBezTo>
                    <a:pt x="2864" y="1633"/>
                    <a:pt x="2811" y="1544"/>
                    <a:pt x="2731" y="1499"/>
                  </a:cubicBezTo>
                  <a:lnTo>
                    <a:pt x="233" y="54"/>
                  </a:lnTo>
                  <a:cubicBezTo>
                    <a:pt x="126" y="0"/>
                    <a:pt x="1" y="72"/>
                    <a:pt x="1" y="188"/>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5"/>
            <p:cNvSpPr/>
            <p:nvPr/>
          </p:nvSpPr>
          <p:spPr>
            <a:xfrm>
              <a:off x="2104400" y="3003450"/>
              <a:ext cx="36600" cy="31700"/>
            </a:xfrm>
            <a:custGeom>
              <a:avLst/>
              <a:gdLst/>
              <a:ahLst/>
              <a:cxnLst/>
              <a:rect l="l" t="t" r="r" b="b"/>
              <a:pathLst>
                <a:path w="1464" h="1268" extrusionOk="0">
                  <a:moveTo>
                    <a:pt x="0" y="0"/>
                  </a:moveTo>
                  <a:lnTo>
                    <a:pt x="0" y="429"/>
                  </a:lnTo>
                  <a:lnTo>
                    <a:pt x="1463" y="1267"/>
                  </a:lnTo>
                  <a:lnTo>
                    <a:pt x="1463" y="839"/>
                  </a:lnTo>
                  <a:lnTo>
                    <a:pt x="0"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5"/>
            <p:cNvSpPr/>
            <p:nvPr/>
          </p:nvSpPr>
          <p:spPr>
            <a:xfrm>
              <a:off x="2104400" y="3003450"/>
              <a:ext cx="36600" cy="31700"/>
            </a:xfrm>
            <a:custGeom>
              <a:avLst/>
              <a:gdLst/>
              <a:ahLst/>
              <a:cxnLst/>
              <a:rect l="l" t="t" r="r" b="b"/>
              <a:pathLst>
                <a:path w="1464" h="1268" extrusionOk="0">
                  <a:moveTo>
                    <a:pt x="0" y="0"/>
                  </a:moveTo>
                  <a:lnTo>
                    <a:pt x="54" y="36"/>
                  </a:lnTo>
                  <a:lnTo>
                    <a:pt x="54" y="402"/>
                  </a:lnTo>
                  <a:lnTo>
                    <a:pt x="1463" y="1205"/>
                  </a:lnTo>
                  <a:lnTo>
                    <a:pt x="1463" y="1267"/>
                  </a:lnTo>
                  <a:lnTo>
                    <a:pt x="0" y="429"/>
                  </a:lnTo>
                  <a:lnTo>
                    <a:pt x="0"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5"/>
            <p:cNvSpPr/>
            <p:nvPr/>
          </p:nvSpPr>
          <p:spPr>
            <a:xfrm>
              <a:off x="2104400" y="3003450"/>
              <a:ext cx="1350" cy="10725"/>
            </a:xfrm>
            <a:custGeom>
              <a:avLst/>
              <a:gdLst/>
              <a:ahLst/>
              <a:cxnLst/>
              <a:rect l="l" t="t" r="r" b="b"/>
              <a:pathLst>
                <a:path w="54" h="429" extrusionOk="0">
                  <a:moveTo>
                    <a:pt x="54" y="36"/>
                  </a:moveTo>
                  <a:lnTo>
                    <a:pt x="54" y="402"/>
                  </a:lnTo>
                  <a:lnTo>
                    <a:pt x="0" y="429"/>
                  </a:lnTo>
                  <a:lnTo>
                    <a:pt x="0"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5"/>
            <p:cNvSpPr/>
            <p:nvPr/>
          </p:nvSpPr>
          <p:spPr>
            <a:xfrm>
              <a:off x="2058000" y="2976900"/>
              <a:ext cx="36825" cy="31475"/>
            </a:xfrm>
            <a:custGeom>
              <a:avLst/>
              <a:gdLst/>
              <a:ahLst/>
              <a:cxnLst/>
              <a:rect l="l" t="t" r="r" b="b"/>
              <a:pathLst>
                <a:path w="1473" h="1259" extrusionOk="0">
                  <a:moveTo>
                    <a:pt x="1" y="1"/>
                  </a:moveTo>
                  <a:lnTo>
                    <a:pt x="1" y="429"/>
                  </a:lnTo>
                  <a:lnTo>
                    <a:pt x="1473" y="1259"/>
                  </a:lnTo>
                  <a:lnTo>
                    <a:pt x="1473" y="830"/>
                  </a:lnTo>
                  <a:lnTo>
                    <a:pt x="1"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5"/>
            <p:cNvSpPr/>
            <p:nvPr/>
          </p:nvSpPr>
          <p:spPr>
            <a:xfrm>
              <a:off x="2058000" y="2976900"/>
              <a:ext cx="36825" cy="31475"/>
            </a:xfrm>
            <a:custGeom>
              <a:avLst/>
              <a:gdLst/>
              <a:ahLst/>
              <a:cxnLst/>
              <a:rect l="l" t="t" r="r" b="b"/>
              <a:pathLst>
                <a:path w="1473" h="1259" extrusionOk="0">
                  <a:moveTo>
                    <a:pt x="10" y="1"/>
                  </a:moveTo>
                  <a:lnTo>
                    <a:pt x="63" y="36"/>
                  </a:lnTo>
                  <a:lnTo>
                    <a:pt x="63" y="393"/>
                  </a:lnTo>
                  <a:lnTo>
                    <a:pt x="1473" y="1196"/>
                  </a:lnTo>
                  <a:lnTo>
                    <a:pt x="1473" y="1259"/>
                  </a:lnTo>
                  <a:lnTo>
                    <a:pt x="1" y="429"/>
                  </a:lnTo>
                  <a:lnTo>
                    <a:pt x="1"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5"/>
            <p:cNvSpPr/>
            <p:nvPr/>
          </p:nvSpPr>
          <p:spPr>
            <a:xfrm>
              <a:off x="2058000" y="2976900"/>
              <a:ext cx="1600" cy="10725"/>
            </a:xfrm>
            <a:custGeom>
              <a:avLst/>
              <a:gdLst/>
              <a:ahLst/>
              <a:cxnLst/>
              <a:rect l="l" t="t" r="r" b="b"/>
              <a:pathLst>
                <a:path w="64" h="429" extrusionOk="0">
                  <a:moveTo>
                    <a:pt x="63" y="36"/>
                  </a:moveTo>
                  <a:lnTo>
                    <a:pt x="63" y="393"/>
                  </a:lnTo>
                  <a:lnTo>
                    <a:pt x="1" y="429"/>
                  </a:lnTo>
                  <a:lnTo>
                    <a:pt x="10"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5"/>
            <p:cNvSpPr/>
            <p:nvPr/>
          </p:nvSpPr>
          <p:spPr>
            <a:xfrm>
              <a:off x="2012050" y="2950800"/>
              <a:ext cx="36825" cy="31475"/>
            </a:xfrm>
            <a:custGeom>
              <a:avLst/>
              <a:gdLst/>
              <a:ahLst/>
              <a:cxnLst/>
              <a:rect l="l" t="t" r="r" b="b"/>
              <a:pathLst>
                <a:path w="1473" h="1259" extrusionOk="0">
                  <a:moveTo>
                    <a:pt x="1" y="1"/>
                  </a:moveTo>
                  <a:lnTo>
                    <a:pt x="1" y="420"/>
                  </a:lnTo>
                  <a:lnTo>
                    <a:pt x="1473" y="1259"/>
                  </a:lnTo>
                  <a:lnTo>
                    <a:pt x="1473" y="831"/>
                  </a:lnTo>
                  <a:lnTo>
                    <a:pt x="1"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5"/>
            <p:cNvSpPr/>
            <p:nvPr/>
          </p:nvSpPr>
          <p:spPr>
            <a:xfrm>
              <a:off x="2012050" y="2950800"/>
              <a:ext cx="36825" cy="31475"/>
            </a:xfrm>
            <a:custGeom>
              <a:avLst/>
              <a:gdLst/>
              <a:ahLst/>
              <a:cxnLst/>
              <a:rect l="l" t="t" r="r" b="b"/>
              <a:pathLst>
                <a:path w="1473" h="1259" extrusionOk="0">
                  <a:moveTo>
                    <a:pt x="1" y="1"/>
                  </a:moveTo>
                  <a:lnTo>
                    <a:pt x="63" y="28"/>
                  </a:lnTo>
                  <a:lnTo>
                    <a:pt x="63" y="393"/>
                  </a:lnTo>
                  <a:lnTo>
                    <a:pt x="1473" y="1196"/>
                  </a:lnTo>
                  <a:lnTo>
                    <a:pt x="1473" y="1259"/>
                  </a:lnTo>
                  <a:lnTo>
                    <a:pt x="1" y="420"/>
                  </a:lnTo>
                  <a:lnTo>
                    <a:pt x="1"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5"/>
            <p:cNvSpPr/>
            <p:nvPr/>
          </p:nvSpPr>
          <p:spPr>
            <a:xfrm>
              <a:off x="2012050" y="2950800"/>
              <a:ext cx="1600" cy="10525"/>
            </a:xfrm>
            <a:custGeom>
              <a:avLst/>
              <a:gdLst/>
              <a:ahLst/>
              <a:cxnLst/>
              <a:rect l="l" t="t" r="r" b="b"/>
              <a:pathLst>
                <a:path w="64" h="421" extrusionOk="0">
                  <a:moveTo>
                    <a:pt x="63" y="28"/>
                  </a:moveTo>
                  <a:lnTo>
                    <a:pt x="63" y="393"/>
                  </a:lnTo>
                  <a:lnTo>
                    <a:pt x="1" y="420"/>
                  </a:lnTo>
                  <a:lnTo>
                    <a:pt x="1"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5"/>
            <p:cNvSpPr/>
            <p:nvPr/>
          </p:nvSpPr>
          <p:spPr>
            <a:xfrm>
              <a:off x="1960775" y="2949925"/>
              <a:ext cx="236875" cy="137625"/>
            </a:xfrm>
            <a:custGeom>
              <a:avLst/>
              <a:gdLst/>
              <a:ahLst/>
              <a:cxnLst/>
              <a:rect l="l" t="t" r="r" b="b"/>
              <a:pathLst>
                <a:path w="9475" h="5505" extrusionOk="0">
                  <a:moveTo>
                    <a:pt x="9474" y="5389"/>
                  </a:moveTo>
                  <a:lnTo>
                    <a:pt x="0" y="0"/>
                  </a:lnTo>
                  <a:lnTo>
                    <a:pt x="0" y="116"/>
                  </a:lnTo>
                  <a:lnTo>
                    <a:pt x="9474" y="5505"/>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5"/>
            <p:cNvSpPr/>
            <p:nvPr/>
          </p:nvSpPr>
          <p:spPr>
            <a:xfrm>
              <a:off x="2197625" y="3078375"/>
              <a:ext cx="10500" cy="9175"/>
            </a:xfrm>
            <a:custGeom>
              <a:avLst/>
              <a:gdLst/>
              <a:ahLst/>
              <a:cxnLst/>
              <a:rect l="l" t="t" r="r" b="b"/>
              <a:pathLst>
                <a:path w="420" h="367" extrusionOk="0">
                  <a:moveTo>
                    <a:pt x="0" y="367"/>
                  </a:moveTo>
                  <a:lnTo>
                    <a:pt x="420" y="126"/>
                  </a:lnTo>
                  <a:lnTo>
                    <a:pt x="420" y="1"/>
                  </a:lnTo>
                  <a:lnTo>
                    <a:pt x="0" y="251"/>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5"/>
            <p:cNvSpPr/>
            <p:nvPr/>
          </p:nvSpPr>
          <p:spPr>
            <a:xfrm>
              <a:off x="1960775" y="2943675"/>
              <a:ext cx="247350" cy="140975"/>
            </a:xfrm>
            <a:custGeom>
              <a:avLst/>
              <a:gdLst/>
              <a:ahLst/>
              <a:cxnLst/>
              <a:rect l="l" t="t" r="r" b="b"/>
              <a:pathLst>
                <a:path w="9894" h="5639" extrusionOk="0">
                  <a:moveTo>
                    <a:pt x="0" y="250"/>
                  </a:moveTo>
                  <a:lnTo>
                    <a:pt x="419" y="0"/>
                  </a:lnTo>
                  <a:lnTo>
                    <a:pt x="9894" y="5389"/>
                  </a:lnTo>
                  <a:lnTo>
                    <a:pt x="9474" y="5639"/>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5"/>
            <p:cNvSpPr/>
            <p:nvPr/>
          </p:nvSpPr>
          <p:spPr>
            <a:xfrm>
              <a:off x="2411275" y="2714625"/>
              <a:ext cx="385650" cy="242900"/>
            </a:xfrm>
            <a:custGeom>
              <a:avLst/>
              <a:gdLst/>
              <a:ahLst/>
              <a:cxnLst/>
              <a:rect l="l" t="t" r="r" b="b"/>
              <a:pathLst>
                <a:path w="15426" h="9716" extrusionOk="0">
                  <a:moveTo>
                    <a:pt x="10" y="9564"/>
                  </a:moveTo>
                  <a:cubicBezTo>
                    <a:pt x="10" y="9617"/>
                    <a:pt x="10" y="9662"/>
                    <a:pt x="1" y="9716"/>
                  </a:cubicBezTo>
                  <a:lnTo>
                    <a:pt x="15363" y="456"/>
                  </a:lnTo>
                  <a:cubicBezTo>
                    <a:pt x="15363" y="438"/>
                    <a:pt x="15363" y="429"/>
                    <a:pt x="15372" y="411"/>
                  </a:cubicBezTo>
                  <a:cubicBezTo>
                    <a:pt x="15372" y="340"/>
                    <a:pt x="15381" y="259"/>
                    <a:pt x="15398" y="188"/>
                  </a:cubicBezTo>
                  <a:cubicBezTo>
                    <a:pt x="15407" y="126"/>
                    <a:pt x="15416" y="63"/>
                    <a:pt x="15425" y="1"/>
                  </a:cubicBezTo>
                  <a:lnTo>
                    <a:pt x="1" y="9394"/>
                  </a:lnTo>
                  <a:cubicBezTo>
                    <a:pt x="10" y="9448"/>
                    <a:pt x="10" y="9501"/>
                    <a:pt x="10" y="9555"/>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5"/>
            <p:cNvSpPr/>
            <p:nvPr/>
          </p:nvSpPr>
          <p:spPr>
            <a:xfrm>
              <a:off x="2410175" y="2719300"/>
              <a:ext cx="386075" cy="248275"/>
            </a:xfrm>
            <a:custGeom>
              <a:avLst/>
              <a:gdLst/>
              <a:ahLst/>
              <a:cxnLst/>
              <a:rect l="l" t="t" r="r" b="b"/>
              <a:pathLst>
                <a:path w="15443" h="9931" extrusionOk="0">
                  <a:moveTo>
                    <a:pt x="0" y="9930"/>
                  </a:moveTo>
                  <a:lnTo>
                    <a:pt x="9" y="9921"/>
                  </a:lnTo>
                  <a:lnTo>
                    <a:pt x="15416" y="643"/>
                  </a:lnTo>
                  <a:cubicBezTo>
                    <a:pt x="15407" y="572"/>
                    <a:pt x="15407" y="492"/>
                    <a:pt x="15407" y="411"/>
                  </a:cubicBezTo>
                  <a:lnTo>
                    <a:pt x="15407" y="393"/>
                  </a:lnTo>
                  <a:cubicBezTo>
                    <a:pt x="15407" y="349"/>
                    <a:pt x="15407" y="313"/>
                    <a:pt x="15407" y="269"/>
                  </a:cubicBezTo>
                  <a:cubicBezTo>
                    <a:pt x="15407" y="251"/>
                    <a:pt x="15407" y="242"/>
                    <a:pt x="15416" y="224"/>
                  </a:cubicBezTo>
                  <a:cubicBezTo>
                    <a:pt x="15416" y="153"/>
                    <a:pt x="15425" y="72"/>
                    <a:pt x="15442" y="1"/>
                  </a:cubicBezTo>
                  <a:lnTo>
                    <a:pt x="54" y="9368"/>
                  </a:lnTo>
                  <a:lnTo>
                    <a:pt x="54" y="9377"/>
                  </a:lnTo>
                  <a:cubicBezTo>
                    <a:pt x="54" y="9430"/>
                    <a:pt x="54" y="9475"/>
                    <a:pt x="45" y="9529"/>
                  </a:cubicBezTo>
                  <a:cubicBezTo>
                    <a:pt x="45" y="9546"/>
                    <a:pt x="45" y="9564"/>
                    <a:pt x="45" y="9582"/>
                  </a:cubicBezTo>
                  <a:cubicBezTo>
                    <a:pt x="36" y="9645"/>
                    <a:pt x="36" y="9707"/>
                    <a:pt x="27" y="9761"/>
                  </a:cubicBezTo>
                  <a:cubicBezTo>
                    <a:pt x="18" y="9823"/>
                    <a:pt x="9" y="9868"/>
                    <a:pt x="0" y="993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5"/>
            <p:cNvSpPr/>
            <p:nvPr/>
          </p:nvSpPr>
          <p:spPr>
            <a:xfrm>
              <a:off x="2883200" y="2622750"/>
              <a:ext cx="72950" cy="53100"/>
            </a:xfrm>
            <a:custGeom>
              <a:avLst/>
              <a:gdLst/>
              <a:ahLst/>
              <a:cxnLst/>
              <a:rect l="l" t="t" r="r" b="b"/>
              <a:pathLst>
                <a:path w="2918" h="2124" extrusionOk="0">
                  <a:moveTo>
                    <a:pt x="1" y="1767"/>
                  </a:moveTo>
                  <a:cubicBezTo>
                    <a:pt x="10" y="1811"/>
                    <a:pt x="18" y="1865"/>
                    <a:pt x="27" y="1918"/>
                  </a:cubicBezTo>
                  <a:cubicBezTo>
                    <a:pt x="36" y="1981"/>
                    <a:pt x="45" y="2052"/>
                    <a:pt x="45" y="2123"/>
                  </a:cubicBezTo>
                  <a:lnTo>
                    <a:pt x="2918" y="411"/>
                  </a:lnTo>
                  <a:lnTo>
                    <a:pt x="2918"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5"/>
            <p:cNvSpPr/>
            <p:nvPr/>
          </p:nvSpPr>
          <p:spPr>
            <a:xfrm>
              <a:off x="2883875" y="2626975"/>
              <a:ext cx="72275" cy="57350"/>
            </a:xfrm>
            <a:custGeom>
              <a:avLst/>
              <a:gdLst/>
              <a:ahLst/>
              <a:cxnLst/>
              <a:rect l="l" t="t" r="r" b="b"/>
              <a:pathLst>
                <a:path w="2891" h="2294" extrusionOk="0">
                  <a:moveTo>
                    <a:pt x="18" y="2044"/>
                  </a:moveTo>
                  <a:cubicBezTo>
                    <a:pt x="18" y="2124"/>
                    <a:pt x="18" y="2213"/>
                    <a:pt x="9" y="2293"/>
                  </a:cubicBezTo>
                  <a:lnTo>
                    <a:pt x="2079" y="1098"/>
                  </a:lnTo>
                  <a:lnTo>
                    <a:pt x="2891" y="616"/>
                  </a:lnTo>
                  <a:lnTo>
                    <a:pt x="2891" y="1"/>
                  </a:lnTo>
                  <a:lnTo>
                    <a:pt x="0" y="1749"/>
                  </a:lnTo>
                  <a:cubicBezTo>
                    <a:pt x="9" y="1812"/>
                    <a:pt x="18" y="1883"/>
                    <a:pt x="18" y="1954"/>
                  </a:cubicBezTo>
                  <a:cubicBezTo>
                    <a:pt x="18" y="1990"/>
                    <a:pt x="18" y="2017"/>
                    <a:pt x="18" y="2044"/>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5"/>
            <p:cNvSpPr/>
            <p:nvPr/>
          </p:nvSpPr>
          <p:spPr>
            <a:xfrm>
              <a:off x="2948100" y="2576800"/>
              <a:ext cx="26125" cy="48875"/>
            </a:xfrm>
            <a:custGeom>
              <a:avLst/>
              <a:gdLst/>
              <a:ahLst/>
              <a:cxnLst/>
              <a:rect l="l" t="t" r="r" b="b"/>
              <a:pathLst>
                <a:path w="1045" h="1955" extrusionOk="0">
                  <a:moveTo>
                    <a:pt x="1" y="598"/>
                  </a:moveTo>
                  <a:lnTo>
                    <a:pt x="1044" y="0"/>
                  </a:lnTo>
                  <a:lnTo>
                    <a:pt x="1044" y="1356"/>
                  </a:lnTo>
                  <a:lnTo>
                    <a:pt x="1" y="1954"/>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5"/>
            <p:cNvSpPr/>
            <p:nvPr/>
          </p:nvSpPr>
          <p:spPr>
            <a:xfrm>
              <a:off x="2937850" y="2585725"/>
              <a:ext cx="10275" cy="39950"/>
            </a:xfrm>
            <a:custGeom>
              <a:avLst/>
              <a:gdLst/>
              <a:ahLst/>
              <a:cxnLst/>
              <a:rect l="l" t="t" r="r" b="b"/>
              <a:pathLst>
                <a:path w="411" h="1598" extrusionOk="0">
                  <a:moveTo>
                    <a:pt x="411" y="1597"/>
                  </a:moveTo>
                  <a:lnTo>
                    <a:pt x="0" y="1356"/>
                  </a:lnTo>
                  <a:lnTo>
                    <a:pt x="0" y="0"/>
                  </a:lnTo>
                  <a:lnTo>
                    <a:pt x="411" y="241"/>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5"/>
            <p:cNvSpPr/>
            <p:nvPr/>
          </p:nvSpPr>
          <p:spPr>
            <a:xfrm>
              <a:off x="2937850" y="2570550"/>
              <a:ext cx="36375" cy="21225"/>
            </a:xfrm>
            <a:custGeom>
              <a:avLst/>
              <a:gdLst/>
              <a:ahLst/>
              <a:cxnLst/>
              <a:rect l="l" t="t" r="r" b="b"/>
              <a:pathLst>
                <a:path w="1455" h="849" extrusionOk="0">
                  <a:moveTo>
                    <a:pt x="1454" y="250"/>
                  </a:moveTo>
                  <a:lnTo>
                    <a:pt x="1035" y="1"/>
                  </a:lnTo>
                  <a:lnTo>
                    <a:pt x="0" y="607"/>
                  </a:lnTo>
                  <a:lnTo>
                    <a:pt x="411" y="848"/>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5"/>
            <p:cNvSpPr/>
            <p:nvPr/>
          </p:nvSpPr>
          <p:spPr>
            <a:xfrm>
              <a:off x="2211675" y="2961300"/>
              <a:ext cx="9175" cy="20325"/>
            </a:xfrm>
            <a:custGeom>
              <a:avLst/>
              <a:gdLst/>
              <a:ahLst/>
              <a:cxnLst/>
              <a:rect l="l" t="t" r="r" b="b"/>
              <a:pathLst>
                <a:path w="367" h="813" extrusionOk="0">
                  <a:moveTo>
                    <a:pt x="366" y="0"/>
                  </a:moveTo>
                  <a:lnTo>
                    <a:pt x="366" y="616"/>
                  </a:lnTo>
                  <a:lnTo>
                    <a:pt x="0" y="812"/>
                  </a:lnTo>
                  <a:lnTo>
                    <a:pt x="0" y="223"/>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5"/>
            <p:cNvSpPr/>
            <p:nvPr/>
          </p:nvSpPr>
          <p:spPr>
            <a:xfrm>
              <a:off x="2208100" y="2531075"/>
              <a:ext cx="748050" cy="442075"/>
            </a:xfrm>
            <a:custGeom>
              <a:avLst/>
              <a:gdLst/>
              <a:ahLst/>
              <a:cxnLst/>
              <a:rect l="l" t="t" r="r" b="b"/>
              <a:pathLst>
                <a:path w="29922" h="17683" extrusionOk="0">
                  <a:moveTo>
                    <a:pt x="1" y="17281"/>
                  </a:moveTo>
                  <a:lnTo>
                    <a:pt x="1" y="17682"/>
                  </a:lnTo>
                  <a:lnTo>
                    <a:pt x="29922" y="402"/>
                  </a:lnTo>
                  <a:lnTo>
                    <a:pt x="29922"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5"/>
            <p:cNvSpPr/>
            <p:nvPr/>
          </p:nvSpPr>
          <p:spPr>
            <a:xfrm>
              <a:off x="2208100" y="2535100"/>
              <a:ext cx="748050" cy="441825"/>
            </a:xfrm>
            <a:custGeom>
              <a:avLst/>
              <a:gdLst/>
              <a:ahLst/>
              <a:cxnLst/>
              <a:rect l="l" t="t" r="r" b="b"/>
              <a:pathLst>
                <a:path w="29922" h="17673" extrusionOk="0">
                  <a:moveTo>
                    <a:pt x="1" y="17271"/>
                  </a:moveTo>
                  <a:lnTo>
                    <a:pt x="1" y="17673"/>
                  </a:lnTo>
                  <a:lnTo>
                    <a:pt x="29922" y="402"/>
                  </a:lnTo>
                  <a:lnTo>
                    <a:pt x="29922"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5"/>
            <p:cNvSpPr/>
            <p:nvPr/>
          </p:nvSpPr>
          <p:spPr>
            <a:xfrm>
              <a:off x="2693400" y="2636800"/>
              <a:ext cx="4050" cy="123125"/>
            </a:xfrm>
            <a:custGeom>
              <a:avLst/>
              <a:gdLst/>
              <a:ahLst/>
              <a:cxnLst/>
              <a:rect l="l" t="t" r="r" b="b"/>
              <a:pathLst>
                <a:path w="162" h="4925" extrusionOk="0">
                  <a:moveTo>
                    <a:pt x="1" y="4925"/>
                  </a:moveTo>
                  <a:lnTo>
                    <a:pt x="161" y="4826"/>
                  </a:lnTo>
                  <a:lnTo>
                    <a:pt x="161" y="0"/>
                  </a:lnTo>
                  <a:lnTo>
                    <a:pt x="1" y="98"/>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5"/>
            <p:cNvSpPr/>
            <p:nvPr/>
          </p:nvSpPr>
          <p:spPr>
            <a:xfrm>
              <a:off x="2477300" y="2756775"/>
              <a:ext cx="30800" cy="44200"/>
            </a:xfrm>
            <a:custGeom>
              <a:avLst/>
              <a:gdLst/>
              <a:ahLst/>
              <a:cxnLst/>
              <a:rect l="l" t="t" r="r" b="b"/>
              <a:pathLst>
                <a:path w="1232" h="1768" extrusionOk="0">
                  <a:moveTo>
                    <a:pt x="776" y="1767"/>
                  </a:moveTo>
                  <a:cubicBezTo>
                    <a:pt x="848" y="1767"/>
                    <a:pt x="928" y="1749"/>
                    <a:pt x="991" y="1714"/>
                  </a:cubicBezTo>
                  <a:cubicBezTo>
                    <a:pt x="1142" y="1633"/>
                    <a:pt x="1231" y="1482"/>
                    <a:pt x="1231" y="1312"/>
                  </a:cubicBezTo>
                  <a:lnTo>
                    <a:pt x="1231" y="179"/>
                  </a:lnTo>
                  <a:cubicBezTo>
                    <a:pt x="1231" y="81"/>
                    <a:pt x="1151" y="1"/>
                    <a:pt x="1053" y="1"/>
                  </a:cubicBezTo>
                  <a:cubicBezTo>
                    <a:pt x="955" y="1"/>
                    <a:pt x="875" y="81"/>
                    <a:pt x="875" y="179"/>
                  </a:cubicBezTo>
                  <a:lnTo>
                    <a:pt x="875" y="1312"/>
                  </a:lnTo>
                  <a:cubicBezTo>
                    <a:pt x="875" y="1366"/>
                    <a:pt x="839" y="1392"/>
                    <a:pt x="821" y="1401"/>
                  </a:cubicBezTo>
                  <a:cubicBezTo>
                    <a:pt x="812" y="1410"/>
                    <a:pt x="768" y="1428"/>
                    <a:pt x="723" y="1401"/>
                  </a:cubicBezTo>
                  <a:lnTo>
                    <a:pt x="295" y="1125"/>
                  </a:lnTo>
                  <a:cubicBezTo>
                    <a:pt x="214" y="1071"/>
                    <a:pt x="98" y="1098"/>
                    <a:pt x="54" y="1178"/>
                  </a:cubicBezTo>
                  <a:cubicBezTo>
                    <a:pt x="0" y="1259"/>
                    <a:pt x="27" y="1366"/>
                    <a:pt x="107" y="1419"/>
                  </a:cubicBezTo>
                  <a:lnTo>
                    <a:pt x="536" y="1696"/>
                  </a:lnTo>
                  <a:cubicBezTo>
                    <a:pt x="607" y="1749"/>
                    <a:pt x="687" y="1767"/>
                    <a:pt x="776" y="1767"/>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5"/>
            <p:cNvSpPr/>
            <p:nvPr/>
          </p:nvSpPr>
          <p:spPr>
            <a:xfrm>
              <a:off x="2484650" y="2746750"/>
              <a:ext cx="46875" cy="43275"/>
            </a:xfrm>
            <a:custGeom>
              <a:avLst/>
              <a:gdLst/>
              <a:ahLst/>
              <a:cxnLst/>
              <a:rect l="l" t="t" r="r" b="b"/>
              <a:pathLst>
                <a:path w="1875" h="1731" extrusionOk="0">
                  <a:moveTo>
                    <a:pt x="242" y="892"/>
                  </a:moveTo>
                  <a:cubicBezTo>
                    <a:pt x="242" y="892"/>
                    <a:pt x="242" y="892"/>
                    <a:pt x="242" y="892"/>
                  </a:cubicBezTo>
                  <a:cubicBezTo>
                    <a:pt x="429" y="999"/>
                    <a:pt x="607" y="1106"/>
                    <a:pt x="786" y="1205"/>
                  </a:cubicBezTo>
                  <a:cubicBezTo>
                    <a:pt x="893" y="1267"/>
                    <a:pt x="1000" y="1321"/>
                    <a:pt x="1107" y="1392"/>
                  </a:cubicBezTo>
                  <a:cubicBezTo>
                    <a:pt x="1134" y="1410"/>
                    <a:pt x="1160" y="1437"/>
                    <a:pt x="1187" y="1463"/>
                  </a:cubicBezTo>
                  <a:cubicBezTo>
                    <a:pt x="1196" y="1481"/>
                    <a:pt x="1205" y="1508"/>
                    <a:pt x="1223" y="1526"/>
                  </a:cubicBezTo>
                  <a:cubicBezTo>
                    <a:pt x="1250" y="1579"/>
                    <a:pt x="1321" y="1624"/>
                    <a:pt x="1383" y="1642"/>
                  </a:cubicBezTo>
                  <a:cubicBezTo>
                    <a:pt x="1598" y="1731"/>
                    <a:pt x="1776" y="1526"/>
                    <a:pt x="1821" y="1329"/>
                  </a:cubicBezTo>
                  <a:cubicBezTo>
                    <a:pt x="1874" y="1089"/>
                    <a:pt x="1776" y="794"/>
                    <a:pt x="1589" y="634"/>
                  </a:cubicBezTo>
                  <a:cubicBezTo>
                    <a:pt x="1419" y="482"/>
                    <a:pt x="1214" y="366"/>
                    <a:pt x="1018" y="250"/>
                  </a:cubicBezTo>
                  <a:cubicBezTo>
                    <a:pt x="804" y="134"/>
                    <a:pt x="572" y="0"/>
                    <a:pt x="322" y="72"/>
                  </a:cubicBezTo>
                  <a:cubicBezTo>
                    <a:pt x="197" y="107"/>
                    <a:pt x="99" y="188"/>
                    <a:pt x="36" y="295"/>
                  </a:cubicBezTo>
                  <a:cubicBezTo>
                    <a:pt x="1" y="348"/>
                    <a:pt x="10" y="384"/>
                    <a:pt x="36" y="446"/>
                  </a:cubicBezTo>
                  <a:cubicBezTo>
                    <a:pt x="63" y="500"/>
                    <a:pt x="90" y="553"/>
                    <a:pt x="99" y="616"/>
                  </a:cubicBezTo>
                  <a:cubicBezTo>
                    <a:pt x="99" y="660"/>
                    <a:pt x="90" y="696"/>
                    <a:pt x="108" y="750"/>
                  </a:cubicBezTo>
                  <a:cubicBezTo>
                    <a:pt x="135" y="812"/>
                    <a:pt x="179" y="857"/>
                    <a:pt x="242" y="892"/>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5"/>
            <p:cNvSpPr/>
            <p:nvPr/>
          </p:nvSpPr>
          <p:spPr>
            <a:xfrm>
              <a:off x="2482650" y="2746750"/>
              <a:ext cx="43950" cy="45950"/>
            </a:xfrm>
            <a:custGeom>
              <a:avLst/>
              <a:gdLst/>
              <a:ahLst/>
              <a:cxnLst/>
              <a:rect l="l" t="t" r="r" b="b"/>
              <a:pathLst>
                <a:path w="1758" h="1838" extrusionOk="0">
                  <a:moveTo>
                    <a:pt x="188" y="990"/>
                  </a:moveTo>
                  <a:cubicBezTo>
                    <a:pt x="259" y="1053"/>
                    <a:pt x="348" y="1098"/>
                    <a:pt x="438" y="1151"/>
                  </a:cubicBezTo>
                  <a:cubicBezTo>
                    <a:pt x="589" y="1240"/>
                    <a:pt x="750" y="1329"/>
                    <a:pt x="901" y="1419"/>
                  </a:cubicBezTo>
                  <a:cubicBezTo>
                    <a:pt x="1098" y="1535"/>
                    <a:pt x="1481" y="1838"/>
                    <a:pt x="1669" y="1570"/>
                  </a:cubicBezTo>
                  <a:cubicBezTo>
                    <a:pt x="1758" y="1445"/>
                    <a:pt x="1749" y="1240"/>
                    <a:pt x="1704" y="1098"/>
                  </a:cubicBezTo>
                  <a:cubicBezTo>
                    <a:pt x="1669" y="964"/>
                    <a:pt x="1588" y="857"/>
                    <a:pt x="1499" y="750"/>
                  </a:cubicBezTo>
                  <a:cubicBezTo>
                    <a:pt x="1419" y="669"/>
                    <a:pt x="1303" y="616"/>
                    <a:pt x="1205" y="562"/>
                  </a:cubicBezTo>
                  <a:cubicBezTo>
                    <a:pt x="1089" y="500"/>
                    <a:pt x="964" y="428"/>
                    <a:pt x="848" y="357"/>
                  </a:cubicBezTo>
                  <a:cubicBezTo>
                    <a:pt x="643" y="241"/>
                    <a:pt x="375" y="0"/>
                    <a:pt x="143" y="179"/>
                  </a:cubicBezTo>
                  <a:cubicBezTo>
                    <a:pt x="45" y="259"/>
                    <a:pt x="18" y="375"/>
                    <a:pt x="9" y="500"/>
                  </a:cubicBezTo>
                  <a:cubicBezTo>
                    <a:pt x="9" y="625"/>
                    <a:pt x="0" y="767"/>
                    <a:pt x="81" y="874"/>
                  </a:cubicBezTo>
                  <a:cubicBezTo>
                    <a:pt x="107" y="919"/>
                    <a:pt x="143" y="955"/>
                    <a:pt x="188" y="99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5"/>
            <p:cNvSpPr/>
            <p:nvPr/>
          </p:nvSpPr>
          <p:spPr>
            <a:xfrm>
              <a:off x="2208100" y="2951475"/>
              <a:ext cx="22550" cy="57125"/>
            </a:xfrm>
            <a:custGeom>
              <a:avLst/>
              <a:gdLst/>
              <a:ahLst/>
              <a:cxnLst/>
              <a:rect l="l" t="t" r="r" b="b"/>
              <a:pathLst>
                <a:path w="902" h="2285" extrusionOk="0">
                  <a:moveTo>
                    <a:pt x="1" y="536"/>
                  </a:moveTo>
                  <a:lnTo>
                    <a:pt x="902" y="1"/>
                  </a:lnTo>
                  <a:lnTo>
                    <a:pt x="902" y="1749"/>
                  </a:lnTo>
                  <a:lnTo>
                    <a:pt x="1" y="2284"/>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5"/>
            <p:cNvSpPr/>
            <p:nvPr/>
          </p:nvSpPr>
          <p:spPr>
            <a:xfrm>
              <a:off x="2211675" y="2957725"/>
              <a:ext cx="15400" cy="44625"/>
            </a:xfrm>
            <a:custGeom>
              <a:avLst/>
              <a:gdLst/>
              <a:ahLst/>
              <a:cxnLst/>
              <a:rect l="l" t="t" r="r" b="b"/>
              <a:pathLst>
                <a:path w="616" h="1785" extrusionOk="0">
                  <a:moveTo>
                    <a:pt x="0" y="366"/>
                  </a:moveTo>
                  <a:lnTo>
                    <a:pt x="616" y="0"/>
                  </a:lnTo>
                  <a:lnTo>
                    <a:pt x="616" y="1419"/>
                  </a:lnTo>
                  <a:lnTo>
                    <a:pt x="0" y="1785"/>
                  </a:ln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5"/>
            <p:cNvSpPr/>
            <p:nvPr/>
          </p:nvSpPr>
          <p:spPr>
            <a:xfrm>
              <a:off x="2211675" y="2957725"/>
              <a:ext cx="15400" cy="44625"/>
            </a:xfrm>
            <a:custGeom>
              <a:avLst/>
              <a:gdLst/>
              <a:ahLst/>
              <a:cxnLst/>
              <a:rect l="l" t="t" r="r" b="b"/>
              <a:pathLst>
                <a:path w="616" h="1785" extrusionOk="0">
                  <a:moveTo>
                    <a:pt x="366" y="143"/>
                  </a:moveTo>
                  <a:lnTo>
                    <a:pt x="366" y="1285"/>
                  </a:lnTo>
                  <a:lnTo>
                    <a:pt x="0" y="1517"/>
                  </a:lnTo>
                  <a:lnTo>
                    <a:pt x="0" y="1785"/>
                  </a:lnTo>
                  <a:lnTo>
                    <a:pt x="616" y="1419"/>
                  </a:lnTo>
                  <a:lnTo>
                    <a:pt x="616"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5"/>
            <p:cNvSpPr/>
            <p:nvPr/>
          </p:nvSpPr>
          <p:spPr>
            <a:xfrm>
              <a:off x="2211675" y="2989850"/>
              <a:ext cx="15400" cy="12500"/>
            </a:xfrm>
            <a:custGeom>
              <a:avLst/>
              <a:gdLst/>
              <a:ahLst/>
              <a:cxnLst/>
              <a:rect l="l" t="t" r="r" b="b"/>
              <a:pathLst>
                <a:path w="616" h="500" extrusionOk="0">
                  <a:moveTo>
                    <a:pt x="616" y="134"/>
                  </a:moveTo>
                  <a:lnTo>
                    <a:pt x="366" y="0"/>
                  </a:lnTo>
                  <a:lnTo>
                    <a:pt x="0" y="232"/>
                  </a:lnTo>
                  <a:lnTo>
                    <a:pt x="0" y="50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5"/>
            <p:cNvSpPr/>
            <p:nvPr/>
          </p:nvSpPr>
          <p:spPr>
            <a:xfrm>
              <a:off x="2465475" y="2774400"/>
              <a:ext cx="4250" cy="123350"/>
            </a:xfrm>
            <a:custGeom>
              <a:avLst/>
              <a:gdLst/>
              <a:ahLst/>
              <a:cxnLst/>
              <a:rect l="l" t="t" r="r" b="b"/>
              <a:pathLst>
                <a:path w="170" h="4934" extrusionOk="0">
                  <a:moveTo>
                    <a:pt x="0" y="99"/>
                  </a:moveTo>
                  <a:lnTo>
                    <a:pt x="0" y="4934"/>
                  </a:lnTo>
                  <a:lnTo>
                    <a:pt x="170" y="4836"/>
                  </a:lnTo>
                  <a:lnTo>
                    <a:pt x="170" y="0"/>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5"/>
            <p:cNvSpPr/>
            <p:nvPr/>
          </p:nvSpPr>
          <p:spPr>
            <a:xfrm>
              <a:off x="2844625" y="2545350"/>
              <a:ext cx="4250" cy="73625"/>
            </a:xfrm>
            <a:custGeom>
              <a:avLst/>
              <a:gdLst/>
              <a:ahLst/>
              <a:cxnLst/>
              <a:rect l="l" t="t" r="r" b="b"/>
              <a:pathLst>
                <a:path w="170" h="2945" extrusionOk="0">
                  <a:moveTo>
                    <a:pt x="0" y="99"/>
                  </a:moveTo>
                  <a:lnTo>
                    <a:pt x="0" y="2944"/>
                  </a:lnTo>
                  <a:lnTo>
                    <a:pt x="170" y="2846"/>
                  </a:lnTo>
                  <a:lnTo>
                    <a:pt x="170" y="1"/>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5"/>
            <p:cNvSpPr/>
            <p:nvPr/>
          </p:nvSpPr>
          <p:spPr>
            <a:xfrm>
              <a:off x="4298300" y="3509700"/>
              <a:ext cx="55775" cy="77425"/>
            </a:xfrm>
            <a:custGeom>
              <a:avLst/>
              <a:gdLst/>
              <a:ahLst/>
              <a:cxnLst/>
              <a:rect l="l" t="t" r="r" b="b"/>
              <a:pathLst>
                <a:path w="2231" h="3097" extrusionOk="0">
                  <a:moveTo>
                    <a:pt x="2231" y="1321"/>
                  </a:moveTo>
                  <a:lnTo>
                    <a:pt x="1" y="1"/>
                  </a:lnTo>
                  <a:lnTo>
                    <a:pt x="1" y="1776"/>
                  </a:lnTo>
                  <a:lnTo>
                    <a:pt x="2231" y="3097"/>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5"/>
            <p:cNvSpPr/>
            <p:nvPr/>
          </p:nvSpPr>
          <p:spPr>
            <a:xfrm>
              <a:off x="4354050" y="3535800"/>
              <a:ext cx="11625" cy="51325"/>
            </a:xfrm>
            <a:custGeom>
              <a:avLst/>
              <a:gdLst/>
              <a:ahLst/>
              <a:cxnLst/>
              <a:rect l="l" t="t" r="r" b="b"/>
              <a:pathLst>
                <a:path w="465" h="2053" extrusionOk="0">
                  <a:moveTo>
                    <a:pt x="1" y="857"/>
                  </a:moveTo>
                  <a:lnTo>
                    <a:pt x="1" y="2053"/>
                  </a:lnTo>
                  <a:lnTo>
                    <a:pt x="465" y="1776"/>
                  </a:lnTo>
                  <a:lnTo>
                    <a:pt x="465" y="1"/>
                  </a:lnTo>
                  <a:lnTo>
                    <a:pt x="1" y="277"/>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5"/>
            <p:cNvSpPr/>
            <p:nvPr/>
          </p:nvSpPr>
          <p:spPr>
            <a:xfrm>
              <a:off x="4298300" y="3502800"/>
              <a:ext cx="67375" cy="39950"/>
            </a:xfrm>
            <a:custGeom>
              <a:avLst/>
              <a:gdLst/>
              <a:ahLst/>
              <a:cxnLst/>
              <a:rect l="l" t="t" r="r" b="b"/>
              <a:pathLst>
                <a:path w="2695" h="1598" extrusionOk="0">
                  <a:moveTo>
                    <a:pt x="1" y="277"/>
                  </a:moveTo>
                  <a:lnTo>
                    <a:pt x="473" y="0"/>
                  </a:lnTo>
                  <a:lnTo>
                    <a:pt x="2695" y="1321"/>
                  </a:lnTo>
                  <a:lnTo>
                    <a:pt x="2231" y="1597"/>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5"/>
            <p:cNvSpPr/>
            <p:nvPr/>
          </p:nvSpPr>
          <p:spPr>
            <a:xfrm>
              <a:off x="3403300" y="3724475"/>
              <a:ext cx="29025" cy="61375"/>
            </a:xfrm>
            <a:custGeom>
              <a:avLst/>
              <a:gdLst/>
              <a:ahLst/>
              <a:cxnLst/>
              <a:rect l="l" t="t" r="r" b="b"/>
              <a:pathLst>
                <a:path w="1161" h="2455" extrusionOk="0">
                  <a:moveTo>
                    <a:pt x="0" y="679"/>
                  </a:moveTo>
                  <a:lnTo>
                    <a:pt x="1160" y="1"/>
                  </a:lnTo>
                  <a:lnTo>
                    <a:pt x="1160" y="1776"/>
                  </a:lnTo>
                  <a:lnTo>
                    <a:pt x="0" y="2454"/>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5"/>
            <p:cNvSpPr/>
            <p:nvPr/>
          </p:nvSpPr>
          <p:spPr>
            <a:xfrm>
              <a:off x="3391700" y="3734525"/>
              <a:ext cx="11625" cy="51325"/>
            </a:xfrm>
            <a:custGeom>
              <a:avLst/>
              <a:gdLst/>
              <a:ahLst/>
              <a:cxnLst/>
              <a:rect l="l" t="t" r="r" b="b"/>
              <a:pathLst>
                <a:path w="465" h="2053" extrusionOk="0">
                  <a:moveTo>
                    <a:pt x="464" y="2052"/>
                  </a:moveTo>
                  <a:lnTo>
                    <a:pt x="1" y="1776"/>
                  </a:lnTo>
                  <a:lnTo>
                    <a:pt x="1" y="0"/>
                  </a:lnTo>
                  <a:lnTo>
                    <a:pt x="464" y="277"/>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5"/>
            <p:cNvSpPr/>
            <p:nvPr/>
          </p:nvSpPr>
          <p:spPr>
            <a:xfrm>
              <a:off x="3391700" y="3717800"/>
              <a:ext cx="40625" cy="23650"/>
            </a:xfrm>
            <a:custGeom>
              <a:avLst/>
              <a:gdLst/>
              <a:ahLst/>
              <a:cxnLst/>
              <a:rect l="l" t="t" r="r" b="b"/>
              <a:pathLst>
                <a:path w="1625" h="946" extrusionOk="0">
                  <a:moveTo>
                    <a:pt x="1624" y="268"/>
                  </a:moveTo>
                  <a:lnTo>
                    <a:pt x="1160" y="0"/>
                  </a:lnTo>
                  <a:lnTo>
                    <a:pt x="1" y="669"/>
                  </a:lnTo>
                  <a:lnTo>
                    <a:pt x="464" y="946"/>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5"/>
            <p:cNvSpPr/>
            <p:nvPr/>
          </p:nvSpPr>
          <p:spPr>
            <a:xfrm>
              <a:off x="3592200" y="3435450"/>
              <a:ext cx="52875" cy="48850"/>
            </a:xfrm>
            <a:custGeom>
              <a:avLst/>
              <a:gdLst/>
              <a:ahLst/>
              <a:cxnLst/>
              <a:rect l="l" t="t" r="r" b="b"/>
              <a:pathLst>
                <a:path w="2115" h="1954" extrusionOk="0">
                  <a:moveTo>
                    <a:pt x="268" y="1008"/>
                  </a:moveTo>
                  <a:cubicBezTo>
                    <a:pt x="268" y="1008"/>
                    <a:pt x="268" y="1008"/>
                    <a:pt x="268" y="1008"/>
                  </a:cubicBezTo>
                  <a:cubicBezTo>
                    <a:pt x="473" y="1133"/>
                    <a:pt x="679" y="1249"/>
                    <a:pt x="884" y="1365"/>
                  </a:cubicBezTo>
                  <a:cubicBezTo>
                    <a:pt x="1000" y="1437"/>
                    <a:pt x="1125" y="1499"/>
                    <a:pt x="1241" y="1570"/>
                  </a:cubicBezTo>
                  <a:cubicBezTo>
                    <a:pt x="1276" y="1597"/>
                    <a:pt x="1312" y="1624"/>
                    <a:pt x="1339" y="1651"/>
                  </a:cubicBezTo>
                  <a:cubicBezTo>
                    <a:pt x="1357" y="1677"/>
                    <a:pt x="1357" y="1704"/>
                    <a:pt x="1374" y="1731"/>
                  </a:cubicBezTo>
                  <a:cubicBezTo>
                    <a:pt x="1410" y="1784"/>
                    <a:pt x="1490" y="1838"/>
                    <a:pt x="1553" y="1856"/>
                  </a:cubicBezTo>
                  <a:cubicBezTo>
                    <a:pt x="1803" y="1954"/>
                    <a:pt x="2008" y="1722"/>
                    <a:pt x="2052" y="1508"/>
                  </a:cubicBezTo>
                  <a:cubicBezTo>
                    <a:pt x="2115" y="1231"/>
                    <a:pt x="2008" y="901"/>
                    <a:pt x="1794" y="714"/>
                  </a:cubicBezTo>
                  <a:cubicBezTo>
                    <a:pt x="1597" y="544"/>
                    <a:pt x="1374" y="411"/>
                    <a:pt x="1143" y="286"/>
                  </a:cubicBezTo>
                  <a:cubicBezTo>
                    <a:pt x="902" y="152"/>
                    <a:pt x="643" y="0"/>
                    <a:pt x="357" y="81"/>
                  </a:cubicBezTo>
                  <a:cubicBezTo>
                    <a:pt x="224" y="116"/>
                    <a:pt x="108" y="205"/>
                    <a:pt x="36" y="330"/>
                  </a:cubicBezTo>
                  <a:cubicBezTo>
                    <a:pt x="1" y="402"/>
                    <a:pt x="10" y="437"/>
                    <a:pt x="36" y="500"/>
                  </a:cubicBezTo>
                  <a:cubicBezTo>
                    <a:pt x="63" y="562"/>
                    <a:pt x="99" y="625"/>
                    <a:pt x="108" y="696"/>
                  </a:cubicBezTo>
                  <a:cubicBezTo>
                    <a:pt x="108" y="750"/>
                    <a:pt x="99" y="794"/>
                    <a:pt x="117" y="848"/>
                  </a:cubicBezTo>
                  <a:cubicBezTo>
                    <a:pt x="152" y="919"/>
                    <a:pt x="206" y="973"/>
                    <a:pt x="268" y="1008"/>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5"/>
            <p:cNvSpPr/>
            <p:nvPr/>
          </p:nvSpPr>
          <p:spPr>
            <a:xfrm>
              <a:off x="3589975" y="3435450"/>
              <a:ext cx="49525" cy="51975"/>
            </a:xfrm>
            <a:custGeom>
              <a:avLst/>
              <a:gdLst/>
              <a:ahLst/>
              <a:cxnLst/>
              <a:rect l="l" t="t" r="r" b="b"/>
              <a:pathLst>
                <a:path w="1981" h="2079" extrusionOk="0">
                  <a:moveTo>
                    <a:pt x="206" y="1124"/>
                  </a:moveTo>
                  <a:cubicBezTo>
                    <a:pt x="295" y="1196"/>
                    <a:pt x="393" y="1249"/>
                    <a:pt x="482" y="1303"/>
                  </a:cubicBezTo>
                  <a:cubicBezTo>
                    <a:pt x="661" y="1401"/>
                    <a:pt x="839" y="1508"/>
                    <a:pt x="1017" y="1606"/>
                  </a:cubicBezTo>
                  <a:cubicBezTo>
                    <a:pt x="1232" y="1731"/>
                    <a:pt x="1669" y="2079"/>
                    <a:pt x="1883" y="1784"/>
                  </a:cubicBezTo>
                  <a:cubicBezTo>
                    <a:pt x="1981" y="1633"/>
                    <a:pt x="1972" y="1410"/>
                    <a:pt x="1927" y="1240"/>
                  </a:cubicBezTo>
                  <a:cubicBezTo>
                    <a:pt x="1883" y="1098"/>
                    <a:pt x="1794" y="964"/>
                    <a:pt x="1686" y="848"/>
                  </a:cubicBezTo>
                  <a:cubicBezTo>
                    <a:pt x="1597" y="759"/>
                    <a:pt x="1463" y="705"/>
                    <a:pt x="1356" y="643"/>
                  </a:cubicBezTo>
                  <a:cubicBezTo>
                    <a:pt x="1223" y="562"/>
                    <a:pt x="1089" y="482"/>
                    <a:pt x="955" y="411"/>
                  </a:cubicBezTo>
                  <a:cubicBezTo>
                    <a:pt x="723" y="277"/>
                    <a:pt x="420" y="0"/>
                    <a:pt x="152" y="205"/>
                  </a:cubicBezTo>
                  <a:cubicBezTo>
                    <a:pt x="45" y="295"/>
                    <a:pt x="9" y="428"/>
                    <a:pt x="9" y="562"/>
                  </a:cubicBezTo>
                  <a:cubicBezTo>
                    <a:pt x="9" y="705"/>
                    <a:pt x="0" y="875"/>
                    <a:pt x="81" y="990"/>
                  </a:cubicBezTo>
                  <a:cubicBezTo>
                    <a:pt x="116" y="1044"/>
                    <a:pt x="161" y="1080"/>
                    <a:pt x="206" y="112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5"/>
            <p:cNvSpPr/>
            <p:nvPr/>
          </p:nvSpPr>
          <p:spPr>
            <a:xfrm>
              <a:off x="3622525" y="3463325"/>
              <a:ext cx="54000" cy="48200"/>
            </a:xfrm>
            <a:custGeom>
              <a:avLst/>
              <a:gdLst/>
              <a:ahLst/>
              <a:cxnLst/>
              <a:rect l="l" t="t" r="r" b="b"/>
              <a:pathLst>
                <a:path w="2160" h="1928" extrusionOk="0">
                  <a:moveTo>
                    <a:pt x="45" y="330"/>
                  </a:moveTo>
                  <a:cubicBezTo>
                    <a:pt x="90" y="420"/>
                    <a:pt x="170" y="473"/>
                    <a:pt x="251" y="527"/>
                  </a:cubicBezTo>
                  <a:cubicBezTo>
                    <a:pt x="402" y="625"/>
                    <a:pt x="563" y="714"/>
                    <a:pt x="688" y="839"/>
                  </a:cubicBezTo>
                  <a:cubicBezTo>
                    <a:pt x="813" y="973"/>
                    <a:pt x="902" y="1142"/>
                    <a:pt x="991" y="1303"/>
                  </a:cubicBezTo>
                  <a:cubicBezTo>
                    <a:pt x="1080" y="1463"/>
                    <a:pt x="1178" y="1624"/>
                    <a:pt x="1321" y="1740"/>
                  </a:cubicBezTo>
                  <a:cubicBezTo>
                    <a:pt x="1464" y="1856"/>
                    <a:pt x="1660" y="1927"/>
                    <a:pt x="1839" y="1865"/>
                  </a:cubicBezTo>
                  <a:cubicBezTo>
                    <a:pt x="1937" y="1829"/>
                    <a:pt x="2017" y="1758"/>
                    <a:pt x="2071" y="1660"/>
                  </a:cubicBezTo>
                  <a:cubicBezTo>
                    <a:pt x="2133" y="1544"/>
                    <a:pt x="2160" y="1401"/>
                    <a:pt x="2133" y="1276"/>
                  </a:cubicBezTo>
                  <a:cubicBezTo>
                    <a:pt x="2097" y="1035"/>
                    <a:pt x="1919" y="839"/>
                    <a:pt x="1723" y="705"/>
                  </a:cubicBezTo>
                  <a:cubicBezTo>
                    <a:pt x="1616" y="634"/>
                    <a:pt x="1500" y="598"/>
                    <a:pt x="1393" y="536"/>
                  </a:cubicBezTo>
                  <a:cubicBezTo>
                    <a:pt x="1303" y="473"/>
                    <a:pt x="1232" y="411"/>
                    <a:pt x="1134" y="357"/>
                  </a:cubicBezTo>
                  <a:cubicBezTo>
                    <a:pt x="947" y="259"/>
                    <a:pt x="750" y="170"/>
                    <a:pt x="554" y="99"/>
                  </a:cubicBezTo>
                  <a:cubicBezTo>
                    <a:pt x="474" y="72"/>
                    <a:pt x="393" y="63"/>
                    <a:pt x="322" y="36"/>
                  </a:cubicBezTo>
                  <a:cubicBezTo>
                    <a:pt x="233" y="18"/>
                    <a:pt x="144" y="0"/>
                    <a:pt x="72" y="72"/>
                  </a:cubicBezTo>
                  <a:cubicBezTo>
                    <a:pt x="45" y="90"/>
                    <a:pt x="28" y="125"/>
                    <a:pt x="19" y="161"/>
                  </a:cubicBezTo>
                  <a:cubicBezTo>
                    <a:pt x="1" y="214"/>
                    <a:pt x="19" y="277"/>
                    <a:pt x="45" y="33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5"/>
            <p:cNvSpPr/>
            <p:nvPr/>
          </p:nvSpPr>
          <p:spPr>
            <a:xfrm>
              <a:off x="3622975" y="3463325"/>
              <a:ext cx="53550" cy="41500"/>
            </a:xfrm>
            <a:custGeom>
              <a:avLst/>
              <a:gdLst/>
              <a:ahLst/>
              <a:cxnLst/>
              <a:rect l="l" t="t" r="r" b="b"/>
              <a:pathLst>
                <a:path w="2142" h="1660" extrusionOk="0">
                  <a:moveTo>
                    <a:pt x="1" y="161"/>
                  </a:moveTo>
                  <a:cubicBezTo>
                    <a:pt x="331" y="250"/>
                    <a:pt x="652" y="384"/>
                    <a:pt x="929" y="589"/>
                  </a:cubicBezTo>
                  <a:cubicBezTo>
                    <a:pt x="1285" y="848"/>
                    <a:pt x="1553" y="1196"/>
                    <a:pt x="1865" y="1508"/>
                  </a:cubicBezTo>
                  <a:cubicBezTo>
                    <a:pt x="1928" y="1562"/>
                    <a:pt x="1981" y="1615"/>
                    <a:pt x="2053" y="1660"/>
                  </a:cubicBezTo>
                  <a:cubicBezTo>
                    <a:pt x="2115" y="1544"/>
                    <a:pt x="2142" y="1401"/>
                    <a:pt x="2115" y="1276"/>
                  </a:cubicBezTo>
                  <a:cubicBezTo>
                    <a:pt x="2079" y="1035"/>
                    <a:pt x="1901" y="839"/>
                    <a:pt x="1705" y="705"/>
                  </a:cubicBezTo>
                  <a:cubicBezTo>
                    <a:pt x="1598" y="634"/>
                    <a:pt x="1482" y="598"/>
                    <a:pt x="1375" y="536"/>
                  </a:cubicBezTo>
                  <a:cubicBezTo>
                    <a:pt x="1285" y="473"/>
                    <a:pt x="1214" y="411"/>
                    <a:pt x="1116" y="357"/>
                  </a:cubicBezTo>
                  <a:cubicBezTo>
                    <a:pt x="929" y="259"/>
                    <a:pt x="732" y="170"/>
                    <a:pt x="536" y="99"/>
                  </a:cubicBezTo>
                  <a:cubicBezTo>
                    <a:pt x="456" y="72"/>
                    <a:pt x="375" y="63"/>
                    <a:pt x="304" y="36"/>
                  </a:cubicBezTo>
                  <a:cubicBezTo>
                    <a:pt x="215" y="18"/>
                    <a:pt x="126" y="0"/>
                    <a:pt x="54" y="72"/>
                  </a:cubicBezTo>
                  <a:cubicBezTo>
                    <a:pt x="27" y="90"/>
                    <a:pt x="10" y="125"/>
                    <a:pt x="1" y="16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5"/>
            <p:cNvSpPr/>
            <p:nvPr/>
          </p:nvSpPr>
          <p:spPr>
            <a:xfrm>
              <a:off x="3793600" y="3773100"/>
              <a:ext cx="97925" cy="74525"/>
            </a:xfrm>
            <a:custGeom>
              <a:avLst/>
              <a:gdLst/>
              <a:ahLst/>
              <a:cxnLst/>
              <a:rect l="l" t="t" r="r" b="b"/>
              <a:pathLst>
                <a:path w="3917" h="2981" extrusionOk="0">
                  <a:moveTo>
                    <a:pt x="3453" y="2980"/>
                  </a:moveTo>
                  <a:lnTo>
                    <a:pt x="0" y="991"/>
                  </a:lnTo>
                  <a:lnTo>
                    <a:pt x="3917" y="1"/>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5"/>
            <p:cNvSpPr/>
            <p:nvPr/>
          </p:nvSpPr>
          <p:spPr>
            <a:xfrm>
              <a:off x="3736500" y="3800525"/>
              <a:ext cx="128275" cy="154600"/>
            </a:xfrm>
            <a:custGeom>
              <a:avLst/>
              <a:gdLst/>
              <a:ahLst/>
              <a:cxnLst/>
              <a:rect l="l" t="t" r="r" b="b"/>
              <a:pathLst>
                <a:path w="5131" h="6184" extrusionOk="0">
                  <a:moveTo>
                    <a:pt x="1" y="3989"/>
                  </a:moveTo>
                  <a:cubicBezTo>
                    <a:pt x="1" y="2659"/>
                    <a:pt x="937" y="1036"/>
                    <a:pt x="2097" y="367"/>
                  </a:cubicBezTo>
                  <a:cubicBezTo>
                    <a:pt x="2677" y="37"/>
                    <a:pt x="3203" y="1"/>
                    <a:pt x="3578" y="215"/>
                  </a:cubicBezTo>
                  <a:lnTo>
                    <a:pt x="3578" y="215"/>
                  </a:lnTo>
                  <a:lnTo>
                    <a:pt x="3587" y="215"/>
                  </a:lnTo>
                  <a:cubicBezTo>
                    <a:pt x="3587" y="215"/>
                    <a:pt x="3587" y="215"/>
                    <a:pt x="3587" y="215"/>
                  </a:cubicBezTo>
                  <a:lnTo>
                    <a:pt x="5130" y="1098"/>
                  </a:lnTo>
                  <a:lnTo>
                    <a:pt x="2097" y="6183"/>
                  </a:lnTo>
                  <a:lnTo>
                    <a:pt x="616" y="5336"/>
                  </a:lnTo>
                  <a:cubicBezTo>
                    <a:pt x="616" y="5336"/>
                    <a:pt x="616" y="5336"/>
                    <a:pt x="616" y="5336"/>
                  </a:cubicBezTo>
                  <a:lnTo>
                    <a:pt x="607" y="5336"/>
                  </a:lnTo>
                  <a:lnTo>
                    <a:pt x="607" y="5336"/>
                  </a:lnTo>
                  <a:cubicBezTo>
                    <a:pt x="232" y="5113"/>
                    <a:pt x="1" y="4649"/>
                    <a:pt x="1" y="3989"/>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5"/>
            <p:cNvSpPr/>
            <p:nvPr/>
          </p:nvSpPr>
          <p:spPr>
            <a:xfrm>
              <a:off x="3773300" y="3813925"/>
              <a:ext cx="105075" cy="153900"/>
            </a:xfrm>
            <a:custGeom>
              <a:avLst/>
              <a:gdLst/>
              <a:ahLst/>
              <a:cxnLst/>
              <a:rect l="l" t="t" r="r" b="b"/>
              <a:pathLst>
                <a:path w="4203" h="6156" extrusionOk="0">
                  <a:moveTo>
                    <a:pt x="0" y="4291"/>
                  </a:moveTo>
                  <a:cubicBezTo>
                    <a:pt x="0" y="5620"/>
                    <a:pt x="946" y="6156"/>
                    <a:pt x="2106" y="5487"/>
                  </a:cubicBezTo>
                  <a:cubicBezTo>
                    <a:pt x="3266" y="4818"/>
                    <a:pt x="4202" y="3194"/>
                    <a:pt x="4202" y="1865"/>
                  </a:cubicBezTo>
                  <a:cubicBezTo>
                    <a:pt x="4202" y="535"/>
                    <a:pt x="3266" y="0"/>
                    <a:pt x="2106" y="669"/>
                  </a:cubicBezTo>
                  <a:cubicBezTo>
                    <a:pt x="946" y="1338"/>
                    <a:pt x="0" y="2962"/>
                    <a:pt x="0" y="4291"/>
                  </a:cubicBezTo>
                  <a:close/>
                </a:path>
              </a:pathLst>
            </a:custGeom>
            <a:solidFill>
              <a:srgbClr val="1A1A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5"/>
            <p:cNvSpPr/>
            <p:nvPr/>
          </p:nvSpPr>
          <p:spPr>
            <a:xfrm>
              <a:off x="3794925" y="3848050"/>
              <a:ext cx="61800" cy="85650"/>
            </a:xfrm>
            <a:custGeom>
              <a:avLst/>
              <a:gdLst/>
              <a:ahLst/>
              <a:cxnLst/>
              <a:rect l="l" t="t" r="r" b="b"/>
              <a:pathLst>
                <a:path w="2472" h="3426" extrusionOk="0">
                  <a:moveTo>
                    <a:pt x="1" y="2685"/>
                  </a:moveTo>
                  <a:cubicBezTo>
                    <a:pt x="1" y="2819"/>
                    <a:pt x="19" y="3078"/>
                    <a:pt x="144" y="3247"/>
                  </a:cubicBezTo>
                  <a:cubicBezTo>
                    <a:pt x="161" y="3274"/>
                    <a:pt x="179" y="3292"/>
                    <a:pt x="206" y="3319"/>
                  </a:cubicBezTo>
                  <a:lnTo>
                    <a:pt x="206" y="3319"/>
                  </a:lnTo>
                  <a:cubicBezTo>
                    <a:pt x="233" y="3345"/>
                    <a:pt x="268" y="3372"/>
                    <a:pt x="304" y="3390"/>
                  </a:cubicBezTo>
                  <a:cubicBezTo>
                    <a:pt x="358" y="3408"/>
                    <a:pt x="420" y="3426"/>
                    <a:pt x="483" y="3426"/>
                  </a:cubicBezTo>
                  <a:cubicBezTo>
                    <a:pt x="518" y="3426"/>
                    <a:pt x="554" y="3417"/>
                    <a:pt x="599" y="3417"/>
                  </a:cubicBezTo>
                  <a:cubicBezTo>
                    <a:pt x="723" y="3390"/>
                    <a:pt x="866" y="3345"/>
                    <a:pt x="1009" y="3256"/>
                  </a:cubicBezTo>
                  <a:cubicBezTo>
                    <a:pt x="1285" y="3096"/>
                    <a:pt x="1553" y="2846"/>
                    <a:pt x="1776" y="2560"/>
                  </a:cubicBezTo>
                  <a:cubicBezTo>
                    <a:pt x="1874" y="2436"/>
                    <a:pt x="1955" y="2311"/>
                    <a:pt x="2035" y="2177"/>
                  </a:cubicBezTo>
                  <a:cubicBezTo>
                    <a:pt x="2302" y="1713"/>
                    <a:pt x="2472" y="1196"/>
                    <a:pt x="2472" y="749"/>
                  </a:cubicBezTo>
                  <a:lnTo>
                    <a:pt x="2472" y="723"/>
                  </a:lnTo>
                  <a:cubicBezTo>
                    <a:pt x="2472" y="634"/>
                    <a:pt x="2454" y="500"/>
                    <a:pt x="2418" y="375"/>
                  </a:cubicBezTo>
                  <a:cubicBezTo>
                    <a:pt x="2365" y="187"/>
                    <a:pt x="2249" y="0"/>
                    <a:pt x="1990" y="0"/>
                  </a:cubicBezTo>
                  <a:cubicBezTo>
                    <a:pt x="1839" y="0"/>
                    <a:pt x="1651" y="63"/>
                    <a:pt x="1464" y="179"/>
                  </a:cubicBezTo>
                  <a:cubicBezTo>
                    <a:pt x="1437" y="187"/>
                    <a:pt x="1410" y="196"/>
                    <a:pt x="1393" y="214"/>
                  </a:cubicBezTo>
                  <a:cubicBezTo>
                    <a:pt x="1393" y="214"/>
                    <a:pt x="1384" y="214"/>
                    <a:pt x="1384" y="223"/>
                  </a:cubicBezTo>
                  <a:cubicBezTo>
                    <a:pt x="1321" y="259"/>
                    <a:pt x="1268" y="303"/>
                    <a:pt x="1214" y="348"/>
                  </a:cubicBezTo>
                  <a:cubicBezTo>
                    <a:pt x="1178" y="366"/>
                    <a:pt x="1161" y="393"/>
                    <a:pt x="1125" y="419"/>
                  </a:cubicBezTo>
                  <a:cubicBezTo>
                    <a:pt x="1107" y="428"/>
                    <a:pt x="1080" y="446"/>
                    <a:pt x="1062" y="473"/>
                  </a:cubicBezTo>
                  <a:cubicBezTo>
                    <a:pt x="1045" y="482"/>
                    <a:pt x="1027" y="500"/>
                    <a:pt x="1009" y="518"/>
                  </a:cubicBezTo>
                  <a:cubicBezTo>
                    <a:pt x="973" y="562"/>
                    <a:pt x="920" y="607"/>
                    <a:pt x="884" y="651"/>
                  </a:cubicBezTo>
                  <a:cubicBezTo>
                    <a:pt x="634" y="910"/>
                    <a:pt x="429" y="1240"/>
                    <a:pt x="277" y="1570"/>
                  </a:cubicBezTo>
                  <a:cubicBezTo>
                    <a:pt x="251" y="1624"/>
                    <a:pt x="233" y="1668"/>
                    <a:pt x="206" y="1713"/>
                  </a:cubicBezTo>
                  <a:cubicBezTo>
                    <a:pt x="179" y="1793"/>
                    <a:pt x="144" y="1882"/>
                    <a:pt x="126" y="1963"/>
                  </a:cubicBezTo>
                  <a:lnTo>
                    <a:pt x="126" y="1981"/>
                  </a:lnTo>
                  <a:cubicBezTo>
                    <a:pt x="117" y="1989"/>
                    <a:pt x="117" y="1998"/>
                    <a:pt x="117" y="2007"/>
                  </a:cubicBezTo>
                  <a:cubicBezTo>
                    <a:pt x="99" y="2052"/>
                    <a:pt x="90" y="2097"/>
                    <a:pt x="72" y="2141"/>
                  </a:cubicBezTo>
                  <a:cubicBezTo>
                    <a:pt x="45" y="2239"/>
                    <a:pt x="37" y="2328"/>
                    <a:pt x="28" y="2418"/>
                  </a:cubicBezTo>
                  <a:cubicBezTo>
                    <a:pt x="10" y="2507"/>
                    <a:pt x="1" y="2596"/>
                    <a:pt x="1" y="2685"/>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5"/>
            <p:cNvSpPr/>
            <p:nvPr/>
          </p:nvSpPr>
          <p:spPr>
            <a:xfrm>
              <a:off x="3798050" y="3848475"/>
              <a:ext cx="58675" cy="85225"/>
            </a:xfrm>
            <a:custGeom>
              <a:avLst/>
              <a:gdLst/>
              <a:ahLst/>
              <a:cxnLst/>
              <a:rect l="l" t="t" r="r" b="b"/>
              <a:pathLst>
                <a:path w="2347" h="3409" extrusionOk="0">
                  <a:moveTo>
                    <a:pt x="99" y="3221"/>
                  </a:moveTo>
                  <a:cubicBezTo>
                    <a:pt x="259" y="3221"/>
                    <a:pt x="438" y="3168"/>
                    <a:pt x="634" y="3052"/>
                  </a:cubicBezTo>
                  <a:cubicBezTo>
                    <a:pt x="1419" y="2597"/>
                    <a:pt x="2088" y="1446"/>
                    <a:pt x="2088" y="545"/>
                  </a:cubicBezTo>
                  <a:cubicBezTo>
                    <a:pt x="2088" y="411"/>
                    <a:pt x="2070" y="170"/>
                    <a:pt x="1963" y="1"/>
                  </a:cubicBezTo>
                  <a:cubicBezTo>
                    <a:pt x="2302" y="72"/>
                    <a:pt x="2347" y="527"/>
                    <a:pt x="2347" y="724"/>
                  </a:cubicBezTo>
                  <a:cubicBezTo>
                    <a:pt x="2347" y="1633"/>
                    <a:pt x="1678" y="2784"/>
                    <a:pt x="893" y="3239"/>
                  </a:cubicBezTo>
                  <a:cubicBezTo>
                    <a:pt x="697" y="3346"/>
                    <a:pt x="509" y="3409"/>
                    <a:pt x="358" y="3409"/>
                  </a:cubicBezTo>
                  <a:cubicBezTo>
                    <a:pt x="188" y="3409"/>
                    <a:pt x="72" y="3328"/>
                    <a:pt x="1" y="3213"/>
                  </a:cubicBezTo>
                  <a:cubicBezTo>
                    <a:pt x="36" y="3221"/>
                    <a:pt x="63" y="3221"/>
                    <a:pt x="99" y="322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5"/>
            <p:cNvSpPr/>
            <p:nvPr/>
          </p:nvSpPr>
          <p:spPr>
            <a:xfrm>
              <a:off x="3797825" y="3854950"/>
              <a:ext cx="54225" cy="76300"/>
            </a:xfrm>
            <a:custGeom>
              <a:avLst/>
              <a:gdLst/>
              <a:ahLst/>
              <a:cxnLst/>
              <a:rect l="l" t="t" r="r" b="b"/>
              <a:pathLst>
                <a:path w="2169" h="3052" extrusionOk="0">
                  <a:moveTo>
                    <a:pt x="28" y="2971"/>
                  </a:moveTo>
                  <a:lnTo>
                    <a:pt x="384" y="2204"/>
                  </a:lnTo>
                  <a:cubicBezTo>
                    <a:pt x="268" y="2124"/>
                    <a:pt x="197" y="1972"/>
                    <a:pt x="197" y="1749"/>
                  </a:cubicBezTo>
                  <a:cubicBezTo>
                    <a:pt x="197" y="1731"/>
                    <a:pt x="206" y="1705"/>
                    <a:pt x="206" y="1687"/>
                  </a:cubicBezTo>
                  <a:lnTo>
                    <a:pt x="1" y="1731"/>
                  </a:lnTo>
                  <a:cubicBezTo>
                    <a:pt x="1" y="1722"/>
                    <a:pt x="1" y="1713"/>
                    <a:pt x="10" y="1705"/>
                  </a:cubicBezTo>
                  <a:lnTo>
                    <a:pt x="10" y="1687"/>
                  </a:lnTo>
                  <a:cubicBezTo>
                    <a:pt x="28" y="1606"/>
                    <a:pt x="63" y="1517"/>
                    <a:pt x="90" y="1437"/>
                  </a:cubicBezTo>
                  <a:cubicBezTo>
                    <a:pt x="117" y="1392"/>
                    <a:pt x="135" y="1348"/>
                    <a:pt x="161" y="1294"/>
                  </a:cubicBezTo>
                  <a:lnTo>
                    <a:pt x="304" y="1267"/>
                  </a:lnTo>
                  <a:cubicBezTo>
                    <a:pt x="402" y="1018"/>
                    <a:pt x="572" y="777"/>
                    <a:pt x="768" y="598"/>
                  </a:cubicBezTo>
                  <a:lnTo>
                    <a:pt x="768" y="375"/>
                  </a:lnTo>
                  <a:cubicBezTo>
                    <a:pt x="813" y="331"/>
                    <a:pt x="857" y="286"/>
                    <a:pt x="893" y="242"/>
                  </a:cubicBezTo>
                  <a:cubicBezTo>
                    <a:pt x="911" y="224"/>
                    <a:pt x="929" y="206"/>
                    <a:pt x="946" y="197"/>
                  </a:cubicBezTo>
                  <a:cubicBezTo>
                    <a:pt x="964" y="170"/>
                    <a:pt x="991" y="152"/>
                    <a:pt x="1009" y="143"/>
                  </a:cubicBezTo>
                  <a:cubicBezTo>
                    <a:pt x="1045" y="117"/>
                    <a:pt x="1062" y="90"/>
                    <a:pt x="1098" y="72"/>
                  </a:cubicBezTo>
                  <a:lnTo>
                    <a:pt x="1098" y="402"/>
                  </a:lnTo>
                  <a:cubicBezTo>
                    <a:pt x="1294" y="340"/>
                    <a:pt x="1464" y="393"/>
                    <a:pt x="1571" y="527"/>
                  </a:cubicBezTo>
                  <a:lnTo>
                    <a:pt x="2124" y="1"/>
                  </a:lnTo>
                  <a:cubicBezTo>
                    <a:pt x="2160" y="126"/>
                    <a:pt x="2169" y="259"/>
                    <a:pt x="2169" y="349"/>
                  </a:cubicBezTo>
                  <a:lnTo>
                    <a:pt x="1678" y="821"/>
                  </a:lnTo>
                  <a:cubicBezTo>
                    <a:pt x="1678" y="848"/>
                    <a:pt x="1678" y="866"/>
                    <a:pt x="1678" y="902"/>
                  </a:cubicBezTo>
                  <a:cubicBezTo>
                    <a:pt x="1678" y="1107"/>
                    <a:pt x="1607" y="1348"/>
                    <a:pt x="1500" y="1553"/>
                  </a:cubicBezTo>
                  <a:lnTo>
                    <a:pt x="1740" y="1803"/>
                  </a:lnTo>
                  <a:cubicBezTo>
                    <a:pt x="1660" y="1937"/>
                    <a:pt x="1571" y="2061"/>
                    <a:pt x="1482" y="2186"/>
                  </a:cubicBezTo>
                  <a:lnTo>
                    <a:pt x="1232" y="1937"/>
                  </a:lnTo>
                  <a:cubicBezTo>
                    <a:pt x="1143" y="2035"/>
                    <a:pt x="1045" y="2115"/>
                    <a:pt x="938" y="2177"/>
                  </a:cubicBezTo>
                  <a:cubicBezTo>
                    <a:pt x="839" y="2231"/>
                    <a:pt x="741" y="2267"/>
                    <a:pt x="652" y="2276"/>
                  </a:cubicBezTo>
                  <a:lnTo>
                    <a:pt x="295" y="3043"/>
                  </a:lnTo>
                  <a:cubicBezTo>
                    <a:pt x="260" y="3043"/>
                    <a:pt x="224" y="3052"/>
                    <a:pt x="188" y="3052"/>
                  </a:cubicBezTo>
                  <a:cubicBezTo>
                    <a:pt x="152" y="3052"/>
                    <a:pt x="126" y="3043"/>
                    <a:pt x="90" y="3043"/>
                  </a:cubicBezTo>
                  <a:lnTo>
                    <a:pt x="90" y="304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5"/>
            <p:cNvSpPr/>
            <p:nvPr/>
          </p:nvSpPr>
          <p:spPr>
            <a:xfrm>
              <a:off x="3814325" y="3880375"/>
              <a:ext cx="14075" cy="17200"/>
            </a:xfrm>
            <a:custGeom>
              <a:avLst/>
              <a:gdLst/>
              <a:ahLst/>
              <a:cxnLst/>
              <a:rect l="l" t="t" r="r" b="b"/>
              <a:pathLst>
                <a:path w="563" h="688" extrusionOk="0">
                  <a:moveTo>
                    <a:pt x="1" y="438"/>
                  </a:moveTo>
                  <a:cubicBezTo>
                    <a:pt x="1" y="295"/>
                    <a:pt x="99" y="117"/>
                    <a:pt x="233" y="45"/>
                  </a:cubicBezTo>
                  <a:cubicBezTo>
                    <a:pt x="295" y="1"/>
                    <a:pt x="349" y="1"/>
                    <a:pt x="393" y="27"/>
                  </a:cubicBezTo>
                  <a:lnTo>
                    <a:pt x="393" y="27"/>
                  </a:lnTo>
                  <a:lnTo>
                    <a:pt x="393" y="27"/>
                  </a:lnTo>
                  <a:lnTo>
                    <a:pt x="393" y="27"/>
                  </a:lnTo>
                  <a:lnTo>
                    <a:pt x="563" y="126"/>
                  </a:lnTo>
                  <a:lnTo>
                    <a:pt x="233" y="688"/>
                  </a:lnTo>
                  <a:lnTo>
                    <a:pt x="63" y="589"/>
                  </a:lnTo>
                  <a:cubicBezTo>
                    <a:pt x="63" y="589"/>
                    <a:pt x="63" y="589"/>
                    <a:pt x="63" y="589"/>
                  </a:cubicBezTo>
                  <a:lnTo>
                    <a:pt x="63" y="589"/>
                  </a:lnTo>
                  <a:cubicBezTo>
                    <a:pt x="28" y="563"/>
                    <a:pt x="1" y="518"/>
                    <a:pt x="1" y="438"/>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5"/>
            <p:cNvSpPr/>
            <p:nvPr/>
          </p:nvSpPr>
          <p:spPr>
            <a:xfrm>
              <a:off x="3818350" y="3881950"/>
              <a:ext cx="11625" cy="16975"/>
            </a:xfrm>
            <a:custGeom>
              <a:avLst/>
              <a:gdLst/>
              <a:ahLst/>
              <a:cxnLst/>
              <a:rect l="l" t="t" r="r" b="b"/>
              <a:pathLst>
                <a:path w="465" h="679" extrusionOk="0">
                  <a:moveTo>
                    <a:pt x="1" y="473"/>
                  </a:moveTo>
                  <a:cubicBezTo>
                    <a:pt x="1" y="616"/>
                    <a:pt x="99" y="678"/>
                    <a:pt x="232" y="607"/>
                  </a:cubicBezTo>
                  <a:cubicBezTo>
                    <a:pt x="357" y="526"/>
                    <a:pt x="464" y="348"/>
                    <a:pt x="464" y="205"/>
                  </a:cubicBezTo>
                  <a:cubicBezTo>
                    <a:pt x="464" y="54"/>
                    <a:pt x="357" y="0"/>
                    <a:pt x="232" y="71"/>
                  </a:cubicBezTo>
                  <a:cubicBezTo>
                    <a:pt x="99" y="143"/>
                    <a:pt x="1" y="321"/>
                    <a:pt x="1" y="47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5"/>
            <p:cNvSpPr/>
            <p:nvPr/>
          </p:nvSpPr>
          <p:spPr>
            <a:xfrm>
              <a:off x="4200175" y="3538475"/>
              <a:ext cx="97700" cy="74525"/>
            </a:xfrm>
            <a:custGeom>
              <a:avLst/>
              <a:gdLst/>
              <a:ahLst/>
              <a:cxnLst/>
              <a:rect l="l" t="t" r="r" b="b"/>
              <a:pathLst>
                <a:path w="3908" h="2981" extrusionOk="0">
                  <a:moveTo>
                    <a:pt x="3453" y="2980"/>
                  </a:moveTo>
                  <a:lnTo>
                    <a:pt x="0" y="991"/>
                  </a:lnTo>
                  <a:lnTo>
                    <a:pt x="3908" y="1"/>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5"/>
            <p:cNvSpPr/>
            <p:nvPr/>
          </p:nvSpPr>
          <p:spPr>
            <a:xfrm>
              <a:off x="4145525" y="3567925"/>
              <a:ext cx="128275" cy="154575"/>
            </a:xfrm>
            <a:custGeom>
              <a:avLst/>
              <a:gdLst/>
              <a:ahLst/>
              <a:cxnLst/>
              <a:rect l="l" t="t" r="r" b="b"/>
              <a:pathLst>
                <a:path w="5131" h="6183" extrusionOk="0">
                  <a:moveTo>
                    <a:pt x="1" y="3988"/>
                  </a:moveTo>
                  <a:cubicBezTo>
                    <a:pt x="1" y="2659"/>
                    <a:pt x="937" y="1035"/>
                    <a:pt x="2097" y="366"/>
                  </a:cubicBezTo>
                  <a:cubicBezTo>
                    <a:pt x="2677" y="36"/>
                    <a:pt x="3203" y="0"/>
                    <a:pt x="3578" y="214"/>
                  </a:cubicBezTo>
                  <a:lnTo>
                    <a:pt x="3578" y="214"/>
                  </a:lnTo>
                  <a:lnTo>
                    <a:pt x="3587" y="214"/>
                  </a:lnTo>
                  <a:cubicBezTo>
                    <a:pt x="3587" y="214"/>
                    <a:pt x="3587" y="214"/>
                    <a:pt x="3587" y="214"/>
                  </a:cubicBezTo>
                  <a:lnTo>
                    <a:pt x="5130" y="1098"/>
                  </a:lnTo>
                  <a:lnTo>
                    <a:pt x="2097" y="6183"/>
                  </a:lnTo>
                  <a:lnTo>
                    <a:pt x="616" y="5344"/>
                  </a:lnTo>
                  <a:cubicBezTo>
                    <a:pt x="616" y="5335"/>
                    <a:pt x="616" y="5335"/>
                    <a:pt x="616" y="5335"/>
                  </a:cubicBezTo>
                  <a:lnTo>
                    <a:pt x="607" y="5335"/>
                  </a:lnTo>
                  <a:lnTo>
                    <a:pt x="607" y="5335"/>
                  </a:lnTo>
                  <a:cubicBezTo>
                    <a:pt x="233" y="5112"/>
                    <a:pt x="1" y="4648"/>
                    <a:pt x="1" y="3988"/>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5"/>
            <p:cNvSpPr/>
            <p:nvPr/>
          </p:nvSpPr>
          <p:spPr>
            <a:xfrm>
              <a:off x="4182325" y="3581300"/>
              <a:ext cx="105075" cy="154125"/>
            </a:xfrm>
            <a:custGeom>
              <a:avLst/>
              <a:gdLst/>
              <a:ahLst/>
              <a:cxnLst/>
              <a:rect l="l" t="t" r="r" b="b"/>
              <a:pathLst>
                <a:path w="4203" h="6165" extrusionOk="0">
                  <a:moveTo>
                    <a:pt x="1" y="4292"/>
                  </a:moveTo>
                  <a:cubicBezTo>
                    <a:pt x="1" y="5630"/>
                    <a:pt x="946" y="6165"/>
                    <a:pt x="2106" y="5496"/>
                  </a:cubicBezTo>
                  <a:cubicBezTo>
                    <a:pt x="3266" y="4818"/>
                    <a:pt x="4203" y="3203"/>
                    <a:pt x="4203" y="1865"/>
                  </a:cubicBezTo>
                  <a:cubicBezTo>
                    <a:pt x="4203" y="536"/>
                    <a:pt x="3266" y="1"/>
                    <a:pt x="2106" y="670"/>
                  </a:cubicBezTo>
                  <a:cubicBezTo>
                    <a:pt x="946" y="1339"/>
                    <a:pt x="1" y="2962"/>
                    <a:pt x="1" y="4292"/>
                  </a:cubicBezTo>
                  <a:close/>
                </a:path>
              </a:pathLst>
            </a:custGeom>
            <a:solidFill>
              <a:srgbClr val="1A1A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5"/>
            <p:cNvSpPr/>
            <p:nvPr/>
          </p:nvSpPr>
          <p:spPr>
            <a:xfrm>
              <a:off x="4203975" y="3615425"/>
              <a:ext cx="61800" cy="85675"/>
            </a:xfrm>
            <a:custGeom>
              <a:avLst/>
              <a:gdLst/>
              <a:ahLst/>
              <a:cxnLst/>
              <a:rect l="l" t="t" r="r" b="b"/>
              <a:pathLst>
                <a:path w="2472" h="3427" extrusionOk="0">
                  <a:moveTo>
                    <a:pt x="0" y="2686"/>
                  </a:moveTo>
                  <a:cubicBezTo>
                    <a:pt x="0" y="2828"/>
                    <a:pt x="18" y="3087"/>
                    <a:pt x="152" y="3257"/>
                  </a:cubicBezTo>
                  <a:cubicBezTo>
                    <a:pt x="161" y="3275"/>
                    <a:pt x="178" y="3301"/>
                    <a:pt x="205" y="3319"/>
                  </a:cubicBezTo>
                  <a:lnTo>
                    <a:pt x="205" y="3319"/>
                  </a:lnTo>
                  <a:cubicBezTo>
                    <a:pt x="232" y="3346"/>
                    <a:pt x="268" y="3373"/>
                    <a:pt x="312" y="3390"/>
                  </a:cubicBezTo>
                  <a:cubicBezTo>
                    <a:pt x="357" y="3417"/>
                    <a:pt x="419" y="3426"/>
                    <a:pt x="482" y="3426"/>
                  </a:cubicBezTo>
                  <a:cubicBezTo>
                    <a:pt x="517" y="3426"/>
                    <a:pt x="553" y="3417"/>
                    <a:pt x="598" y="3417"/>
                  </a:cubicBezTo>
                  <a:cubicBezTo>
                    <a:pt x="723" y="3399"/>
                    <a:pt x="865" y="3346"/>
                    <a:pt x="1017" y="3257"/>
                  </a:cubicBezTo>
                  <a:cubicBezTo>
                    <a:pt x="1285" y="3096"/>
                    <a:pt x="1552" y="2855"/>
                    <a:pt x="1775" y="2561"/>
                  </a:cubicBezTo>
                  <a:cubicBezTo>
                    <a:pt x="1873" y="2436"/>
                    <a:pt x="1963" y="2311"/>
                    <a:pt x="2034" y="2177"/>
                  </a:cubicBezTo>
                  <a:cubicBezTo>
                    <a:pt x="2302" y="1713"/>
                    <a:pt x="2471" y="1196"/>
                    <a:pt x="2471" y="750"/>
                  </a:cubicBezTo>
                  <a:lnTo>
                    <a:pt x="2471" y="723"/>
                  </a:lnTo>
                  <a:cubicBezTo>
                    <a:pt x="2471" y="634"/>
                    <a:pt x="2453" y="500"/>
                    <a:pt x="2418" y="384"/>
                  </a:cubicBezTo>
                  <a:cubicBezTo>
                    <a:pt x="2373" y="188"/>
                    <a:pt x="2248" y="1"/>
                    <a:pt x="1989" y="1"/>
                  </a:cubicBezTo>
                  <a:cubicBezTo>
                    <a:pt x="1838" y="1"/>
                    <a:pt x="1659" y="63"/>
                    <a:pt x="1463" y="179"/>
                  </a:cubicBezTo>
                  <a:cubicBezTo>
                    <a:pt x="1436" y="188"/>
                    <a:pt x="1418" y="206"/>
                    <a:pt x="1392" y="215"/>
                  </a:cubicBezTo>
                  <a:cubicBezTo>
                    <a:pt x="1392" y="224"/>
                    <a:pt x="1383" y="224"/>
                    <a:pt x="1383" y="224"/>
                  </a:cubicBezTo>
                  <a:cubicBezTo>
                    <a:pt x="1329" y="259"/>
                    <a:pt x="1267" y="304"/>
                    <a:pt x="1213" y="348"/>
                  </a:cubicBezTo>
                  <a:cubicBezTo>
                    <a:pt x="1187" y="375"/>
                    <a:pt x="1160" y="393"/>
                    <a:pt x="1124" y="420"/>
                  </a:cubicBezTo>
                  <a:cubicBezTo>
                    <a:pt x="1106" y="438"/>
                    <a:pt x="1088" y="455"/>
                    <a:pt x="1062" y="473"/>
                  </a:cubicBezTo>
                  <a:cubicBezTo>
                    <a:pt x="1044" y="482"/>
                    <a:pt x="1026" y="500"/>
                    <a:pt x="1017" y="518"/>
                  </a:cubicBezTo>
                  <a:cubicBezTo>
                    <a:pt x="972" y="563"/>
                    <a:pt x="928" y="607"/>
                    <a:pt x="883" y="652"/>
                  </a:cubicBezTo>
                  <a:cubicBezTo>
                    <a:pt x="633" y="919"/>
                    <a:pt x="428" y="1241"/>
                    <a:pt x="277" y="1580"/>
                  </a:cubicBezTo>
                  <a:cubicBezTo>
                    <a:pt x="250" y="1624"/>
                    <a:pt x="232" y="1669"/>
                    <a:pt x="214" y="1722"/>
                  </a:cubicBezTo>
                  <a:cubicBezTo>
                    <a:pt x="178" y="1803"/>
                    <a:pt x="152" y="1883"/>
                    <a:pt x="125" y="1972"/>
                  </a:cubicBezTo>
                  <a:lnTo>
                    <a:pt x="125" y="1981"/>
                  </a:lnTo>
                  <a:cubicBezTo>
                    <a:pt x="116" y="1990"/>
                    <a:pt x="116" y="1999"/>
                    <a:pt x="116" y="2008"/>
                  </a:cubicBezTo>
                  <a:cubicBezTo>
                    <a:pt x="98" y="2052"/>
                    <a:pt x="89" y="2097"/>
                    <a:pt x="71" y="2142"/>
                  </a:cubicBezTo>
                  <a:cubicBezTo>
                    <a:pt x="54" y="2240"/>
                    <a:pt x="36" y="2329"/>
                    <a:pt x="27" y="2418"/>
                  </a:cubicBezTo>
                  <a:cubicBezTo>
                    <a:pt x="9" y="2507"/>
                    <a:pt x="0" y="2597"/>
                    <a:pt x="0" y="2686"/>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5"/>
            <p:cNvSpPr/>
            <p:nvPr/>
          </p:nvSpPr>
          <p:spPr>
            <a:xfrm>
              <a:off x="4207300" y="3615875"/>
              <a:ext cx="58475" cy="85225"/>
            </a:xfrm>
            <a:custGeom>
              <a:avLst/>
              <a:gdLst/>
              <a:ahLst/>
              <a:cxnLst/>
              <a:rect l="l" t="t" r="r" b="b"/>
              <a:pathLst>
                <a:path w="2339" h="3409" extrusionOk="0">
                  <a:moveTo>
                    <a:pt x="99" y="3221"/>
                  </a:moveTo>
                  <a:cubicBezTo>
                    <a:pt x="251" y="3221"/>
                    <a:pt x="429" y="3167"/>
                    <a:pt x="625" y="3051"/>
                  </a:cubicBezTo>
                  <a:cubicBezTo>
                    <a:pt x="1410" y="2596"/>
                    <a:pt x="2079" y="1446"/>
                    <a:pt x="2079" y="545"/>
                  </a:cubicBezTo>
                  <a:cubicBezTo>
                    <a:pt x="2079" y="411"/>
                    <a:pt x="2062" y="170"/>
                    <a:pt x="1955" y="0"/>
                  </a:cubicBezTo>
                  <a:cubicBezTo>
                    <a:pt x="2294" y="72"/>
                    <a:pt x="2338" y="527"/>
                    <a:pt x="2338" y="732"/>
                  </a:cubicBezTo>
                  <a:cubicBezTo>
                    <a:pt x="2338" y="1633"/>
                    <a:pt x="1669" y="2784"/>
                    <a:pt x="884" y="3239"/>
                  </a:cubicBezTo>
                  <a:cubicBezTo>
                    <a:pt x="688" y="3355"/>
                    <a:pt x="500" y="3408"/>
                    <a:pt x="349" y="3408"/>
                  </a:cubicBezTo>
                  <a:cubicBezTo>
                    <a:pt x="179" y="3408"/>
                    <a:pt x="72" y="3328"/>
                    <a:pt x="1" y="3212"/>
                  </a:cubicBezTo>
                  <a:cubicBezTo>
                    <a:pt x="28" y="3221"/>
                    <a:pt x="63" y="3221"/>
                    <a:pt x="99" y="322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5"/>
            <p:cNvSpPr/>
            <p:nvPr/>
          </p:nvSpPr>
          <p:spPr>
            <a:xfrm>
              <a:off x="4206875" y="3622550"/>
              <a:ext cx="54425" cy="76100"/>
            </a:xfrm>
            <a:custGeom>
              <a:avLst/>
              <a:gdLst/>
              <a:ahLst/>
              <a:cxnLst/>
              <a:rect l="l" t="t" r="r" b="b"/>
              <a:pathLst>
                <a:path w="2177" h="3044" extrusionOk="0">
                  <a:moveTo>
                    <a:pt x="36" y="2972"/>
                  </a:moveTo>
                  <a:lnTo>
                    <a:pt x="384" y="2196"/>
                  </a:lnTo>
                  <a:cubicBezTo>
                    <a:pt x="277" y="2115"/>
                    <a:pt x="196" y="1964"/>
                    <a:pt x="196" y="1749"/>
                  </a:cubicBezTo>
                  <a:cubicBezTo>
                    <a:pt x="196" y="1723"/>
                    <a:pt x="205" y="1705"/>
                    <a:pt x="205" y="1678"/>
                  </a:cubicBezTo>
                  <a:lnTo>
                    <a:pt x="0" y="1723"/>
                  </a:lnTo>
                  <a:cubicBezTo>
                    <a:pt x="0" y="1714"/>
                    <a:pt x="0" y="1705"/>
                    <a:pt x="9" y="1696"/>
                  </a:cubicBezTo>
                  <a:lnTo>
                    <a:pt x="9" y="1687"/>
                  </a:lnTo>
                  <a:cubicBezTo>
                    <a:pt x="36" y="1598"/>
                    <a:pt x="62" y="1518"/>
                    <a:pt x="98" y="1437"/>
                  </a:cubicBezTo>
                  <a:cubicBezTo>
                    <a:pt x="116" y="1384"/>
                    <a:pt x="134" y="1339"/>
                    <a:pt x="161" y="1295"/>
                  </a:cubicBezTo>
                  <a:lnTo>
                    <a:pt x="303" y="1259"/>
                  </a:lnTo>
                  <a:cubicBezTo>
                    <a:pt x="401" y="1009"/>
                    <a:pt x="571" y="768"/>
                    <a:pt x="767" y="590"/>
                  </a:cubicBezTo>
                  <a:lnTo>
                    <a:pt x="767" y="367"/>
                  </a:lnTo>
                  <a:cubicBezTo>
                    <a:pt x="812" y="322"/>
                    <a:pt x="856" y="278"/>
                    <a:pt x="901" y="233"/>
                  </a:cubicBezTo>
                  <a:cubicBezTo>
                    <a:pt x="910" y="215"/>
                    <a:pt x="928" y="197"/>
                    <a:pt x="946" y="188"/>
                  </a:cubicBezTo>
                  <a:cubicBezTo>
                    <a:pt x="972" y="170"/>
                    <a:pt x="990" y="153"/>
                    <a:pt x="1008" y="135"/>
                  </a:cubicBezTo>
                  <a:cubicBezTo>
                    <a:pt x="1044" y="108"/>
                    <a:pt x="1071" y="90"/>
                    <a:pt x="1097" y="63"/>
                  </a:cubicBezTo>
                  <a:lnTo>
                    <a:pt x="1097" y="402"/>
                  </a:lnTo>
                  <a:cubicBezTo>
                    <a:pt x="1302" y="331"/>
                    <a:pt x="1463" y="385"/>
                    <a:pt x="1570" y="518"/>
                  </a:cubicBezTo>
                  <a:lnTo>
                    <a:pt x="2123" y="1"/>
                  </a:lnTo>
                  <a:cubicBezTo>
                    <a:pt x="2159" y="117"/>
                    <a:pt x="2177" y="251"/>
                    <a:pt x="2177" y="349"/>
                  </a:cubicBezTo>
                  <a:lnTo>
                    <a:pt x="1677" y="822"/>
                  </a:lnTo>
                  <a:cubicBezTo>
                    <a:pt x="1677" y="840"/>
                    <a:pt x="1677" y="866"/>
                    <a:pt x="1677" y="893"/>
                  </a:cubicBezTo>
                  <a:cubicBezTo>
                    <a:pt x="1677" y="1107"/>
                    <a:pt x="1615" y="1339"/>
                    <a:pt x="1499" y="1544"/>
                  </a:cubicBezTo>
                  <a:lnTo>
                    <a:pt x="1740" y="1794"/>
                  </a:lnTo>
                  <a:cubicBezTo>
                    <a:pt x="1659" y="1928"/>
                    <a:pt x="1570" y="2053"/>
                    <a:pt x="1481" y="2178"/>
                  </a:cubicBezTo>
                  <a:lnTo>
                    <a:pt x="1231" y="1928"/>
                  </a:lnTo>
                  <a:cubicBezTo>
                    <a:pt x="1151" y="2026"/>
                    <a:pt x="1044" y="2106"/>
                    <a:pt x="937" y="2169"/>
                  </a:cubicBezTo>
                  <a:cubicBezTo>
                    <a:pt x="839" y="2231"/>
                    <a:pt x="740" y="2258"/>
                    <a:pt x="651" y="2267"/>
                  </a:cubicBezTo>
                  <a:lnTo>
                    <a:pt x="294" y="3034"/>
                  </a:lnTo>
                  <a:cubicBezTo>
                    <a:pt x="259" y="3043"/>
                    <a:pt x="223" y="3043"/>
                    <a:pt x="187" y="3043"/>
                  </a:cubicBezTo>
                  <a:cubicBezTo>
                    <a:pt x="152" y="3043"/>
                    <a:pt x="125" y="3043"/>
                    <a:pt x="89" y="3034"/>
                  </a:cubicBezTo>
                  <a:lnTo>
                    <a:pt x="89" y="3034"/>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5"/>
            <p:cNvSpPr/>
            <p:nvPr/>
          </p:nvSpPr>
          <p:spPr>
            <a:xfrm>
              <a:off x="4223375" y="3647775"/>
              <a:ext cx="14075" cy="17175"/>
            </a:xfrm>
            <a:custGeom>
              <a:avLst/>
              <a:gdLst/>
              <a:ahLst/>
              <a:cxnLst/>
              <a:rect l="l" t="t" r="r" b="b"/>
              <a:pathLst>
                <a:path w="563" h="687" extrusionOk="0">
                  <a:moveTo>
                    <a:pt x="0" y="446"/>
                  </a:moveTo>
                  <a:cubicBezTo>
                    <a:pt x="0" y="294"/>
                    <a:pt x="98" y="116"/>
                    <a:pt x="232" y="45"/>
                  </a:cubicBezTo>
                  <a:cubicBezTo>
                    <a:pt x="295" y="9"/>
                    <a:pt x="348" y="0"/>
                    <a:pt x="393" y="27"/>
                  </a:cubicBezTo>
                  <a:lnTo>
                    <a:pt x="393" y="27"/>
                  </a:lnTo>
                  <a:lnTo>
                    <a:pt x="393" y="27"/>
                  </a:lnTo>
                  <a:lnTo>
                    <a:pt x="393" y="27"/>
                  </a:lnTo>
                  <a:lnTo>
                    <a:pt x="562" y="125"/>
                  </a:lnTo>
                  <a:lnTo>
                    <a:pt x="232" y="687"/>
                  </a:lnTo>
                  <a:lnTo>
                    <a:pt x="63" y="589"/>
                  </a:lnTo>
                  <a:cubicBezTo>
                    <a:pt x="63" y="589"/>
                    <a:pt x="63" y="589"/>
                    <a:pt x="63" y="589"/>
                  </a:cubicBezTo>
                  <a:lnTo>
                    <a:pt x="63" y="589"/>
                  </a:lnTo>
                  <a:cubicBezTo>
                    <a:pt x="27" y="571"/>
                    <a:pt x="0" y="517"/>
                    <a:pt x="0" y="44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5"/>
            <p:cNvSpPr/>
            <p:nvPr/>
          </p:nvSpPr>
          <p:spPr>
            <a:xfrm>
              <a:off x="4227375" y="3649325"/>
              <a:ext cx="11625" cy="16975"/>
            </a:xfrm>
            <a:custGeom>
              <a:avLst/>
              <a:gdLst/>
              <a:ahLst/>
              <a:cxnLst/>
              <a:rect l="l" t="t" r="r" b="b"/>
              <a:pathLst>
                <a:path w="465" h="679" extrusionOk="0">
                  <a:moveTo>
                    <a:pt x="1" y="473"/>
                  </a:moveTo>
                  <a:cubicBezTo>
                    <a:pt x="1" y="616"/>
                    <a:pt x="108" y="678"/>
                    <a:pt x="233" y="607"/>
                  </a:cubicBezTo>
                  <a:cubicBezTo>
                    <a:pt x="358" y="536"/>
                    <a:pt x="465" y="348"/>
                    <a:pt x="465" y="206"/>
                  </a:cubicBezTo>
                  <a:cubicBezTo>
                    <a:pt x="465" y="63"/>
                    <a:pt x="358" y="1"/>
                    <a:pt x="233" y="72"/>
                  </a:cubicBezTo>
                  <a:cubicBezTo>
                    <a:pt x="108" y="152"/>
                    <a:pt x="1" y="331"/>
                    <a:pt x="1" y="473"/>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5"/>
            <p:cNvSpPr/>
            <p:nvPr/>
          </p:nvSpPr>
          <p:spPr>
            <a:xfrm>
              <a:off x="3697475" y="3325050"/>
              <a:ext cx="650600" cy="628725"/>
            </a:xfrm>
            <a:custGeom>
              <a:avLst/>
              <a:gdLst/>
              <a:ahLst/>
              <a:cxnLst/>
              <a:rect l="l" t="t" r="r" b="b"/>
              <a:pathLst>
                <a:path w="26024" h="25149" extrusionOk="0">
                  <a:moveTo>
                    <a:pt x="0" y="18850"/>
                  </a:moveTo>
                  <a:lnTo>
                    <a:pt x="0" y="25149"/>
                  </a:lnTo>
                  <a:lnTo>
                    <a:pt x="9" y="25149"/>
                  </a:lnTo>
                  <a:lnTo>
                    <a:pt x="3016" y="23373"/>
                  </a:lnTo>
                  <a:lnTo>
                    <a:pt x="3016" y="22035"/>
                  </a:lnTo>
                  <a:cubicBezTo>
                    <a:pt x="3016" y="21884"/>
                    <a:pt x="3042" y="21723"/>
                    <a:pt x="3096" y="21562"/>
                  </a:cubicBezTo>
                  <a:cubicBezTo>
                    <a:pt x="3149" y="21375"/>
                    <a:pt x="3230" y="21188"/>
                    <a:pt x="3337" y="21009"/>
                  </a:cubicBezTo>
                  <a:cubicBezTo>
                    <a:pt x="3515" y="20706"/>
                    <a:pt x="3765" y="20438"/>
                    <a:pt x="4042" y="20278"/>
                  </a:cubicBezTo>
                  <a:lnTo>
                    <a:pt x="6281" y="18984"/>
                  </a:lnTo>
                  <a:cubicBezTo>
                    <a:pt x="6834" y="18663"/>
                    <a:pt x="7298" y="18922"/>
                    <a:pt x="7298" y="19573"/>
                  </a:cubicBezTo>
                  <a:lnTo>
                    <a:pt x="7298" y="20902"/>
                  </a:lnTo>
                  <a:lnTo>
                    <a:pt x="7298" y="20902"/>
                  </a:lnTo>
                  <a:lnTo>
                    <a:pt x="19279" y="13980"/>
                  </a:lnTo>
                  <a:lnTo>
                    <a:pt x="19279" y="12650"/>
                  </a:lnTo>
                  <a:cubicBezTo>
                    <a:pt x="19279" y="11999"/>
                    <a:pt x="19734" y="11214"/>
                    <a:pt x="20296" y="10893"/>
                  </a:cubicBezTo>
                  <a:lnTo>
                    <a:pt x="22535" y="9599"/>
                  </a:lnTo>
                  <a:cubicBezTo>
                    <a:pt x="22972" y="9350"/>
                    <a:pt x="23338" y="9448"/>
                    <a:pt x="23481" y="9796"/>
                  </a:cubicBezTo>
                  <a:cubicBezTo>
                    <a:pt x="23534" y="9903"/>
                    <a:pt x="23552" y="10028"/>
                    <a:pt x="23552" y="10179"/>
                  </a:cubicBezTo>
                  <a:lnTo>
                    <a:pt x="23552" y="11517"/>
                  </a:lnTo>
                  <a:lnTo>
                    <a:pt x="24444" y="11000"/>
                  </a:lnTo>
                  <a:lnTo>
                    <a:pt x="25184" y="10572"/>
                  </a:lnTo>
                  <a:lnTo>
                    <a:pt x="25247" y="10072"/>
                  </a:lnTo>
                  <a:lnTo>
                    <a:pt x="25461" y="8315"/>
                  </a:lnTo>
                  <a:lnTo>
                    <a:pt x="25470" y="8279"/>
                  </a:lnTo>
                  <a:lnTo>
                    <a:pt x="25488" y="8110"/>
                  </a:lnTo>
                  <a:lnTo>
                    <a:pt x="25550" y="7610"/>
                  </a:lnTo>
                  <a:lnTo>
                    <a:pt x="25577" y="7432"/>
                  </a:lnTo>
                  <a:lnTo>
                    <a:pt x="25622" y="7057"/>
                  </a:lnTo>
                  <a:lnTo>
                    <a:pt x="25622" y="7030"/>
                  </a:lnTo>
                  <a:lnTo>
                    <a:pt x="25639" y="6861"/>
                  </a:lnTo>
                  <a:lnTo>
                    <a:pt x="25702" y="6379"/>
                  </a:lnTo>
                  <a:lnTo>
                    <a:pt x="25702" y="6352"/>
                  </a:lnTo>
                  <a:lnTo>
                    <a:pt x="25729" y="6183"/>
                  </a:lnTo>
                  <a:lnTo>
                    <a:pt x="25773" y="5808"/>
                  </a:lnTo>
                  <a:lnTo>
                    <a:pt x="25791" y="5656"/>
                  </a:lnTo>
                  <a:lnTo>
                    <a:pt x="25827" y="5389"/>
                  </a:lnTo>
                  <a:lnTo>
                    <a:pt x="25845" y="5237"/>
                  </a:lnTo>
                  <a:lnTo>
                    <a:pt x="26023" y="3783"/>
                  </a:lnTo>
                  <a:lnTo>
                    <a:pt x="25184" y="0"/>
                  </a:lnTo>
                  <a:lnTo>
                    <a:pt x="12044" y="7583"/>
                  </a:lnTo>
                  <a:lnTo>
                    <a:pt x="8475" y="13917"/>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5"/>
            <p:cNvSpPr/>
            <p:nvPr/>
          </p:nvSpPr>
          <p:spPr>
            <a:xfrm>
              <a:off x="4286250" y="3576850"/>
              <a:ext cx="42400" cy="36150"/>
            </a:xfrm>
            <a:custGeom>
              <a:avLst/>
              <a:gdLst/>
              <a:ahLst/>
              <a:cxnLst/>
              <a:rect l="l" t="t" r="r" b="b"/>
              <a:pathLst>
                <a:path w="1696" h="1446" extrusionOk="0">
                  <a:moveTo>
                    <a:pt x="1696" y="0"/>
                  </a:moveTo>
                  <a:lnTo>
                    <a:pt x="1" y="973"/>
                  </a:lnTo>
                  <a:lnTo>
                    <a:pt x="1" y="1445"/>
                  </a:lnTo>
                  <a:lnTo>
                    <a:pt x="893" y="928"/>
                  </a:lnTo>
                  <a:lnTo>
                    <a:pt x="1633" y="50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5"/>
            <p:cNvSpPr/>
            <p:nvPr/>
          </p:nvSpPr>
          <p:spPr>
            <a:xfrm>
              <a:off x="3879900" y="3662700"/>
              <a:ext cx="299550" cy="184925"/>
            </a:xfrm>
            <a:custGeom>
              <a:avLst/>
              <a:gdLst/>
              <a:ahLst/>
              <a:cxnLst/>
              <a:rect l="l" t="t" r="r" b="b"/>
              <a:pathLst>
                <a:path w="11982" h="7397" extrusionOk="0">
                  <a:moveTo>
                    <a:pt x="1" y="6906"/>
                  </a:moveTo>
                  <a:lnTo>
                    <a:pt x="1" y="7396"/>
                  </a:lnTo>
                  <a:lnTo>
                    <a:pt x="11982" y="474"/>
                  </a:lnTo>
                  <a:lnTo>
                    <a:pt x="11982"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5"/>
            <p:cNvSpPr/>
            <p:nvPr/>
          </p:nvSpPr>
          <p:spPr>
            <a:xfrm>
              <a:off x="4323950" y="3542500"/>
              <a:ext cx="29900" cy="62250"/>
            </a:xfrm>
            <a:custGeom>
              <a:avLst/>
              <a:gdLst/>
              <a:ahLst/>
              <a:cxnLst/>
              <a:rect l="l" t="t" r="r" b="b"/>
              <a:pathLst>
                <a:path w="1196" h="2490" extrusionOk="0">
                  <a:moveTo>
                    <a:pt x="1" y="714"/>
                  </a:moveTo>
                  <a:lnTo>
                    <a:pt x="1196" y="0"/>
                  </a:lnTo>
                  <a:lnTo>
                    <a:pt x="1196" y="1776"/>
                  </a:lnTo>
                  <a:lnTo>
                    <a:pt x="1" y="2489"/>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5"/>
            <p:cNvSpPr/>
            <p:nvPr/>
          </p:nvSpPr>
          <p:spPr>
            <a:xfrm>
              <a:off x="4312350" y="3553425"/>
              <a:ext cx="11625" cy="51325"/>
            </a:xfrm>
            <a:custGeom>
              <a:avLst/>
              <a:gdLst/>
              <a:ahLst/>
              <a:cxnLst/>
              <a:rect l="l" t="t" r="r" b="b"/>
              <a:pathLst>
                <a:path w="465" h="2053" extrusionOk="0">
                  <a:moveTo>
                    <a:pt x="465" y="2052"/>
                  </a:moveTo>
                  <a:lnTo>
                    <a:pt x="1" y="1776"/>
                  </a:lnTo>
                  <a:lnTo>
                    <a:pt x="1" y="0"/>
                  </a:lnTo>
                  <a:lnTo>
                    <a:pt x="465" y="277"/>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5"/>
            <p:cNvSpPr/>
            <p:nvPr/>
          </p:nvSpPr>
          <p:spPr>
            <a:xfrm>
              <a:off x="4312350" y="3535800"/>
              <a:ext cx="41500" cy="24575"/>
            </a:xfrm>
            <a:custGeom>
              <a:avLst/>
              <a:gdLst/>
              <a:ahLst/>
              <a:cxnLst/>
              <a:rect l="l" t="t" r="r" b="b"/>
              <a:pathLst>
                <a:path w="1660" h="983" extrusionOk="0">
                  <a:moveTo>
                    <a:pt x="1660" y="268"/>
                  </a:moveTo>
                  <a:lnTo>
                    <a:pt x="1196" y="1"/>
                  </a:lnTo>
                  <a:lnTo>
                    <a:pt x="1" y="705"/>
                  </a:lnTo>
                  <a:lnTo>
                    <a:pt x="465" y="982"/>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5"/>
            <p:cNvSpPr/>
            <p:nvPr/>
          </p:nvSpPr>
          <p:spPr>
            <a:xfrm>
              <a:off x="3697475" y="3455950"/>
              <a:ext cx="646125" cy="368475"/>
            </a:xfrm>
            <a:custGeom>
              <a:avLst/>
              <a:gdLst/>
              <a:ahLst/>
              <a:cxnLst/>
              <a:rect l="l" t="t" r="r" b="b"/>
              <a:pathLst>
                <a:path w="25845" h="14739" extrusionOk="0">
                  <a:moveTo>
                    <a:pt x="0" y="14346"/>
                  </a:moveTo>
                  <a:lnTo>
                    <a:pt x="0" y="14738"/>
                  </a:lnTo>
                  <a:lnTo>
                    <a:pt x="25791" y="420"/>
                  </a:lnTo>
                  <a:lnTo>
                    <a:pt x="25827" y="153"/>
                  </a:lnTo>
                  <a:lnTo>
                    <a:pt x="25845" y="1"/>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5"/>
            <p:cNvSpPr/>
            <p:nvPr/>
          </p:nvSpPr>
          <p:spPr>
            <a:xfrm>
              <a:off x="3697475" y="3459750"/>
              <a:ext cx="645675" cy="368025"/>
            </a:xfrm>
            <a:custGeom>
              <a:avLst/>
              <a:gdLst/>
              <a:ahLst/>
              <a:cxnLst/>
              <a:rect l="l" t="t" r="r" b="b"/>
              <a:pathLst>
                <a:path w="25827" h="14721" extrusionOk="0">
                  <a:moveTo>
                    <a:pt x="0" y="14328"/>
                  </a:moveTo>
                  <a:lnTo>
                    <a:pt x="0" y="14720"/>
                  </a:lnTo>
                  <a:lnTo>
                    <a:pt x="25773" y="420"/>
                  </a:lnTo>
                  <a:lnTo>
                    <a:pt x="25791" y="268"/>
                  </a:lnTo>
                  <a:lnTo>
                    <a:pt x="25827" y="1"/>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5"/>
            <p:cNvSpPr/>
            <p:nvPr/>
          </p:nvSpPr>
          <p:spPr>
            <a:xfrm>
              <a:off x="3917825" y="3473800"/>
              <a:ext cx="294850" cy="337025"/>
            </a:xfrm>
            <a:custGeom>
              <a:avLst/>
              <a:gdLst/>
              <a:ahLst/>
              <a:cxnLst/>
              <a:rect l="l" t="t" r="r" b="b"/>
              <a:pathLst>
                <a:path w="11794" h="13481" extrusionOk="0">
                  <a:moveTo>
                    <a:pt x="206" y="7869"/>
                  </a:moveTo>
                  <a:lnTo>
                    <a:pt x="1258" y="6317"/>
                  </a:lnTo>
                  <a:lnTo>
                    <a:pt x="5335" y="3962"/>
                  </a:lnTo>
                  <a:lnTo>
                    <a:pt x="5335" y="10162"/>
                  </a:lnTo>
                  <a:lnTo>
                    <a:pt x="206" y="13123"/>
                  </a:lnTo>
                  <a:close/>
                  <a:moveTo>
                    <a:pt x="9742" y="7120"/>
                  </a:moveTo>
                  <a:lnTo>
                    <a:pt x="9742" y="7619"/>
                  </a:lnTo>
                  <a:lnTo>
                    <a:pt x="5576" y="10019"/>
                  </a:lnTo>
                  <a:lnTo>
                    <a:pt x="5576" y="3819"/>
                  </a:lnTo>
                  <a:lnTo>
                    <a:pt x="11589" y="358"/>
                  </a:lnTo>
                  <a:lnTo>
                    <a:pt x="11589" y="4051"/>
                  </a:lnTo>
                  <a:lnTo>
                    <a:pt x="11482" y="4113"/>
                  </a:lnTo>
                  <a:cubicBezTo>
                    <a:pt x="10527" y="4666"/>
                    <a:pt x="9742" y="6013"/>
                    <a:pt x="9742" y="7120"/>
                  </a:cubicBezTo>
                  <a:close/>
                  <a:moveTo>
                    <a:pt x="0" y="7869"/>
                  </a:moveTo>
                  <a:lnTo>
                    <a:pt x="0" y="13480"/>
                  </a:lnTo>
                  <a:lnTo>
                    <a:pt x="9947" y="7735"/>
                  </a:lnTo>
                  <a:lnTo>
                    <a:pt x="9947" y="6995"/>
                  </a:lnTo>
                  <a:cubicBezTo>
                    <a:pt x="9947" y="6022"/>
                    <a:pt x="10643" y="4836"/>
                    <a:pt x="11482" y="4345"/>
                  </a:cubicBezTo>
                  <a:lnTo>
                    <a:pt x="11794" y="4167"/>
                  </a:lnTo>
                  <a:lnTo>
                    <a:pt x="11794" y="1"/>
                  </a:lnTo>
                  <a:lnTo>
                    <a:pt x="5576" y="3587"/>
                  </a:lnTo>
                  <a:lnTo>
                    <a:pt x="5335" y="3721"/>
                  </a:lnTo>
                  <a:lnTo>
                    <a:pt x="1187" y="6120"/>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5"/>
            <p:cNvSpPr/>
            <p:nvPr/>
          </p:nvSpPr>
          <p:spPr>
            <a:xfrm>
              <a:off x="4051200" y="3569250"/>
              <a:ext cx="6025" cy="158600"/>
            </a:xfrm>
            <a:custGeom>
              <a:avLst/>
              <a:gdLst/>
              <a:ahLst/>
              <a:cxnLst/>
              <a:rect l="l" t="t" r="r" b="b"/>
              <a:pathLst>
                <a:path w="241" h="6344" extrusionOk="0">
                  <a:moveTo>
                    <a:pt x="0" y="144"/>
                  </a:moveTo>
                  <a:lnTo>
                    <a:pt x="0" y="6344"/>
                  </a:lnTo>
                  <a:lnTo>
                    <a:pt x="241" y="6201"/>
                  </a:lnTo>
                  <a:lnTo>
                    <a:pt x="241" y="1"/>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5"/>
            <p:cNvSpPr/>
            <p:nvPr/>
          </p:nvSpPr>
          <p:spPr>
            <a:xfrm>
              <a:off x="4051200" y="3534700"/>
              <a:ext cx="6025" cy="195150"/>
            </a:xfrm>
            <a:custGeom>
              <a:avLst/>
              <a:gdLst/>
              <a:ahLst/>
              <a:cxnLst/>
              <a:rect l="l" t="t" r="r" b="b"/>
              <a:pathLst>
                <a:path w="241" h="7806" extrusionOk="0">
                  <a:moveTo>
                    <a:pt x="0" y="143"/>
                  </a:moveTo>
                  <a:lnTo>
                    <a:pt x="0" y="7806"/>
                  </a:lnTo>
                  <a:lnTo>
                    <a:pt x="241" y="7672"/>
                  </a:lnTo>
                  <a:lnTo>
                    <a:pt x="241" y="0"/>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5"/>
            <p:cNvSpPr/>
            <p:nvPr/>
          </p:nvSpPr>
          <p:spPr>
            <a:xfrm>
              <a:off x="3917825" y="3337525"/>
              <a:ext cx="420650" cy="333000"/>
            </a:xfrm>
            <a:custGeom>
              <a:avLst/>
              <a:gdLst/>
              <a:ahLst/>
              <a:cxnLst/>
              <a:rect l="l" t="t" r="r" b="b"/>
              <a:pathLst>
                <a:path w="16826" h="13320" extrusionOk="0">
                  <a:moveTo>
                    <a:pt x="16825" y="3614"/>
                  </a:moveTo>
                  <a:lnTo>
                    <a:pt x="16121" y="1"/>
                  </a:lnTo>
                  <a:lnTo>
                    <a:pt x="3364" y="7361"/>
                  </a:lnTo>
                  <a:lnTo>
                    <a:pt x="0" y="13320"/>
                  </a:lnTo>
                  <a:close/>
                </a:path>
              </a:pathLst>
            </a:custGeom>
            <a:solidFill>
              <a:srgbClr val="2120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5"/>
            <p:cNvSpPr/>
            <p:nvPr/>
          </p:nvSpPr>
          <p:spPr>
            <a:xfrm>
              <a:off x="3930075" y="3345800"/>
              <a:ext cx="401925" cy="311800"/>
            </a:xfrm>
            <a:custGeom>
              <a:avLst/>
              <a:gdLst/>
              <a:ahLst/>
              <a:cxnLst/>
              <a:rect l="l" t="t" r="r" b="b"/>
              <a:pathLst>
                <a:path w="16077" h="12472" extrusionOk="0">
                  <a:moveTo>
                    <a:pt x="1" y="12472"/>
                  </a:moveTo>
                  <a:lnTo>
                    <a:pt x="2142" y="11240"/>
                  </a:lnTo>
                  <a:lnTo>
                    <a:pt x="6183" y="8903"/>
                  </a:lnTo>
                  <a:lnTo>
                    <a:pt x="11679" y="5736"/>
                  </a:lnTo>
                  <a:lnTo>
                    <a:pt x="13918" y="4443"/>
                  </a:lnTo>
                  <a:lnTo>
                    <a:pt x="16077" y="3194"/>
                  </a:lnTo>
                  <a:lnTo>
                    <a:pt x="15461" y="0"/>
                  </a:lnTo>
                  <a:lnTo>
                    <a:pt x="13008" y="1418"/>
                  </a:lnTo>
                  <a:lnTo>
                    <a:pt x="10367" y="2944"/>
                  </a:lnTo>
                  <a:lnTo>
                    <a:pt x="8119" y="4238"/>
                  </a:lnTo>
                  <a:lnTo>
                    <a:pt x="2963" y="7217"/>
                  </a:lnTo>
                  <a:lnTo>
                    <a:pt x="2811" y="7485"/>
                  </a:lnTo>
                  <a:lnTo>
                    <a:pt x="973" y="1075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5"/>
            <p:cNvSpPr/>
            <p:nvPr/>
          </p:nvSpPr>
          <p:spPr>
            <a:xfrm>
              <a:off x="3930075" y="3614525"/>
              <a:ext cx="53575" cy="43075"/>
            </a:xfrm>
            <a:custGeom>
              <a:avLst/>
              <a:gdLst/>
              <a:ahLst/>
              <a:cxnLst/>
              <a:rect l="l" t="t" r="r" b="b"/>
              <a:pathLst>
                <a:path w="2143" h="1723" extrusionOk="0">
                  <a:moveTo>
                    <a:pt x="1" y="1723"/>
                  </a:moveTo>
                  <a:lnTo>
                    <a:pt x="2142" y="491"/>
                  </a:lnTo>
                  <a:lnTo>
                    <a:pt x="97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5"/>
            <p:cNvSpPr/>
            <p:nvPr/>
          </p:nvSpPr>
          <p:spPr>
            <a:xfrm>
              <a:off x="4255250" y="3345800"/>
              <a:ext cx="76750" cy="79850"/>
            </a:xfrm>
            <a:custGeom>
              <a:avLst/>
              <a:gdLst/>
              <a:ahLst/>
              <a:cxnLst/>
              <a:rect l="l" t="t" r="r" b="b"/>
              <a:pathLst>
                <a:path w="3070" h="3194" extrusionOk="0">
                  <a:moveTo>
                    <a:pt x="1" y="1418"/>
                  </a:moveTo>
                  <a:lnTo>
                    <a:pt x="3070" y="3194"/>
                  </a:lnTo>
                  <a:lnTo>
                    <a:pt x="2454"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5"/>
            <p:cNvSpPr/>
            <p:nvPr/>
          </p:nvSpPr>
          <p:spPr>
            <a:xfrm>
              <a:off x="4192600" y="3345800"/>
              <a:ext cx="139400" cy="111075"/>
            </a:xfrm>
            <a:custGeom>
              <a:avLst/>
              <a:gdLst/>
              <a:ahLst/>
              <a:cxnLst/>
              <a:rect l="l" t="t" r="r" b="b"/>
              <a:pathLst>
                <a:path w="5576" h="4443" extrusionOk="0">
                  <a:moveTo>
                    <a:pt x="0" y="2864"/>
                  </a:moveTo>
                  <a:lnTo>
                    <a:pt x="3417" y="4443"/>
                  </a:lnTo>
                  <a:lnTo>
                    <a:pt x="5576" y="3194"/>
                  </a:lnTo>
                  <a:lnTo>
                    <a:pt x="4960" y="0"/>
                  </a:lnTo>
                  <a:lnTo>
                    <a:pt x="2507" y="1418"/>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5"/>
            <p:cNvSpPr/>
            <p:nvPr/>
          </p:nvSpPr>
          <p:spPr>
            <a:xfrm>
              <a:off x="4000350" y="3451725"/>
              <a:ext cx="221700" cy="116675"/>
            </a:xfrm>
            <a:custGeom>
              <a:avLst/>
              <a:gdLst/>
              <a:ahLst/>
              <a:cxnLst/>
              <a:rect l="l" t="t" r="r" b="b"/>
              <a:pathLst>
                <a:path w="8868" h="4667" extrusionOk="0">
                  <a:moveTo>
                    <a:pt x="0" y="3248"/>
                  </a:moveTo>
                  <a:lnTo>
                    <a:pt x="3372" y="4666"/>
                  </a:lnTo>
                  <a:lnTo>
                    <a:pt x="8868" y="1499"/>
                  </a:lnTo>
                  <a:lnTo>
                    <a:pt x="5308" y="1"/>
                  </a:lnTo>
                  <a:lnTo>
                    <a:pt x="152" y="298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5"/>
            <p:cNvSpPr/>
            <p:nvPr/>
          </p:nvSpPr>
          <p:spPr>
            <a:xfrm>
              <a:off x="4206650" y="3399975"/>
              <a:ext cx="6025" cy="103950"/>
            </a:xfrm>
            <a:custGeom>
              <a:avLst/>
              <a:gdLst/>
              <a:ahLst/>
              <a:cxnLst/>
              <a:rect l="l" t="t" r="r" b="b"/>
              <a:pathLst>
                <a:path w="241" h="4158" extrusionOk="0">
                  <a:moveTo>
                    <a:pt x="0" y="4158"/>
                  </a:moveTo>
                  <a:lnTo>
                    <a:pt x="241" y="4015"/>
                  </a:lnTo>
                  <a:lnTo>
                    <a:pt x="241" y="1"/>
                  </a:lnTo>
                  <a:lnTo>
                    <a:pt x="0" y="135"/>
                  </a:lnTo>
                  <a:close/>
                </a:path>
              </a:pathLst>
            </a:custGeom>
            <a:solidFill>
              <a:srgbClr val="2120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5"/>
            <p:cNvSpPr/>
            <p:nvPr/>
          </p:nvSpPr>
          <p:spPr>
            <a:xfrm>
              <a:off x="4051200" y="3489650"/>
              <a:ext cx="6025" cy="103950"/>
            </a:xfrm>
            <a:custGeom>
              <a:avLst/>
              <a:gdLst/>
              <a:ahLst/>
              <a:cxnLst/>
              <a:rect l="l" t="t" r="r" b="b"/>
              <a:pathLst>
                <a:path w="241" h="4158" extrusionOk="0">
                  <a:moveTo>
                    <a:pt x="0" y="4157"/>
                  </a:moveTo>
                  <a:lnTo>
                    <a:pt x="241" y="4023"/>
                  </a:lnTo>
                  <a:lnTo>
                    <a:pt x="241" y="0"/>
                  </a:lnTo>
                  <a:lnTo>
                    <a:pt x="0" y="143"/>
                  </a:lnTo>
                  <a:close/>
                </a:path>
              </a:pathLst>
            </a:custGeom>
            <a:solidFill>
              <a:srgbClr val="2120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5"/>
            <p:cNvSpPr/>
            <p:nvPr/>
          </p:nvSpPr>
          <p:spPr>
            <a:xfrm>
              <a:off x="3414900" y="3631475"/>
              <a:ext cx="282600" cy="322525"/>
            </a:xfrm>
            <a:custGeom>
              <a:avLst/>
              <a:gdLst/>
              <a:ahLst/>
              <a:cxnLst/>
              <a:rect l="l" t="t" r="r" b="b"/>
              <a:pathLst>
                <a:path w="11304" h="12901" extrusionOk="0">
                  <a:moveTo>
                    <a:pt x="11303" y="6593"/>
                  </a:moveTo>
                  <a:lnTo>
                    <a:pt x="0" y="1"/>
                  </a:lnTo>
                  <a:lnTo>
                    <a:pt x="0" y="6308"/>
                  </a:lnTo>
                  <a:lnTo>
                    <a:pt x="11303" y="12901"/>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5"/>
            <p:cNvSpPr/>
            <p:nvPr/>
          </p:nvSpPr>
          <p:spPr>
            <a:xfrm>
              <a:off x="3414900" y="3508375"/>
              <a:ext cx="494475" cy="287950"/>
            </a:xfrm>
            <a:custGeom>
              <a:avLst/>
              <a:gdLst/>
              <a:ahLst/>
              <a:cxnLst/>
              <a:rect l="l" t="t" r="r" b="b"/>
              <a:pathLst>
                <a:path w="19779" h="11518" extrusionOk="0">
                  <a:moveTo>
                    <a:pt x="11303" y="11517"/>
                  </a:moveTo>
                  <a:lnTo>
                    <a:pt x="19778" y="6584"/>
                  </a:lnTo>
                  <a:lnTo>
                    <a:pt x="8475" y="0"/>
                  </a:lnTo>
                  <a:lnTo>
                    <a:pt x="0" y="4925"/>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5"/>
            <p:cNvSpPr/>
            <p:nvPr/>
          </p:nvSpPr>
          <p:spPr>
            <a:xfrm>
              <a:off x="3626775" y="3349800"/>
              <a:ext cx="371800" cy="323200"/>
            </a:xfrm>
            <a:custGeom>
              <a:avLst/>
              <a:gdLst/>
              <a:ahLst/>
              <a:cxnLst/>
              <a:rect l="l" t="t" r="r" b="b"/>
              <a:pathLst>
                <a:path w="14872" h="12928" extrusionOk="0">
                  <a:moveTo>
                    <a:pt x="11303" y="12927"/>
                  </a:moveTo>
                  <a:lnTo>
                    <a:pt x="14872" y="6593"/>
                  </a:lnTo>
                  <a:lnTo>
                    <a:pt x="3569" y="1"/>
                  </a:lnTo>
                  <a:lnTo>
                    <a:pt x="0" y="6343"/>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5"/>
            <p:cNvSpPr/>
            <p:nvPr/>
          </p:nvSpPr>
          <p:spPr>
            <a:xfrm>
              <a:off x="3638150" y="3361625"/>
              <a:ext cx="348825" cy="299775"/>
            </a:xfrm>
            <a:custGeom>
              <a:avLst/>
              <a:gdLst/>
              <a:ahLst/>
              <a:cxnLst/>
              <a:rect l="l" t="t" r="r" b="b"/>
              <a:pathLst>
                <a:path w="13953" h="11991" extrusionOk="0">
                  <a:moveTo>
                    <a:pt x="13953" y="6245"/>
                  </a:moveTo>
                  <a:lnTo>
                    <a:pt x="3239" y="0"/>
                  </a:lnTo>
                  <a:lnTo>
                    <a:pt x="0" y="5746"/>
                  </a:lnTo>
                  <a:lnTo>
                    <a:pt x="10715" y="11990"/>
                  </a:lnTo>
                  <a:close/>
                </a:path>
              </a:pathLst>
            </a:custGeom>
            <a:solidFill>
              <a:srgbClr val="2120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5"/>
            <p:cNvSpPr/>
            <p:nvPr/>
          </p:nvSpPr>
          <p:spPr>
            <a:xfrm>
              <a:off x="3643950" y="3367425"/>
              <a:ext cx="337225" cy="287950"/>
            </a:xfrm>
            <a:custGeom>
              <a:avLst/>
              <a:gdLst/>
              <a:ahLst/>
              <a:cxnLst/>
              <a:rect l="l" t="t" r="r" b="b"/>
              <a:pathLst>
                <a:path w="13489" h="11518" extrusionOk="0">
                  <a:moveTo>
                    <a:pt x="0" y="5451"/>
                  </a:moveTo>
                  <a:lnTo>
                    <a:pt x="10420" y="11517"/>
                  </a:lnTo>
                  <a:lnTo>
                    <a:pt x="13489" y="6076"/>
                  </a:lnTo>
                  <a:lnTo>
                    <a:pt x="6236" y="1847"/>
                  </a:lnTo>
                  <a:lnTo>
                    <a:pt x="3078" y="0"/>
                  </a:lnTo>
                  <a:lnTo>
                    <a:pt x="9" y="5442"/>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5"/>
            <p:cNvSpPr/>
            <p:nvPr/>
          </p:nvSpPr>
          <p:spPr>
            <a:xfrm>
              <a:off x="3715975" y="3160225"/>
              <a:ext cx="611125" cy="354425"/>
            </a:xfrm>
            <a:custGeom>
              <a:avLst/>
              <a:gdLst/>
              <a:ahLst/>
              <a:cxnLst/>
              <a:rect l="l" t="t" r="r" b="b"/>
              <a:pathLst>
                <a:path w="24445" h="14177" extrusionOk="0">
                  <a:moveTo>
                    <a:pt x="1" y="7584"/>
                  </a:moveTo>
                  <a:lnTo>
                    <a:pt x="11304" y="14176"/>
                  </a:lnTo>
                  <a:lnTo>
                    <a:pt x="24444" y="6593"/>
                  </a:lnTo>
                  <a:lnTo>
                    <a:pt x="13141" y="1"/>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5"/>
            <p:cNvSpPr/>
            <p:nvPr/>
          </p:nvSpPr>
          <p:spPr>
            <a:xfrm>
              <a:off x="3990075" y="3484075"/>
              <a:ext cx="8500" cy="11175"/>
            </a:xfrm>
            <a:custGeom>
              <a:avLst/>
              <a:gdLst/>
              <a:ahLst/>
              <a:cxnLst/>
              <a:rect l="l" t="t" r="r" b="b"/>
              <a:pathLst>
                <a:path w="340" h="447" extrusionOk="0">
                  <a:moveTo>
                    <a:pt x="1" y="0"/>
                  </a:moveTo>
                  <a:lnTo>
                    <a:pt x="1" y="241"/>
                  </a:lnTo>
                  <a:lnTo>
                    <a:pt x="340" y="446"/>
                  </a:lnTo>
                  <a:lnTo>
                    <a:pt x="340" y="196"/>
                  </a:lnTo>
                  <a:close/>
                </a:path>
              </a:pathLst>
            </a:custGeom>
            <a:solidFill>
              <a:srgbClr val="1C1C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5"/>
            <p:cNvSpPr/>
            <p:nvPr/>
          </p:nvSpPr>
          <p:spPr>
            <a:xfrm>
              <a:off x="3998550" y="3318350"/>
              <a:ext cx="296875" cy="176900"/>
            </a:xfrm>
            <a:custGeom>
              <a:avLst/>
              <a:gdLst/>
              <a:ahLst/>
              <a:cxnLst/>
              <a:rect l="l" t="t" r="r" b="b"/>
              <a:pathLst>
                <a:path w="11875" h="7076" extrusionOk="0">
                  <a:moveTo>
                    <a:pt x="11875" y="1"/>
                  </a:moveTo>
                  <a:lnTo>
                    <a:pt x="11875" y="242"/>
                  </a:lnTo>
                  <a:lnTo>
                    <a:pt x="1" y="7075"/>
                  </a:lnTo>
                  <a:lnTo>
                    <a:pt x="1" y="6825"/>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5"/>
            <p:cNvSpPr/>
            <p:nvPr/>
          </p:nvSpPr>
          <p:spPr>
            <a:xfrm>
              <a:off x="3990075" y="3313225"/>
              <a:ext cx="305350" cy="175775"/>
            </a:xfrm>
            <a:custGeom>
              <a:avLst/>
              <a:gdLst/>
              <a:ahLst/>
              <a:cxnLst/>
              <a:rect l="l" t="t" r="r" b="b"/>
              <a:pathLst>
                <a:path w="12214" h="7031" extrusionOk="0">
                  <a:moveTo>
                    <a:pt x="340" y="7030"/>
                  </a:moveTo>
                  <a:lnTo>
                    <a:pt x="1" y="6834"/>
                  </a:lnTo>
                  <a:lnTo>
                    <a:pt x="11884" y="1"/>
                  </a:lnTo>
                  <a:lnTo>
                    <a:pt x="12214" y="20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5"/>
            <p:cNvSpPr/>
            <p:nvPr/>
          </p:nvSpPr>
          <p:spPr>
            <a:xfrm>
              <a:off x="3747875" y="3345125"/>
              <a:ext cx="8500" cy="11175"/>
            </a:xfrm>
            <a:custGeom>
              <a:avLst/>
              <a:gdLst/>
              <a:ahLst/>
              <a:cxnLst/>
              <a:rect l="l" t="t" r="r" b="b"/>
              <a:pathLst>
                <a:path w="340" h="447" extrusionOk="0">
                  <a:moveTo>
                    <a:pt x="0" y="0"/>
                  </a:moveTo>
                  <a:lnTo>
                    <a:pt x="0" y="241"/>
                  </a:lnTo>
                  <a:lnTo>
                    <a:pt x="339" y="446"/>
                  </a:lnTo>
                  <a:lnTo>
                    <a:pt x="339" y="197"/>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5"/>
            <p:cNvSpPr/>
            <p:nvPr/>
          </p:nvSpPr>
          <p:spPr>
            <a:xfrm>
              <a:off x="3756350" y="3179400"/>
              <a:ext cx="297100" cy="176900"/>
            </a:xfrm>
            <a:custGeom>
              <a:avLst/>
              <a:gdLst/>
              <a:ahLst/>
              <a:cxnLst/>
              <a:rect l="l" t="t" r="r" b="b"/>
              <a:pathLst>
                <a:path w="11884" h="7076" extrusionOk="0">
                  <a:moveTo>
                    <a:pt x="11883" y="1"/>
                  </a:moveTo>
                  <a:lnTo>
                    <a:pt x="11883" y="242"/>
                  </a:lnTo>
                  <a:lnTo>
                    <a:pt x="0" y="7075"/>
                  </a:lnTo>
                  <a:lnTo>
                    <a:pt x="0" y="6826"/>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5"/>
            <p:cNvSpPr/>
            <p:nvPr/>
          </p:nvSpPr>
          <p:spPr>
            <a:xfrm>
              <a:off x="3747875" y="3174275"/>
              <a:ext cx="305575" cy="175775"/>
            </a:xfrm>
            <a:custGeom>
              <a:avLst/>
              <a:gdLst/>
              <a:ahLst/>
              <a:cxnLst/>
              <a:rect l="l" t="t" r="r" b="b"/>
              <a:pathLst>
                <a:path w="12223" h="7031" extrusionOk="0">
                  <a:moveTo>
                    <a:pt x="339" y="7031"/>
                  </a:moveTo>
                  <a:lnTo>
                    <a:pt x="0" y="6834"/>
                  </a:lnTo>
                  <a:lnTo>
                    <a:pt x="11883" y="1"/>
                  </a:lnTo>
                  <a:lnTo>
                    <a:pt x="12222" y="20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5"/>
            <p:cNvSpPr/>
            <p:nvPr/>
          </p:nvSpPr>
          <p:spPr>
            <a:xfrm>
              <a:off x="3934100" y="3283775"/>
              <a:ext cx="333000" cy="192275"/>
            </a:xfrm>
            <a:custGeom>
              <a:avLst/>
              <a:gdLst/>
              <a:ahLst/>
              <a:cxnLst/>
              <a:rect l="l" t="t" r="r" b="b"/>
              <a:pathLst>
                <a:path w="13320" h="7691" extrusionOk="0">
                  <a:moveTo>
                    <a:pt x="13320" y="786"/>
                  </a:moveTo>
                  <a:lnTo>
                    <a:pt x="11955" y="1"/>
                  </a:lnTo>
                  <a:lnTo>
                    <a:pt x="1" y="6906"/>
                  </a:lnTo>
                  <a:lnTo>
                    <a:pt x="1365" y="7691"/>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5"/>
            <p:cNvSpPr/>
            <p:nvPr/>
          </p:nvSpPr>
          <p:spPr>
            <a:xfrm>
              <a:off x="3934100" y="3283775"/>
              <a:ext cx="333000" cy="175325"/>
            </a:xfrm>
            <a:custGeom>
              <a:avLst/>
              <a:gdLst/>
              <a:ahLst/>
              <a:cxnLst/>
              <a:rect l="l" t="t" r="r" b="b"/>
              <a:pathLst>
                <a:path w="13320" h="7013" extrusionOk="0">
                  <a:moveTo>
                    <a:pt x="11955" y="215"/>
                  </a:moveTo>
                  <a:lnTo>
                    <a:pt x="13132" y="893"/>
                  </a:lnTo>
                  <a:lnTo>
                    <a:pt x="13320" y="786"/>
                  </a:lnTo>
                  <a:lnTo>
                    <a:pt x="11955" y="1"/>
                  </a:lnTo>
                  <a:lnTo>
                    <a:pt x="1" y="6906"/>
                  </a:lnTo>
                  <a:lnTo>
                    <a:pt x="188" y="7013"/>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5"/>
            <p:cNvSpPr/>
            <p:nvPr/>
          </p:nvSpPr>
          <p:spPr>
            <a:xfrm>
              <a:off x="3879900" y="3252350"/>
              <a:ext cx="333000" cy="192275"/>
            </a:xfrm>
            <a:custGeom>
              <a:avLst/>
              <a:gdLst/>
              <a:ahLst/>
              <a:cxnLst/>
              <a:rect l="l" t="t" r="r" b="b"/>
              <a:pathLst>
                <a:path w="13320" h="7691" extrusionOk="0">
                  <a:moveTo>
                    <a:pt x="13320" y="785"/>
                  </a:moveTo>
                  <a:lnTo>
                    <a:pt x="11955" y="0"/>
                  </a:lnTo>
                  <a:lnTo>
                    <a:pt x="1" y="6905"/>
                  </a:lnTo>
                  <a:lnTo>
                    <a:pt x="1366" y="7690"/>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5"/>
            <p:cNvSpPr/>
            <p:nvPr/>
          </p:nvSpPr>
          <p:spPr>
            <a:xfrm>
              <a:off x="3879900" y="3252350"/>
              <a:ext cx="333000" cy="175325"/>
            </a:xfrm>
            <a:custGeom>
              <a:avLst/>
              <a:gdLst/>
              <a:ahLst/>
              <a:cxnLst/>
              <a:rect l="l" t="t" r="r" b="b"/>
              <a:pathLst>
                <a:path w="13320" h="7013" extrusionOk="0">
                  <a:moveTo>
                    <a:pt x="11955" y="214"/>
                  </a:moveTo>
                  <a:lnTo>
                    <a:pt x="13133" y="892"/>
                  </a:lnTo>
                  <a:lnTo>
                    <a:pt x="13320" y="785"/>
                  </a:lnTo>
                  <a:lnTo>
                    <a:pt x="11955" y="0"/>
                  </a:lnTo>
                  <a:lnTo>
                    <a:pt x="1" y="6905"/>
                  </a:lnTo>
                  <a:lnTo>
                    <a:pt x="188" y="7012"/>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5"/>
            <p:cNvSpPr/>
            <p:nvPr/>
          </p:nvSpPr>
          <p:spPr>
            <a:xfrm>
              <a:off x="3825700" y="3220900"/>
              <a:ext cx="333025" cy="192050"/>
            </a:xfrm>
            <a:custGeom>
              <a:avLst/>
              <a:gdLst/>
              <a:ahLst/>
              <a:cxnLst/>
              <a:rect l="l" t="t" r="r" b="b"/>
              <a:pathLst>
                <a:path w="13321" h="7682" extrusionOk="0">
                  <a:moveTo>
                    <a:pt x="13320" y="785"/>
                  </a:moveTo>
                  <a:lnTo>
                    <a:pt x="11955" y="0"/>
                  </a:lnTo>
                  <a:lnTo>
                    <a:pt x="1" y="6896"/>
                  </a:lnTo>
                  <a:lnTo>
                    <a:pt x="1366" y="7681"/>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5"/>
            <p:cNvSpPr/>
            <p:nvPr/>
          </p:nvSpPr>
          <p:spPr>
            <a:xfrm>
              <a:off x="3825700" y="3220900"/>
              <a:ext cx="333025" cy="175325"/>
            </a:xfrm>
            <a:custGeom>
              <a:avLst/>
              <a:gdLst/>
              <a:ahLst/>
              <a:cxnLst/>
              <a:rect l="l" t="t" r="r" b="b"/>
              <a:pathLst>
                <a:path w="13321" h="7013" extrusionOk="0">
                  <a:moveTo>
                    <a:pt x="11955" y="214"/>
                  </a:moveTo>
                  <a:lnTo>
                    <a:pt x="13133" y="892"/>
                  </a:lnTo>
                  <a:lnTo>
                    <a:pt x="13320" y="785"/>
                  </a:lnTo>
                  <a:lnTo>
                    <a:pt x="11955" y="0"/>
                  </a:lnTo>
                  <a:lnTo>
                    <a:pt x="1" y="6896"/>
                  </a:lnTo>
                  <a:lnTo>
                    <a:pt x="188" y="7012"/>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5"/>
            <p:cNvSpPr/>
            <p:nvPr/>
          </p:nvSpPr>
          <p:spPr>
            <a:xfrm>
              <a:off x="3771525" y="3189450"/>
              <a:ext cx="333000" cy="192050"/>
            </a:xfrm>
            <a:custGeom>
              <a:avLst/>
              <a:gdLst/>
              <a:ahLst/>
              <a:cxnLst/>
              <a:rect l="l" t="t" r="r" b="b"/>
              <a:pathLst>
                <a:path w="13320" h="7682" extrusionOk="0">
                  <a:moveTo>
                    <a:pt x="13319" y="785"/>
                  </a:moveTo>
                  <a:lnTo>
                    <a:pt x="11954" y="0"/>
                  </a:lnTo>
                  <a:lnTo>
                    <a:pt x="0" y="6896"/>
                  </a:lnTo>
                  <a:lnTo>
                    <a:pt x="1365" y="7681"/>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5"/>
            <p:cNvSpPr/>
            <p:nvPr/>
          </p:nvSpPr>
          <p:spPr>
            <a:xfrm>
              <a:off x="3771525" y="3189450"/>
              <a:ext cx="333000" cy="175100"/>
            </a:xfrm>
            <a:custGeom>
              <a:avLst/>
              <a:gdLst/>
              <a:ahLst/>
              <a:cxnLst/>
              <a:rect l="l" t="t" r="r" b="b"/>
              <a:pathLst>
                <a:path w="13320" h="7004" extrusionOk="0">
                  <a:moveTo>
                    <a:pt x="11954" y="215"/>
                  </a:moveTo>
                  <a:lnTo>
                    <a:pt x="13132" y="893"/>
                  </a:lnTo>
                  <a:lnTo>
                    <a:pt x="13319" y="785"/>
                  </a:lnTo>
                  <a:lnTo>
                    <a:pt x="11954" y="0"/>
                  </a:lnTo>
                  <a:lnTo>
                    <a:pt x="0" y="6896"/>
                  </a:lnTo>
                  <a:lnTo>
                    <a:pt x="187" y="7003"/>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5"/>
            <p:cNvSpPr/>
            <p:nvPr/>
          </p:nvSpPr>
          <p:spPr>
            <a:xfrm>
              <a:off x="3779775" y="3286475"/>
              <a:ext cx="262075" cy="178425"/>
            </a:xfrm>
            <a:custGeom>
              <a:avLst/>
              <a:gdLst/>
              <a:ahLst/>
              <a:cxnLst/>
              <a:rect l="l" t="t" r="r" b="b"/>
              <a:pathLst>
                <a:path w="10483" h="7137" extrusionOk="0">
                  <a:moveTo>
                    <a:pt x="10233" y="7137"/>
                  </a:moveTo>
                  <a:lnTo>
                    <a:pt x="10233" y="7137"/>
                  </a:lnTo>
                  <a:cubicBezTo>
                    <a:pt x="10375" y="7137"/>
                    <a:pt x="10482" y="7021"/>
                    <a:pt x="10482" y="6878"/>
                  </a:cubicBezTo>
                  <a:lnTo>
                    <a:pt x="10482" y="6263"/>
                  </a:lnTo>
                  <a:cubicBezTo>
                    <a:pt x="10482" y="5950"/>
                    <a:pt x="10322" y="5656"/>
                    <a:pt x="10045" y="5504"/>
                  </a:cubicBezTo>
                  <a:lnTo>
                    <a:pt x="705" y="98"/>
                  </a:lnTo>
                  <a:cubicBezTo>
                    <a:pt x="535" y="0"/>
                    <a:pt x="339" y="9"/>
                    <a:pt x="179" y="134"/>
                  </a:cubicBezTo>
                  <a:cubicBezTo>
                    <a:pt x="63" y="223"/>
                    <a:pt x="0" y="366"/>
                    <a:pt x="0" y="517"/>
                  </a:cubicBezTo>
                  <a:lnTo>
                    <a:pt x="0" y="1517"/>
                  </a:lnTo>
                  <a:cubicBezTo>
                    <a:pt x="0" y="1659"/>
                    <a:pt x="116" y="1775"/>
                    <a:pt x="259" y="1775"/>
                  </a:cubicBezTo>
                  <a:cubicBezTo>
                    <a:pt x="393" y="1775"/>
                    <a:pt x="509" y="1659"/>
                    <a:pt x="509" y="1517"/>
                  </a:cubicBezTo>
                  <a:lnTo>
                    <a:pt x="509" y="678"/>
                  </a:lnTo>
                  <a:cubicBezTo>
                    <a:pt x="509" y="633"/>
                    <a:pt x="562" y="607"/>
                    <a:pt x="598" y="633"/>
                  </a:cubicBezTo>
                  <a:lnTo>
                    <a:pt x="9796" y="5950"/>
                  </a:lnTo>
                  <a:cubicBezTo>
                    <a:pt x="9903" y="6013"/>
                    <a:pt x="9974" y="6129"/>
                    <a:pt x="9974" y="6263"/>
                  </a:cubicBezTo>
                  <a:lnTo>
                    <a:pt x="9974" y="6878"/>
                  </a:lnTo>
                  <a:cubicBezTo>
                    <a:pt x="9974" y="7021"/>
                    <a:pt x="10090" y="7137"/>
                    <a:pt x="10233" y="713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5"/>
            <p:cNvSpPr/>
            <p:nvPr/>
          </p:nvSpPr>
          <p:spPr>
            <a:xfrm>
              <a:off x="3779775" y="3286475"/>
              <a:ext cx="262075" cy="163050"/>
            </a:xfrm>
            <a:custGeom>
              <a:avLst/>
              <a:gdLst/>
              <a:ahLst/>
              <a:cxnLst/>
              <a:rect l="l" t="t" r="r" b="b"/>
              <a:pathLst>
                <a:path w="10483" h="6522" extrusionOk="0">
                  <a:moveTo>
                    <a:pt x="10045" y="5763"/>
                  </a:moveTo>
                  <a:lnTo>
                    <a:pt x="705" y="357"/>
                  </a:lnTo>
                  <a:cubicBezTo>
                    <a:pt x="535" y="259"/>
                    <a:pt x="339" y="277"/>
                    <a:pt x="179" y="393"/>
                  </a:cubicBezTo>
                  <a:cubicBezTo>
                    <a:pt x="63" y="482"/>
                    <a:pt x="0" y="633"/>
                    <a:pt x="0" y="776"/>
                  </a:cubicBezTo>
                  <a:lnTo>
                    <a:pt x="0" y="517"/>
                  </a:lnTo>
                  <a:cubicBezTo>
                    <a:pt x="0" y="366"/>
                    <a:pt x="63" y="223"/>
                    <a:pt x="179" y="134"/>
                  </a:cubicBezTo>
                  <a:cubicBezTo>
                    <a:pt x="339" y="9"/>
                    <a:pt x="535" y="0"/>
                    <a:pt x="705" y="98"/>
                  </a:cubicBezTo>
                  <a:lnTo>
                    <a:pt x="10045" y="5504"/>
                  </a:lnTo>
                  <a:cubicBezTo>
                    <a:pt x="10322" y="5656"/>
                    <a:pt x="10482" y="5950"/>
                    <a:pt x="10482" y="6263"/>
                  </a:cubicBezTo>
                  <a:lnTo>
                    <a:pt x="10482" y="6521"/>
                  </a:lnTo>
                  <a:cubicBezTo>
                    <a:pt x="10482" y="6209"/>
                    <a:pt x="10322" y="5924"/>
                    <a:pt x="10045" y="5763"/>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5"/>
            <p:cNvSpPr/>
            <p:nvPr/>
          </p:nvSpPr>
          <p:spPr>
            <a:xfrm>
              <a:off x="3995425" y="3163575"/>
              <a:ext cx="262100" cy="178225"/>
            </a:xfrm>
            <a:custGeom>
              <a:avLst/>
              <a:gdLst/>
              <a:ahLst/>
              <a:cxnLst/>
              <a:rect l="l" t="t" r="r" b="b"/>
              <a:pathLst>
                <a:path w="10484" h="7129" extrusionOk="0">
                  <a:moveTo>
                    <a:pt x="10224" y="7128"/>
                  </a:moveTo>
                  <a:lnTo>
                    <a:pt x="10224" y="7128"/>
                  </a:lnTo>
                  <a:cubicBezTo>
                    <a:pt x="10367" y="7128"/>
                    <a:pt x="10483" y="7021"/>
                    <a:pt x="10483" y="6879"/>
                  </a:cubicBezTo>
                  <a:lnTo>
                    <a:pt x="10483" y="6254"/>
                  </a:lnTo>
                  <a:cubicBezTo>
                    <a:pt x="10483" y="5942"/>
                    <a:pt x="10314" y="5656"/>
                    <a:pt x="10046" y="5496"/>
                  </a:cubicBezTo>
                  <a:lnTo>
                    <a:pt x="697" y="90"/>
                  </a:lnTo>
                  <a:cubicBezTo>
                    <a:pt x="536" y="1"/>
                    <a:pt x="331" y="9"/>
                    <a:pt x="179" y="125"/>
                  </a:cubicBezTo>
                  <a:cubicBezTo>
                    <a:pt x="63" y="215"/>
                    <a:pt x="1" y="366"/>
                    <a:pt x="1" y="518"/>
                  </a:cubicBezTo>
                  <a:lnTo>
                    <a:pt x="1" y="1508"/>
                  </a:lnTo>
                  <a:cubicBezTo>
                    <a:pt x="1" y="1651"/>
                    <a:pt x="108" y="1767"/>
                    <a:pt x="251" y="1767"/>
                  </a:cubicBezTo>
                  <a:cubicBezTo>
                    <a:pt x="393" y="1767"/>
                    <a:pt x="509" y="1651"/>
                    <a:pt x="509" y="1508"/>
                  </a:cubicBezTo>
                  <a:lnTo>
                    <a:pt x="509" y="679"/>
                  </a:lnTo>
                  <a:cubicBezTo>
                    <a:pt x="509" y="634"/>
                    <a:pt x="563" y="607"/>
                    <a:pt x="599" y="625"/>
                  </a:cubicBezTo>
                  <a:lnTo>
                    <a:pt x="9787" y="5942"/>
                  </a:lnTo>
                  <a:cubicBezTo>
                    <a:pt x="9903" y="6004"/>
                    <a:pt x="9975" y="6129"/>
                    <a:pt x="9975" y="6254"/>
                  </a:cubicBezTo>
                  <a:lnTo>
                    <a:pt x="9975" y="6879"/>
                  </a:lnTo>
                  <a:cubicBezTo>
                    <a:pt x="9975" y="7021"/>
                    <a:pt x="10091" y="7128"/>
                    <a:pt x="10224" y="7128"/>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5"/>
            <p:cNvSpPr/>
            <p:nvPr/>
          </p:nvSpPr>
          <p:spPr>
            <a:xfrm>
              <a:off x="3995425" y="3163575"/>
              <a:ext cx="262100" cy="162825"/>
            </a:xfrm>
            <a:custGeom>
              <a:avLst/>
              <a:gdLst/>
              <a:ahLst/>
              <a:cxnLst/>
              <a:rect l="l" t="t" r="r" b="b"/>
              <a:pathLst>
                <a:path w="10484" h="6513" extrusionOk="0">
                  <a:moveTo>
                    <a:pt x="10046" y="5764"/>
                  </a:moveTo>
                  <a:lnTo>
                    <a:pt x="697" y="348"/>
                  </a:lnTo>
                  <a:cubicBezTo>
                    <a:pt x="536" y="259"/>
                    <a:pt x="331" y="268"/>
                    <a:pt x="179" y="384"/>
                  </a:cubicBezTo>
                  <a:cubicBezTo>
                    <a:pt x="63" y="473"/>
                    <a:pt x="1" y="625"/>
                    <a:pt x="1" y="777"/>
                  </a:cubicBezTo>
                  <a:lnTo>
                    <a:pt x="1" y="518"/>
                  </a:lnTo>
                  <a:cubicBezTo>
                    <a:pt x="1" y="366"/>
                    <a:pt x="63" y="215"/>
                    <a:pt x="179" y="125"/>
                  </a:cubicBezTo>
                  <a:cubicBezTo>
                    <a:pt x="331" y="9"/>
                    <a:pt x="536" y="1"/>
                    <a:pt x="697" y="90"/>
                  </a:cubicBezTo>
                  <a:lnTo>
                    <a:pt x="10046" y="5496"/>
                  </a:lnTo>
                  <a:cubicBezTo>
                    <a:pt x="10314" y="5656"/>
                    <a:pt x="10483" y="5942"/>
                    <a:pt x="10483" y="6254"/>
                  </a:cubicBezTo>
                  <a:lnTo>
                    <a:pt x="10483" y="6513"/>
                  </a:lnTo>
                  <a:cubicBezTo>
                    <a:pt x="10483" y="6210"/>
                    <a:pt x="10314" y="5915"/>
                    <a:pt x="10046" y="576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5"/>
            <p:cNvSpPr/>
            <p:nvPr/>
          </p:nvSpPr>
          <p:spPr>
            <a:xfrm>
              <a:off x="3790925" y="3331750"/>
              <a:ext cx="233750" cy="137400"/>
            </a:xfrm>
            <a:custGeom>
              <a:avLst/>
              <a:gdLst/>
              <a:ahLst/>
              <a:cxnLst/>
              <a:rect l="l" t="t" r="r" b="b"/>
              <a:pathLst>
                <a:path w="9350" h="5496" extrusionOk="0">
                  <a:moveTo>
                    <a:pt x="9011" y="5495"/>
                  </a:moveTo>
                  <a:lnTo>
                    <a:pt x="9350" y="5299"/>
                  </a:lnTo>
                  <a:lnTo>
                    <a:pt x="321" y="0"/>
                  </a:lnTo>
                  <a:lnTo>
                    <a:pt x="0" y="187"/>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5"/>
            <p:cNvSpPr/>
            <p:nvPr/>
          </p:nvSpPr>
          <p:spPr>
            <a:xfrm>
              <a:off x="4001675" y="3210400"/>
              <a:ext cx="233975" cy="137425"/>
            </a:xfrm>
            <a:custGeom>
              <a:avLst/>
              <a:gdLst/>
              <a:ahLst/>
              <a:cxnLst/>
              <a:rect l="l" t="t" r="r" b="b"/>
              <a:pathLst>
                <a:path w="9359" h="5497" extrusionOk="0">
                  <a:moveTo>
                    <a:pt x="9020" y="5496"/>
                  </a:moveTo>
                  <a:lnTo>
                    <a:pt x="9359" y="5300"/>
                  </a:lnTo>
                  <a:lnTo>
                    <a:pt x="331" y="1"/>
                  </a:lnTo>
                  <a:lnTo>
                    <a:pt x="1" y="188"/>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5"/>
            <p:cNvSpPr/>
            <p:nvPr/>
          </p:nvSpPr>
          <p:spPr>
            <a:xfrm>
              <a:off x="3644175" y="3367425"/>
              <a:ext cx="155700" cy="136075"/>
            </a:xfrm>
            <a:custGeom>
              <a:avLst/>
              <a:gdLst/>
              <a:ahLst/>
              <a:cxnLst/>
              <a:rect l="l" t="t" r="r" b="b"/>
              <a:pathLst>
                <a:path w="6228" h="5443" extrusionOk="0">
                  <a:moveTo>
                    <a:pt x="0" y="5442"/>
                  </a:moveTo>
                  <a:lnTo>
                    <a:pt x="6227" y="1847"/>
                  </a:lnTo>
                  <a:lnTo>
                    <a:pt x="3069"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5"/>
            <p:cNvSpPr/>
            <p:nvPr/>
          </p:nvSpPr>
          <p:spPr>
            <a:xfrm>
              <a:off x="3644175" y="3485625"/>
              <a:ext cx="278800" cy="169750"/>
            </a:xfrm>
            <a:custGeom>
              <a:avLst/>
              <a:gdLst/>
              <a:ahLst/>
              <a:cxnLst/>
              <a:rect l="l" t="t" r="r" b="b"/>
              <a:pathLst>
                <a:path w="11152" h="6790" extrusionOk="0">
                  <a:moveTo>
                    <a:pt x="0" y="714"/>
                  </a:moveTo>
                  <a:lnTo>
                    <a:pt x="1231" y="0"/>
                  </a:lnTo>
                  <a:lnTo>
                    <a:pt x="11152" y="5540"/>
                  </a:lnTo>
                  <a:lnTo>
                    <a:pt x="10411" y="6789"/>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5"/>
            <p:cNvSpPr/>
            <p:nvPr/>
          </p:nvSpPr>
          <p:spPr>
            <a:xfrm>
              <a:off x="3644175" y="3367425"/>
              <a:ext cx="337000" cy="151900"/>
            </a:xfrm>
            <a:custGeom>
              <a:avLst/>
              <a:gdLst/>
              <a:ahLst/>
              <a:cxnLst/>
              <a:rect l="l" t="t" r="r" b="b"/>
              <a:pathLst>
                <a:path w="13480" h="6076" extrusionOk="0">
                  <a:moveTo>
                    <a:pt x="13480" y="6076"/>
                  </a:moveTo>
                  <a:lnTo>
                    <a:pt x="0" y="5442"/>
                  </a:lnTo>
                  <a:lnTo>
                    <a:pt x="306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5"/>
            <p:cNvSpPr/>
            <p:nvPr/>
          </p:nvSpPr>
          <p:spPr>
            <a:xfrm>
              <a:off x="3812100" y="3435225"/>
              <a:ext cx="47525" cy="48650"/>
            </a:xfrm>
            <a:custGeom>
              <a:avLst/>
              <a:gdLst/>
              <a:ahLst/>
              <a:cxnLst/>
              <a:rect l="l" t="t" r="r" b="b"/>
              <a:pathLst>
                <a:path w="1901" h="1946" extrusionOk="0">
                  <a:moveTo>
                    <a:pt x="126" y="1115"/>
                  </a:moveTo>
                  <a:lnTo>
                    <a:pt x="1428" y="1883"/>
                  </a:lnTo>
                  <a:cubicBezTo>
                    <a:pt x="1535" y="1945"/>
                    <a:pt x="1669" y="1892"/>
                    <a:pt x="1714" y="1767"/>
                  </a:cubicBezTo>
                  <a:lnTo>
                    <a:pt x="1874" y="1267"/>
                  </a:lnTo>
                  <a:cubicBezTo>
                    <a:pt x="1901" y="1169"/>
                    <a:pt x="1865" y="1071"/>
                    <a:pt x="1785" y="1026"/>
                  </a:cubicBezTo>
                  <a:lnTo>
                    <a:pt x="1241" y="705"/>
                  </a:lnTo>
                  <a:lnTo>
                    <a:pt x="1508" y="116"/>
                  </a:lnTo>
                  <a:lnTo>
                    <a:pt x="1312" y="0"/>
                  </a:lnTo>
                  <a:lnTo>
                    <a:pt x="1045" y="589"/>
                  </a:lnTo>
                  <a:lnTo>
                    <a:pt x="482" y="259"/>
                  </a:lnTo>
                  <a:cubicBezTo>
                    <a:pt x="375" y="197"/>
                    <a:pt x="233" y="250"/>
                    <a:pt x="197" y="366"/>
                  </a:cubicBezTo>
                  <a:lnTo>
                    <a:pt x="28" y="884"/>
                  </a:lnTo>
                  <a:cubicBezTo>
                    <a:pt x="1" y="973"/>
                    <a:pt x="36" y="1071"/>
                    <a:pt x="126" y="1115"/>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5"/>
            <p:cNvSpPr/>
            <p:nvPr/>
          </p:nvSpPr>
          <p:spPr>
            <a:xfrm>
              <a:off x="3715975" y="3545625"/>
              <a:ext cx="243125" cy="109750"/>
            </a:xfrm>
            <a:custGeom>
              <a:avLst/>
              <a:gdLst/>
              <a:ahLst/>
              <a:cxnLst/>
              <a:rect l="l" t="t" r="r" b="b"/>
              <a:pathLst>
                <a:path w="9725" h="4390" extrusionOk="0">
                  <a:moveTo>
                    <a:pt x="7539" y="4389"/>
                  </a:moveTo>
                  <a:lnTo>
                    <a:pt x="1" y="0"/>
                  </a:lnTo>
                  <a:lnTo>
                    <a:pt x="9725" y="509"/>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5"/>
            <p:cNvSpPr/>
            <p:nvPr/>
          </p:nvSpPr>
          <p:spPr>
            <a:xfrm>
              <a:off x="3946825" y="3644875"/>
              <a:ext cx="46400" cy="42825"/>
            </a:xfrm>
            <a:custGeom>
              <a:avLst/>
              <a:gdLst/>
              <a:ahLst/>
              <a:cxnLst/>
              <a:rect l="l" t="t" r="r" b="b"/>
              <a:pathLst>
                <a:path w="1856" h="1713" extrusionOk="0">
                  <a:moveTo>
                    <a:pt x="232" y="883"/>
                  </a:moveTo>
                  <a:cubicBezTo>
                    <a:pt x="232" y="883"/>
                    <a:pt x="241" y="883"/>
                    <a:pt x="241" y="883"/>
                  </a:cubicBezTo>
                  <a:cubicBezTo>
                    <a:pt x="419" y="990"/>
                    <a:pt x="598" y="1088"/>
                    <a:pt x="776" y="1195"/>
                  </a:cubicBezTo>
                  <a:cubicBezTo>
                    <a:pt x="883" y="1258"/>
                    <a:pt x="990" y="1311"/>
                    <a:pt x="1088" y="1374"/>
                  </a:cubicBezTo>
                  <a:cubicBezTo>
                    <a:pt x="1124" y="1392"/>
                    <a:pt x="1151" y="1419"/>
                    <a:pt x="1169" y="1445"/>
                  </a:cubicBezTo>
                  <a:cubicBezTo>
                    <a:pt x="1187" y="1472"/>
                    <a:pt x="1195" y="1490"/>
                    <a:pt x="1204" y="1517"/>
                  </a:cubicBezTo>
                  <a:cubicBezTo>
                    <a:pt x="1240" y="1561"/>
                    <a:pt x="1311" y="1606"/>
                    <a:pt x="1365" y="1633"/>
                  </a:cubicBezTo>
                  <a:cubicBezTo>
                    <a:pt x="1579" y="1713"/>
                    <a:pt x="1758" y="1508"/>
                    <a:pt x="1802" y="1320"/>
                  </a:cubicBezTo>
                  <a:cubicBezTo>
                    <a:pt x="1856" y="1080"/>
                    <a:pt x="1766" y="785"/>
                    <a:pt x="1579" y="625"/>
                  </a:cubicBezTo>
                  <a:cubicBezTo>
                    <a:pt x="1410" y="473"/>
                    <a:pt x="1204" y="357"/>
                    <a:pt x="1008" y="250"/>
                  </a:cubicBezTo>
                  <a:cubicBezTo>
                    <a:pt x="794" y="134"/>
                    <a:pt x="562" y="0"/>
                    <a:pt x="312" y="71"/>
                  </a:cubicBezTo>
                  <a:cubicBezTo>
                    <a:pt x="196" y="107"/>
                    <a:pt x="89" y="179"/>
                    <a:pt x="36" y="286"/>
                  </a:cubicBezTo>
                  <a:cubicBezTo>
                    <a:pt x="0" y="348"/>
                    <a:pt x="9" y="384"/>
                    <a:pt x="36" y="437"/>
                  </a:cubicBezTo>
                  <a:cubicBezTo>
                    <a:pt x="63" y="491"/>
                    <a:pt x="89" y="544"/>
                    <a:pt x="89" y="607"/>
                  </a:cubicBezTo>
                  <a:cubicBezTo>
                    <a:pt x="98" y="660"/>
                    <a:pt x="80" y="696"/>
                    <a:pt x="107" y="741"/>
                  </a:cubicBezTo>
                  <a:cubicBezTo>
                    <a:pt x="134" y="803"/>
                    <a:pt x="178" y="848"/>
                    <a:pt x="232" y="883"/>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5"/>
            <p:cNvSpPr/>
            <p:nvPr/>
          </p:nvSpPr>
          <p:spPr>
            <a:xfrm>
              <a:off x="3944800" y="3644650"/>
              <a:ext cx="43525" cy="45725"/>
            </a:xfrm>
            <a:custGeom>
              <a:avLst/>
              <a:gdLst/>
              <a:ahLst/>
              <a:cxnLst/>
              <a:rect l="l" t="t" r="r" b="b"/>
              <a:pathLst>
                <a:path w="1741" h="1829" extrusionOk="0">
                  <a:moveTo>
                    <a:pt x="188" y="990"/>
                  </a:moveTo>
                  <a:cubicBezTo>
                    <a:pt x="259" y="1053"/>
                    <a:pt x="349" y="1097"/>
                    <a:pt x="429" y="1151"/>
                  </a:cubicBezTo>
                  <a:cubicBezTo>
                    <a:pt x="590" y="1240"/>
                    <a:pt x="741" y="1329"/>
                    <a:pt x="893" y="1419"/>
                  </a:cubicBezTo>
                  <a:cubicBezTo>
                    <a:pt x="1089" y="1526"/>
                    <a:pt x="1464" y="1829"/>
                    <a:pt x="1651" y="1570"/>
                  </a:cubicBezTo>
                  <a:cubicBezTo>
                    <a:pt x="1740" y="1436"/>
                    <a:pt x="1731" y="1240"/>
                    <a:pt x="1696" y="1097"/>
                  </a:cubicBezTo>
                  <a:cubicBezTo>
                    <a:pt x="1651" y="964"/>
                    <a:pt x="1571" y="857"/>
                    <a:pt x="1482" y="750"/>
                  </a:cubicBezTo>
                  <a:cubicBezTo>
                    <a:pt x="1410" y="669"/>
                    <a:pt x="1285" y="625"/>
                    <a:pt x="1196" y="571"/>
                  </a:cubicBezTo>
                  <a:cubicBezTo>
                    <a:pt x="1080" y="500"/>
                    <a:pt x="955" y="428"/>
                    <a:pt x="839" y="366"/>
                  </a:cubicBezTo>
                  <a:cubicBezTo>
                    <a:pt x="634" y="250"/>
                    <a:pt x="375" y="0"/>
                    <a:pt x="144" y="188"/>
                  </a:cubicBezTo>
                  <a:cubicBezTo>
                    <a:pt x="45" y="259"/>
                    <a:pt x="19" y="384"/>
                    <a:pt x="10" y="500"/>
                  </a:cubicBezTo>
                  <a:cubicBezTo>
                    <a:pt x="10" y="625"/>
                    <a:pt x="1" y="767"/>
                    <a:pt x="81" y="874"/>
                  </a:cubicBezTo>
                  <a:cubicBezTo>
                    <a:pt x="108" y="919"/>
                    <a:pt x="144" y="955"/>
                    <a:pt x="188" y="99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5"/>
            <p:cNvSpPr/>
            <p:nvPr/>
          </p:nvSpPr>
          <p:spPr>
            <a:xfrm>
              <a:off x="3473775" y="3528225"/>
              <a:ext cx="423325" cy="253150"/>
            </a:xfrm>
            <a:custGeom>
              <a:avLst/>
              <a:gdLst/>
              <a:ahLst/>
              <a:cxnLst/>
              <a:rect l="l" t="t" r="r" b="b"/>
              <a:pathLst>
                <a:path w="16933" h="10126" extrusionOk="0">
                  <a:moveTo>
                    <a:pt x="7940" y="10126"/>
                  </a:moveTo>
                  <a:lnTo>
                    <a:pt x="16933" y="5505"/>
                  </a:lnTo>
                  <a:lnTo>
                    <a:pt x="7485" y="0"/>
                  </a:lnTo>
                  <a:lnTo>
                    <a:pt x="1" y="5505"/>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5"/>
            <p:cNvSpPr/>
            <p:nvPr/>
          </p:nvSpPr>
          <p:spPr>
            <a:xfrm>
              <a:off x="3443225" y="3514625"/>
              <a:ext cx="448075" cy="262525"/>
            </a:xfrm>
            <a:custGeom>
              <a:avLst/>
              <a:gdLst/>
              <a:ahLst/>
              <a:cxnLst/>
              <a:rect l="l" t="t" r="r" b="b"/>
              <a:pathLst>
                <a:path w="17923" h="10501" extrusionOk="0">
                  <a:moveTo>
                    <a:pt x="8868" y="10500"/>
                  </a:moveTo>
                  <a:lnTo>
                    <a:pt x="17923" y="5915"/>
                  </a:lnTo>
                  <a:lnTo>
                    <a:pt x="7797" y="0"/>
                  </a:lnTo>
                  <a:lnTo>
                    <a:pt x="0" y="5335"/>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5"/>
            <p:cNvSpPr/>
            <p:nvPr/>
          </p:nvSpPr>
          <p:spPr>
            <a:xfrm>
              <a:off x="3540450" y="3582650"/>
              <a:ext cx="219050" cy="124675"/>
            </a:xfrm>
            <a:custGeom>
              <a:avLst/>
              <a:gdLst/>
              <a:ahLst/>
              <a:cxnLst/>
              <a:rect l="l" t="t" r="r" b="b"/>
              <a:pathLst>
                <a:path w="8762" h="4987" extrusionOk="0">
                  <a:moveTo>
                    <a:pt x="179" y="4987"/>
                  </a:moveTo>
                  <a:lnTo>
                    <a:pt x="8761" y="107"/>
                  </a:lnTo>
                  <a:lnTo>
                    <a:pt x="8574" y="0"/>
                  </a:lnTo>
                  <a:lnTo>
                    <a:pt x="1" y="4880"/>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5"/>
            <p:cNvSpPr/>
            <p:nvPr/>
          </p:nvSpPr>
          <p:spPr>
            <a:xfrm>
              <a:off x="3832625" y="3649325"/>
              <a:ext cx="18525" cy="9850"/>
            </a:xfrm>
            <a:custGeom>
              <a:avLst/>
              <a:gdLst/>
              <a:ahLst/>
              <a:cxnLst/>
              <a:rect l="l" t="t" r="r" b="b"/>
              <a:pathLst>
                <a:path w="741" h="394" extrusionOk="0">
                  <a:moveTo>
                    <a:pt x="0" y="357"/>
                  </a:moveTo>
                  <a:lnTo>
                    <a:pt x="661" y="1"/>
                  </a:lnTo>
                  <a:lnTo>
                    <a:pt x="741" y="36"/>
                  </a:lnTo>
                  <a:lnTo>
                    <a:pt x="72"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5"/>
            <p:cNvSpPr/>
            <p:nvPr/>
          </p:nvSpPr>
          <p:spPr>
            <a:xfrm>
              <a:off x="3827950" y="3646650"/>
              <a:ext cx="18525" cy="9825"/>
            </a:xfrm>
            <a:custGeom>
              <a:avLst/>
              <a:gdLst/>
              <a:ahLst/>
              <a:cxnLst/>
              <a:rect l="l" t="t" r="r" b="b"/>
              <a:pathLst>
                <a:path w="741" h="393" extrusionOk="0">
                  <a:moveTo>
                    <a:pt x="0" y="357"/>
                  </a:moveTo>
                  <a:lnTo>
                    <a:pt x="669" y="0"/>
                  </a:lnTo>
                  <a:lnTo>
                    <a:pt x="741" y="45"/>
                  </a:lnTo>
                  <a:lnTo>
                    <a:pt x="72"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5"/>
            <p:cNvSpPr/>
            <p:nvPr/>
          </p:nvSpPr>
          <p:spPr>
            <a:xfrm>
              <a:off x="3823250" y="3643975"/>
              <a:ext cx="18550" cy="10050"/>
            </a:xfrm>
            <a:custGeom>
              <a:avLst/>
              <a:gdLst/>
              <a:ahLst/>
              <a:cxnLst/>
              <a:rect l="l" t="t" r="r" b="b"/>
              <a:pathLst>
                <a:path w="742" h="402" extrusionOk="0">
                  <a:moveTo>
                    <a:pt x="1" y="357"/>
                  </a:moveTo>
                  <a:lnTo>
                    <a:pt x="670" y="0"/>
                  </a:lnTo>
                  <a:lnTo>
                    <a:pt x="741" y="45"/>
                  </a:lnTo>
                  <a:lnTo>
                    <a:pt x="81"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5"/>
            <p:cNvSpPr/>
            <p:nvPr/>
          </p:nvSpPr>
          <p:spPr>
            <a:xfrm>
              <a:off x="3818575" y="3641300"/>
              <a:ext cx="18525" cy="10050"/>
            </a:xfrm>
            <a:custGeom>
              <a:avLst/>
              <a:gdLst/>
              <a:ahLst/>
              <a:cxnLst/>
              <a:rect l="l" t="t" r="r" b="b"/>
              <a:pathLst>
                <a:path w="741" h="402" extrusionOk="0">
                  <a:moveTo>
                    <a:pt x="0" y="357"/>
                  </a:moveTo>
                  <a:lnTo>
                    <a:pt x="670" y="0"/>
                  </a:lnTo>
                  <a:lnTo>
                    <a:pt x="741" y="45"/>
                  </a:lnTo>
                  <a:lnTo>
                    <a:pt x="81"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5"/>
            <p:cNvSpPr/>
            <p:nvPr/>
          </p:nvSpPr>
          <p:spPr>
            <a:xfrm>
              <a:off x="3814125" y="3638625"/>
              <a:ext cx="18525" cy="10050"/>
            </a:xfrm>
            <a:custGeom>
              <a:avLst/>
              <a:gdLst/>
              <a:ahLst/>
              <a:cxnLst/>
              <a:rect l="l" t="t" r="r" b="b"/>
              <a:pathLst>
                <a:path w="741" h="402" extrusionOk="0">
                  <a:moveTo>
                    <a:pt x="0" y="357"/>
                  </a:moveTo>
                  <a:lnTo>
                    <a:pt x="660" y="0"/>
                  </a:lnTo>
                  <a:lnTo>
                    <a:pt x="740" y="45"/>
                  </a:lnTo>
                  <a:lnTo>
                    <a:pt x="71"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5"/>
            <p:cNvSpPr/>
            <p:nvPr/>
          </p:nvSpPr>
          <p:spPr>
            <a:xfrm>
              <a:off x="3809425" y="3635950"/>
              <a:ext cx="18550" cy="10050"/>
            </a:xfrm>
            <a:custGeom>
              <a:avLst/>
              <a:gdLst/>
              <a:ahLst/>
              <a:cxnLst/>
              <a:rect l="l" t="t" r="r" b="b"/>
              <a:pathLst>
                <a:path w="742" h="402" extrusionOk="0">
                  <a:moveTo>
                    <a:pt x="1" y="357"/>
                  </a:moveTo>
                  <a:lnTo>
                    <a:pt x="661" y="0"/>
                  </a:lnTo>
                  <a:lnTo>
                    <a:pt x="741" y="45"/>
                  </a:lnTo>
                  <a:lnTo>
                    <a:pt x="72"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5"/>
            <p:cNvSpPr/>
            <p:nvPr/>
          </p:nvSpPr>
          <p:spPr>
            <a:xfrm>
              <a:off x="3804750" y="3633275"/>
              <a:ext cx="18525" cy="10050"/>
            </a:xfrm>
            <a:custGeom>
              <a:avLst/>
              <a:gdLst/>
              <a:ahLst/>
              <a:cxnLst/>
              <a:rect l="l" t="t" r="r" b="b"/>
              <a:pathLst>
                <a:path w="741" h="402" extrusionOk="0">
                  <a:moveTo>
                    <a:pt x="0" y="357"/>
                  </a:moveTo>
                  <a:lnTo>
                    <a:pt x="661" y="0"/>
                  </a:lnTo>
                  <a:lnTo>
                    <a:pt x="741" y="45"/>
                  </a:lnTo>
                  <a:lnTo>
                    <a:pt x="72"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5"/>
            <p:cNvSpPr/>
            <p:nvPr/>
          </p:nvSpPr>
          <p:spPr>
            <a:xfrm>
              <a:off x="3800075" y="3630600"/>
              <a:ext cx="18525" cy="10050"/>
            </a:xfrm>
            <a:custGeom>
              <a:avLst/>
              <a:gdLst/>
              <a:ahLst/>
              <a:cxnLst/>
              <a:rect l="l" t="t" r="r" b="b"/>
              <a:pathLst>
                <a:path w="741" h="402" extrusionOk="0">
                  <a:moveTo>
                    <a:pt x="0" y="357"/>
                  </a:moveTo>
                  <a:lnTo>
                    <a:pt x="669" y="0"/>
                  </a:lnTo>
                  <a:lnTo>
                    <a:pt x="740" y="45"/>
                  </a:lnTo>
                  <a:lnTo>
                    <a:pt x="80"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5"/>
            <p:cNvSpPr/>
            <p:nvPr/>
          </p:nvSpPr>
          <p:spPr>
            <a:xfrm>
              <a:off x="3795375" y="3627925"/>
              <a:ext cx="18550" cy="10050"/>
            </a:xfrm>
            <a:custGeom>
              <a:avLst/>
              <a:gdLst/>
              <a:ahLst/>
              <a:cxnLst/>
              <a:rect l="l" t="t" r="r" b="b"/>
              <a:pathLst>
                <a:path w="742" h="402" extrusionOk="0">
                  <a:moveTo>
                    <a:pt x="1" y="357"/>
                  </a:moveTo>
                  <a:lnTo>
                    <a:pt x="670" y="0"/>
                  </a:lnTo>
                  <a:lnTo>
                    <a:pt x="741" y="45"/>
                  </a:lnTo>
                  <a:lnTo>
                    <a:pt x="81"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5"/>
            <p:cNvSpPr/>
            <p:nvPr/>
          </p:nvSpPr>
          <p:spPr>
            <a:xfrm>
              <a:off x="3790700" y="3625250"/>
              <a:ext cx="18525" cy="10050"/>
            </a:xfrm>
            <a:custGeom>
              <a:avLst/>
              <a:gdLst/>
              <a:ahLst/>
              <a:cxnLst/>
              <a:rect l="l" t="t" r="r" b="b"/>
              <a:pathLst>
                <a:path w="741" h="402" extrusionOk="0">
                  <a:moveTo>
                    <a:pt x="0" y="357"/>
                  </a:moveTo>
                  <a:lnTo>
                    <a:pt x="669" y="0"/>
                  </a:lnTo>
                  <a:lnTo>
                    <a:pt x="741" y="45"/>
                  </a:lnTo>
                  <a:lnTo>
                    <a:pt x="81" y="40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5"/>
            <p:cNvSpPr/>
            <p:nvPr/>
          </p:nvSpPr>
          <p:spPr>
            <a:xfrm>
              <a:off x="3786225" y="3622550"/>
              <a:ext cx="18550" cy="10075"/>
            </a:xfrm>
            <a:custGeom>
              <a:avLst/>
              <a:gdLst/>
              <a:ahLst/>
              <a:cxnLst/>
              <a:rect l="l" t="t" r="r" b="b"/>
              <a:pathLst>
                <a:path w="742" h="403" extrusionOk="0">
                  <a:moveTo>
                    <a:pt x="1" y="358"/>
                  </a:moveTo>
                  <a:lnTo>
                    <a:pt x="661" y="1"/>
                  </a:lnTo>
                  <a:lnTo>
                    <a:pt x="741" y="46"/>
                  </a:lnTo>
                  <a:lnTo>
                    <a:pt x="72"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5"/>
            <p:cNvSpPr/>
            <p:nvPr/>
          </p:nvSpPr>
          <p:spPr>
            <a:xfrm>
              <a:off x="3781550" y="3619875"/>
              <a:ext cx="18550" cy="10075"/>
            </a:xfrm>
            <a:custGeom>
              <a:avLst/>
              <a:gdLst/>
              <a:ahLst/>
              <a:cxnLst/>
              <a:rect l="l" t="t" r="r" b="b"/>
              <a:pathLst>
                <a:path w="742" h="403" extrusionOk="0">
                  <a:moveTo>
                    <a:pt x="1" y="358"/>
                  </a:moveTo>
                  <a:lnTo>
                    <a:pt x="661" y="1"/>
                  </a:lnTo>
                  <a:lnTo>
                    <a:pt x="741" y="46"/>
                  </a:lnTo>
                  <a:lnTo>
                    <a:pt x="72"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5"/>
            <p:cNvSpPr/>
            <p:nvPr/>
          </p:nvSpPr>
          <p:spPr>
            <a:xfrm>
              <a:off x="3776875" y="3617200"/>
              <a:ext cx="18525" cy="10075"/>
            </a:xfrm>
            <a:custGeom>
              <a:avLst/>
              <a:gdLst/>
              <a:ahLst/>
              <a:cxnLst/>
              <a:rect l="l" t="t" r="r" b="b"/>
              <a:pathLst>
                <a:path w="741" h="403" extrusionOk="0">
                  <a:moveTo>
                    <a:pt x="0" y="358"/>
                  </a:moveTo>
                  <a:lnTo>
                    <a:pt x="669" y="1"/>
                  </a:lnTo>
                  <a:lnTo>
                    <a:pt x="741" y="45"/>
                  </a:lnTo>
                  <a:lnTo>
                    <a:pt x="72"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5"/>
            <p:cNvSpPr/>
            <p:nvPr/>
          </p:nvSpPr>
          <p:spPr>
            <a:xfrm>
              <a:off x="3772175" y="3614525"/>
              <a:ext cx="18550" cy="10075"/>
            </a:xfrm>
            <a:custGeom>
              <a:avLst/>
              <a:gdLst/>
              <a:ahLst/>
              <a:cxnLst/>
              <a:rect l="l" t="t" r="r" b="b"/>
              <a:pathLst>
                <a:path w="742" h="403" extrusionOk="0">
                  <a:moveTo>
                    <a:pt x="1" y="358"/>
                  </a:moveTo>
                  <a:lnTo>
                    <a:pt x="670" y="1"/>
                  </a:lnTo>
                  <a:lnTo>
                    <a:pt x="741" y="45"/>
                  </a:lnTo>
                  <a:lnTo>
                    <a:pt x="81"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5"/>
            <p:cNvSpPr/>
            <p:nvPr/>
          </p:nvSpPr>
          <p:spPr>
            <a:xfrm>
              <a:off x="3767500" y="3611850"/>
              <a:ext cx="18525" cy="10075"/>
            </a:xfrm>
            <a:custGeom>
              <a:avLst/>
              <a:gdLst/>
              <a:ahLst/>
              <a:cxnLst/>
              <a:rect l="l" t="t" r="r" b="b"/>
              <a:pathLst>
                <a:path w="741" h="403" extrusionOk="0">
                  <a:moveTo>
                    <a:pt x="1" y="358"/>
                  </a:moveTo>
                  <a:lnTo>
                    <a:pt x="670" y="1"/>
                  </a:lnTo>
                  <a:lnTo>
                    <a:pt x="741" y="45"/>
                  </a:lnTo>
                  <a:lnTo>
                    <a:pt x="81"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5"/>
            <p:cNvSpPr/>
            <p:nvPr/>
          </p:nvSpPr>
          <p:spPr>
            <a:xfrm>
              <a:off x="3762825" y="3609175"/>
              <a:ext cx="18525" cy="10075"/>
            </a:xfrm>
            <a:custGeom>
              <a:avLst/>
              <a:gdLst/>
              <a:ahLst/>
              <a:cxnLst/>
              <a:rect l="l" t="t" r="r" b="b"/>
              <a:pathLst>
                <a:path w="741" h="403" extrusionOk="0">
                  <a:moveTo>
                    <a:pt x="0" y="358"/>
                  </a:moveTo>
                  <a:lnTo>
                    <a:pt x="669" y="1"/>
                  </a:lnTo>
                  <a:lnTo>
                    <a:pt x="741" y="45"/>
                  </a:lnTo>
                  <a:lnTo>
                    <a:pt x="80"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5"/>
            <p:cNvSpPr/>
            <p:nvPr/>
          </p:nvSpPr>
          <p:spPr>
            <a:xfrm>
              <a:off x="3758350" y="3606500"/>
              <a:ext cx="18550" cy="10075"/>
            </a:xfrm>
            <a:custGeom>
              <a:avLst/>
              <a:gdLst/>
              <a:ahLst/>
              <a:cxnLst/>
              <a:rect l="l" t="t" r="r" b="b"/>
              <a:pathLst>
                <a:path w="742" h="403" extrusionOk="0">
                  <a:moveTo>
                    <a:pt x="1" y="358"/>
                  </a:moveTo>
                  <a:lnTo>
                    <a:pt x="661" y="1"/>
                  </a:lnTo>
                  <a:lnTo>
                    <a:pt x="741" y="45"/>
                  </a:lnTo>
                  <a:lnTo>
                    <a:pt x="72"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5"/>
            <p:cNvSpPr/>
            <p:nvPr/>
          </p:nvSpPr>
          <p:spPr>
            <a:xfrm>
              <a:off x="3753675" y="3603825"/>
              <a:ext cx="18525" cy="10075"/>
            </a:xfrm>
            <a:custGeom>
              <a:avLst/>
              <a:gdLst/>
              <a:ahLst/>
              <a:cxnLst/>
              <a:rect l="l" t="t" r="r" b="b"/>
              <a:pathLst>
                <a:path w="741" h="403" extrusionOk="0">
                  <a:moveTo>
                    <a:pt x="0" y="357"/>
                  </a:moveTo>
                  <a:lnTo>
                    <a:pt x="661" y="1"/>
                  </a:lnTo>
                  <a:lnTo>
                    <a:pt x="741" y="45"/>
                  </a:lnTo>
                  <a:lnTo>
                    <a:pt x="72"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5"/>
            <p:cNvSpPr/>
            <p:nvPr/>
          </p:nvSpPr>
          <p:spPr>
            <a:xfrm>
              <a:off x="3706625" y="3573500"/>
              <a:ext cx="18525" cy="10050"/>
            </a:xfrm>
            <a:custGeom>
              <a:avLst/>
              <a:gdLst/>
              <a:ahLst/>
              <a:cxnLst/>
              <a:rect l="l" t="t" r="r" b="b"/>
              <a:pathLst>
                <a:path w="741" h="402" extrusionOk="0">
                  <a:moveTo>
                    <a:pt x="0" y="357"/>
                  </a:moveTo>
                  <a:lnTo>
                    <a:pt x="669" y="0"/>
                  </a:lnTo>
                  <a:lnTo>
                    <a:pt x="741" y="45"/>
                  </a:lnTo>
                  <a:lnTo>
                    <a:pt x="71"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5"/>
            <p:cNvSpPr/>
            <p:nvPr/>
          </p:nvSpPr>
          <p:spPr>
            <a:xfrm>
              <a:off x="3701925" y="3570825"/>
              <a:ext cx="18550" cy="10050"/>
            </a:xfrm>
            <a:custGeom>
              <a:avLst/>
              <a:gdLst/>
              <a:ahLst/>
              <a:cxnLst/>
              <a:rect l="l" t="t" r="r" b="b"/>
              <a:pathLst>
                <a:path w="742" h="402" extrusionOk="0">
                  <a:moveTo>
                    <a:pt x="1" y="357"/>
                  </a:moveTo>
                  <a:lnTo>
                    <a:pt x="670" y="0"/>
                  </a:lnTo>
                  <a:lnTo>
                    <a:pt x="741" y="45"/>
                  </a:lnTo>
                  <a:lnTo>
                    <a:pt x="81"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5"/>
            <p:cNvSpPr/>
            <p:nvPr/>
          </p:nvSpPr>
          <p:spPr>
            <a:xfrm>
              <a:off x="3697250" y="3568150"/>
              <a:ext cx="18525" cy="10050"/>
            </a:xfrm>
            <a:custGeom>
              <a:avLst/>
              <a:gdLst/>
              <a:ahLst/>
              <a:cxnLst/>
              <a:rect l="l" t="t" r="r" b="b"/>
              <a:pathLst>
                <a:path w="741" h="402" extrusionOk="0">
                  <a:moveTo>
                    <a:pt x="0" y="357"/>
                  </a:moveTo>
                  <a:lnTo>
                    <a:pt x="669" y="0"/>
                  </a:lnTo>
                  <a:lnTo>
                    <a:pt x="741" y="45"/>
                  </a:lnTo>
                  <a:lnTo>
                    <a:pt x="81"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5"/>
            <p:cNvSpPr/>
            <p:nvPr/>
          </p:nvSpPr>
          <p:spPr>
            <a:xfrm>
              <a:off x="3692775" y="3565475"/>
              <a:ext cx="18550" cy="10050"/>
            </a:xfrm>
            <a:custGeom>
              <a:avLst/>
              <a:gdLst/>
              <a:ahLst/>
              <a:cxnLst/>
              <a:rect l="l" t="t" r="r" b="b"/>
              <a:pathLst>
                <a:path w="742" h="402" extrusionOk="0">
                  <a:moveTo>
                    <a:pt x="1" y="357"/>
                  </a:moveTo>
                  <a:lnTo>
                    <a:pt x="661" y="0"/>
                  </a:lnTo>
                  <a:lnTo>
                    <a:pt x="741" y="45"/>
                  </a:lnTo>
                  <a:lnTo>
                    <a:pt x="72"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5"/>
            <p:cNvSpPr/>
            <p:nvPr/>
          </p:nvSpPr>
          <p:spPr>
            <a:xfrm>
              <a:off x="3688100" y="3563025"/>
              <a:ext cx="18550" cy="9825"/>
            </a:xfrm>
            <a:custGeom>
              <a:avLst/>
              <a:gdLst/>
              <a:ahLst/>
              <a:cxnLst/>
              <a:rect l="l" t="t" r="r" b="b"/>
              <a:pathLst>
                <a:path w="742" h="393" extrusionOk="0">
                  <a:moveTo>
                    <a:pt x="1" y="348"/>
                  </a:moveTo>
                  <a:lnTo>
                    <a:pt x="661" y="0"/>
                  </a:lnTo>
                  <a:lnTo>
                    <a:pt x="741" y="36"/>
                  </a:lnTo>
                  <a:lnTo>
                    <a:pt x="72"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5"/>
            <p:cNvSpPr/>
            <p:nvPr/>
          </p:nvSpPr>
          <p:spPr>
            <a:xfrm>
              <a:off x="3683425" y="3560350"/>
              <a:ext cx="18525" cy="9825"/>
            </a:xfrm>
            <a:custGeom>
              <a:avLst/>
              <a:gdLst/>
              <a:ahLst/>
              <a:cxnLst/>
              <a:rect l="l" t="t" r="r" b="b"/>
              <a:pathLst>
                <a:path w="741" h="393" extrusionOk="0">
                  <a:moveTo>
                    <a:pt x="0" y="357"/>
                  </a:moveTo>
                  <a:lnTo>
                    <a:pt x="660" y="0"/>
                  </a:lnTo>
                  <a:lnTo>
                    <a:pt x="741" y="36"/>
                  </a:lnTo>
                  <a:lnTo>
                    <a:pt x="72"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5"/>
            <p:cNvSpPr/>
            <p:nvPr/>
          </p:nvSpPr>
          <p:spPr>
            <a:xfrm>
              <a:off x="3678725" y="3557650"/>
              <a:ext cx="18550" cy="9850"/>
            </a:xfrm>
            <a:custGeom>
              <a:avLst/>
              <a:gdLst/>
              <a:ahLst/>
              <a:cxnLst/>
              <a:rect l="l" t="t" r="r" b="b"/>
              <a:pathLst>
                <a:path w="742" h="394" extrusionOk="0">
                  <a:moveTo>
                    <a:pt x="1" y="358"/>
                  </a:moveTo>
                  <a:lnTo>
                    <a:pt x="670" y="1"/>
                  </a:lnTo>
                  <a:lnTo>
                    <a:pt x="741" y="37"/>
                  </a:lnTo>
                  <a:lnTo>
                    <a:pt x="72"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5"/>
            <p:cNvSpPr/>
            <p:nvPr/>
          </p:nvSpPr>
          <p:spPr>
            <a:xfrm>
              <a:off x="3674050" y="3554975"/>
              <a:ext cx="18550" cy="9850"/>
            </a:xfrm>
            <a:custGeom>
              <a:avLst/>
              <a:gdLst/>
              <a:ahLst/>
              <a:cxnLst/>
              <a:rect l="l" t="t" r="r" b="b"/>
              <a:pathLst>
                <a:path w="742" h="394" extrusionOk="0">
                  <a:moveTo>
                    <a:pt x="1" y="358"/>
                  </a:moveTo>
                  <a:lnTo>
                    <a:pt x="670" y="1"/>
                  </a:lnTo>
                  <a:lnTo>
                    <a:pt x="741" y="46"/>
                  </a:lnTo>
                  <a:lnTo>
                    <a:pt x="81"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5"/>
            <p:cNvSpPr/>
            <p:nvPr/>
          </p:nvSpPr>
          <p:spPr>
            <a:xfrm>
              <a:off x="3669375" y="3552300"/>
              <a:ext cx="18525" cy="10075"/>
            </a:xfrm>
            <a:custGeom>
              <a:avLst/>
              <a:gdLst/>
              <a:ahLst/>
              <a:cxnLst/>
              <a:rect l="l" t="t" r="r" b="b"/>
              <a:pathLst>
                <a:path w="741" h="403" extrusionOk="0">
                  <a:moveTo>
                    <a:pt x="0" y="358"/>
                  </a:moveTo>
                  <a:lnTo>
                    <a:pt x="669" y="1"/>
                  </a:lnTo>
                  <a:lnTo>
                    <a:pt x="741" y="45"/>
                  </a:lnTo>
                  <a:lnTo>
                    <a:pt x="81"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5"/>
            <p:cNvSpPr/>
            <p:nvPr/>
          </p:nvSpPr>
          <p:spPr>
            <a:xfrm>
              <a:off x="3664900" y="3549625"/>
              <a:ext cx="18550" cy="10075"/>
            </a:xfrm>
            <a:custGeom>
              <a:avLst/>
              <a:gdLst/>
              <a:ahLst/>
              <a:cxnLst/>
              <a:rect l="l" t="t" r="r" b="b"/>
              <a:pathLst>
                <a:path w="742" h="403" extrusionOk="0">
                  <a:moveTo>
                    <a:pt x="1" y="358"/>
                  </a:moveTo>
                  <a:lnTo>
                    <a:pt x="661" y="1"/>
                  </a:lnTo>
                  <a:lnTo>
                    <a:pt x="741" y="45"/>
                  </a:lnTo>
                  <a:lnTo>
                    <a:pt x="72"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5"/>
            <p:cNvSpPr/>
            <p:nvPr/>
          </p:nvSpPr>
          <p:spPr>
            <a:xfrm>
              <a:off x="3660225" y="3546950"/>
              <a:ext cx="18525" cy="10075"/>
            </a:xfrm>
            <a:custGeom>
              <a:avLst/>
              <a:gdLst/>
              <a:ahLst/>
              <a:cxnLst/>
              <a:rect l="l" t="t" r="r" b="b"/>
              <a:pathLst>
                <a:path w="741" h="403" extrusionOk="0">
                  <a:moveTo>
                    <a:pt x="1" y="358"/>
                  </a:moveTo>
                  <a:lnTo>
                    <a:pt x="661" y="1"/>
                  </a:lnTo>
                  <a:lnTo>
                    <a:pt x="741" y="45"/>
                  </a:lnTo>
                  <a:lnTo>
                    <a:pt x="72"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5"/>
            <p:cNvSpPr/>
            <p:nvPr/>
          </p:nvSpPr>
          <p:spPr>
            <a:xfrm>
              <a:off x="3655550" y="3544275"/>
              <a:ext cx="18525" cy="10075"/>
            </a:xfrm>
            <a:custGeom>
              <a:avLst/>
              <a:gdLst/>
              <a:ahLst/>
              <a:cxnLst/>
              <a:rect l="l" t="t" r="r" b="b"/>
              <a:pathLst>
                <a:path w="741" h="403" extrusionOk="0">
                  <a:moveTo>
                    <a:pt x="0" y="358"/>
                  </a:moveTo>
                  <a:lnTo>
                    <a:pt x="660" y="1"/>
                  </a:lnTo>
                  <a:lnTo>
                    <a:pt x="741" y="45"/>
                  </a:lnTo>
                  <a:lnTo>
                    <a:pt x="72"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5"/>
            <p:cNvSpPr/>
            <p:nvPr/>
          </p:nvSpPr>
          <p:spPr>
            <a:xfrm>
              <a:off x="3650850" y="3541600"/>
              <a:ext cx="18550" cy="10075"/>
            </a:xfrm>
            <a:custGeom>
              <a:avLst/>
              <a:gdLst/>
              <a:ahLst/>
              <a:cxnLst/>
              <a:rect l="l" t="t" r="r" b="b"/>
              <a:pathLst>
                <a:path w="742" h="403" extrusionOk="0">
                  <a:moveTo>
                    <a:pt x="1" y="358"/>
                  </a:moveTo>
                  <a:lnTo>
                    <a:pt x="670" y="1"/>
                  </a:lnTo>
                  <a:lnTo>
                    <a:pt x="741" y="45"/>
                  </a:lnTo>
                  <a:lnTo>
                    <a:pt x="81"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5"/>
            <p:cNvSpPr/>
            <p:nvPr/>
          </p:nvSpPr>
          <p:spPr>
            <a:xfrm>
              <a:off x="3646175" y="3538925"/>
              <a:ext cx="18525" cy="10075"/>
            </a:xfrm>
            <a:custGeom>
              <a:avLst/>
              <a:gdLst/>
              <a:ahLst/>
              <a:cxnLst/>
              <a:rect l="l" t="t" r="r" b="b"/>
              <a:pathLst>
                <a:path w="741" h="403" extrusionOk="0">
                  <a:moveTo>
                    <a:pt x="1" y="357"/>
                  </a:moveTo>
                  <a:lnTo>
                    <a:pt x="670" y="1"/>
                  </a:lnTo>
                  <a:lnTo>
                    <a:pt x="741" y="45"/>
                  </a:lnTo>
                  <a:lnTo>
                    <a:pt x="81"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5"/>
            <p:cNvSpPr/>
            <p:nvPr/>
          </p:nvSpPr>
          <p:spPr>
            <a:xfrm>
              <a:off x="3641500" y="3536250"/>
              <a:ext cx="18525" cy="10050"/>
            </a:xfrm>
            <a:custGeom>
              <a:avLst/>
              <a:gdLst/>
              <a:ahLst/>
              <a:cxnLst/>
              <a:rect l="l" t="t" r="r" b="b"/>
              <a:pathLst>
                <a:path w="741" h="402" extrusionOk="0">
                  <a:moveTo>
                    <a:pt x="0" y="357"/>
                  </a:moveTo>
                  <a:lnTo>
                    <a:pt x="669" y="1"/>
                  </a:lnTo>
                  <a:lnTo>
                    <a:pt x="741" y="45"/>
                  </a:lnTo>
                  <a:lnTo>
                    <a:pt x="80"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5"/>
            <p:cNvSpPr/>
            <p:nvPr/>
          </p:nvSpPr>
          <p:spPr>
            <a:xfrm>
              <a:off x="3637025" y="3533575"/>
              <a:ext cx="18550" cy="10050"/>
            </a:xfrm>
            <a:custGeom>
              <a:avLst/>
              <a:gdLst/>
              <a:ahLst/>
              <a:cxnLst/>
              <a:rect l="l" t="t" r="r" b="b"/>
              <a:pathLst>
                <a:path w="742" h="402" extrusionOk="0">
                  <a:moveTo>
                    <a:pt x="1" y="357"/>
                  </a:moveTo>
                  <a:lnTo>
                    <a:pt x="661" y="1"/>
                  </a:lnTo>
                  <a:lnTo>
                    <a:pt x="741" y="45"/>
                  </a:lnTo>
                  <a:lnTo>
                    <a:pt x="72"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5"/>
            <p:cNvSpPr/>
            <p:nvPr/>
          </p:nvSpPr>
          <p:spPr>
            <a:xfrm>
              <a:off x="3632350" y="3530900"/>
              <a:ext cx="18525" cy="10050"/>
            </a:xfrm>
            <a:custGeom>
              <a:avLst/>
              <a:gdLst/>
              <a:ahLst/>
              <a:cxnLst/>
              <a:rect l="l" t="t" r="r" b="b"/>
              <a:pathLst>
                <a:path w="741" h="402" extrusionOk="0">
                  <a:moveTo>
                    <a:pt x="0" y="357"/>
                  </a:moveTo>
                  <a:lnTo>
                    <a:pt x="661" y="0"/>
                  </a:lnTo>
                  <a:lnTo>
                    <a:pt x="741" y="45"/>
                  </a:lnTo>
                  <a:lnTo>
                    <a:pt x="72"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5"/>
            <p:cNvSpPr/>
            <p:nvPr/>
          </p:nvSpPr>
          <p:spPr>
            <a:xfrm>
              <a:off x="3627675" y="3528225"/>
              <a:ext cx="18525" cy="10050"/>
            </a:xfrm>
            <a:custGeom>
              <a:avLst/>
              <a:gdLst/>
              <a:ahLst/>
              <a:cxnLst/>
              <a:rect l="l" t="t" r="r" b="b"/>
              <a:pathLst>
                <a:path w="741" h="402" extrusionOk="0">
                  <a:moveTo>
                    <a:pt x="0" y="357"/>
                  </a:moveTo>
                  <a:lnTo>
                    <a:pt x="669" y="0"/>
                  </a:lnTo>
                  <a:lnTo>
                    <a:pt x="741" y="45"/>
                  </a:lnTo>
                  <a:lnTo>
                    <a:pt x="71"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5"/>
            <p:cNvSpPr/>
            <p:nvPr/>
          </p:nvSpPr>
          <p:spPr>
            <a:xfrm>
              <a:off x="3926075" y="3637500"/>
              <a:ext cx="36825" cy="33475"/>
            </a:xfrm>
            <a:custGeom>
              <a:avLst/>
              <a:gdLst/>
              <a:ahLst/>
              <a:cxnLst/>
              <a:rect l="l" t="t" r="r" b="b"/>
              <a:pathLst>
                <a:path w="1473" h="1339" extrusionOk="0">
                  <a:moveTo>
                    <a:pt x="9" y="518"/>
                  </a:moveTo>
                  <a:cubicBezTo>
                    <a:pt x="27" y="616"/>
                    <a:pt x="72" y="714"/>
                    <a:pt x="179" y="732"/>
                  </a:cubicBezTo>
                  <a:cubicBezTo>
                    <a:pt x="250" y="750"/>
                    <a:pt x="322" y="750"/>
                    <a:pt x="393" y="777"/>
                  </a:cubicBezTo>
                  <a:cubicBezTo>
                    <a:pt x="616" y="830"/>
                    <a:pt x="794" y="1018"/>
                    <a:pt x="955" y="1178"/>
                  </a:cubicBezTo>
                  <a:cubicBezTo>
                    <a:pt x="1008" y="1232"/>
                    <a:pt x="1062" y="1276"/>
                    <a:pt x="1133" y="1303"/>
                  </a:cubicBezTo>
                  <a:cubicBezTo>
                    <a:pt x="1196" y="1330"/>
                    <a:pt x="1276" y="1339"/>
                    <a:pt x="1339" y="1294"/>
                  </a:cubicBezTo>
                  <a:cubicBezTo>
                    <a:pt x="1410" y="1259"/>
                    <a:pt x="1446" y="1187"/>
                    <a:pt x="1463" y="1107"/>
                  </a:cubicBezTo>
                  <a:cubicBezTo>
                    <a:pt x="1472" y="1071"/>
                    <a:pt x="1472" y="1036"/>
                    <a:pt x="1472" y="1000"/>
                  </a:cubicBezTo>
                  <a:cubicBezTo>
                    <a:pt x="1472" y="964"/>
                    <a:pt x="1463" y="920"/>
                    <a:pt x="1463" y="875"/>
                  </a:cubicBezTo>
                  <a:cubicBezTo>
                    <a:pt x="1455" y="857"/>
                    <a:pt x="1455" y="839"/>
                    <a:pt x="1446" y="821"/>
                  </a:cubicBezTo>
                  <a:cubicBezTo>
                    <a:pt x="1428" y="795"/>
                    <a:pt x="1392" y="786"/>
                    <a:pt x="1356" y="777"/>
                  </a:cubicBezTo>
                  <a:cubicBezTo>
                    <a:pt x="1133" y="714"/>
                    <a:pt x="893" y="572"/>
                    <a:pt x="768" y="366"/>
                  </a:cubicBezTo>
                  <a:cubicBezTo>
                    <a:pt x="723" y="313"/>
                    <a:pt x="696" y="242"/>
                    <a:pt x="661" y="179"/>
                  </a:cubicBezTo>
                  <a:cubicBezTo>
                    <a:pt x="554" y="1"/>
                    <a:pt x="357" y="1"/>
                    <a:pt x="215" y="108"/>
                  </a:cubicBezTo>
                  <a:cubicBezTo>
                    <a:pt x="179" y="126"/>
                    <a:pt x="152" y="152"/>
                    <a:pt x="125" y="179"/>
                  </a:cubicBezTo>
                  <a:cubicBezTo>
                    <a:pt x="63" y="250"/>
                    <a:pt x="18" y="322"/>
                    <a:pt x="9" y="411"/>
                  </a:cubicBezTo>
                  <a:cubicBezTo>
                    <a:pt x="0" y="447"/>
                    <a:pt x="0" y="482"/>
                    <a:pt x="9" y="518"/>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5"/>
            <p:cNvSpPr/>
            <p:nvPr/>
          </p:nvSpPr>
          <p:spPr>
            <a:xfrm>
              <a:off x="3931425" y="3637500"/>
              <a:ext cx="31475" cy="25000"/>
            </a:xfrm>
            <a:custGeom>
              <a:avLst/>
              <a:gdLst/>
              <a:ahLst/>
              <a:cxnLst/>
              <a:rect l="l" t="t" r="r" b="b"/>
              <a:pathLst>
                <a:path w="1259" h="1000" extrusionOk="0">
                  <a:moveTo>
                    <a:pt x="1" y="108"/>
                  </a:moveTo>
                  <a:cubicBezTo>
                    <a:pt x="18" y="197"/>
                    <a:pt x="72" y="286"/>
                    <a:pt x="134" y="358"/>
                  </a:cubicBezTo>
                  <a:cubicBezTo>
                    <a:pt x="206" y="429"/>
                    <a:pt x="295" y="491"/>
                    <a:pt x="375" y="554"/>
                  </a:cubicBezTo>
                  <a:cubicBezTo>
                    <a:pt x="518" y="652"/>
                    <a:pt x="652" y="750"/>
                    <a:pt x="803" y="839"/>
                  </a:cubicBezTo>
                  <a:cubicBezTo>
                    <a:pt x="946" y="920"/>
                    <a:pt x="1098" y="973"/>
                    <a:pt x="1258" y="1000"/>
                  </a:cubicBezTo>
                  <a:cubicBezTo>
                    <a:pt x="1258" y="964"/>
                    <a:pt x="1249" y="920"/>
                    <a:pt x="1249" y="875"/>
                  </a:cubicBezTo>
                  <a:cubicBezTo>
                    <a:pt x="1241" y="857"/>
                    <a:pt x="1241" y="839"/>
                    <a:pt x="1232" y="821"/>
                  </a:cubicBezTo>
                  <a:cubicBezTo>
                    <a:pt x="1214" y="795"/>
                    <a:pt x="1178" y="786"/>
                    <a:pt x="1142" y="777"/>
                  </a:cubicBezTo>
                  <a:cubicBezTo>
                    <a:pt x="919" y="714"/>
                    <a:pt x="679" y="572"/>
                    <a:pt x="554" y="366"/>
                  </a:cubicBezTo>
                  <a:cubicBezTo>
                    <a:pt x="509" y="313"/>
                    <a:pt x="482" y="242"/>
                    <a:pt x="447" y="179"/>
                  </a:cubicBezTo>
                  <a:cubicBezTo>
                    <a:pt x="340" y="1"/>
                    <a:pt x="143" y="1"/>
                    <a:pt x="1" y="10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5"/>
            <p:cNvSpPr/>
            <p:nvPr/>
          </p:nvSpPr>
          <p:spPr>
            <a:xfrm>
              <a:off x="4179650" y="3513275"/>
              <a:ext cx="22775" cy="29700"/>
            </a:xfrm>
            <a:custGeom>
              <a:avLst/>
              <a:gdLst/>
              <a:ahLst/>
              <a:cxnLst/>
              <a:rect l="l" t="t" r="r" b="b"/>
              <a:pathLst>
                <a:path w="911" h="1188" extrusionOk="0">
                  <a:moveTo>
                    <a:pt x="911" y="1"/>
                  </a:moveTo>
                  <a:lnTo>
                    <a:pt x="911" y="643"/>
                  </a:lnTo>
                  <a:lnTo>
                    <a:pt x="1" y="1187"/>
                  </a:lnTo>
                  <a:lnTo>
                    <a:pt x="1" y="554"/>
                  </a:lnTo>
                  <a:lnTo>
                    <a:pt x="911" y="1"/>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5"/>
            <p:cNvSpPr/>
            <p:nvPr/>
          </p:nvSpPr>
          <p:spPr>
            <a:xfrm>
              <a:off x="4179650" y="3513275"/>
              <a:ext cx="22775" cy="29700"/>
            </a:xfrm>
            <a:custGeom>
              <a:avLst/>
              <a:gdLst/>
              <a:ahLst/>
              <a:cxnLst/>
              <a:rect l="l" t="t" r="r" b="b"/>
              <a:pathLst>
                <a:path w="911" h="1188" extrusionOk="0">
                  <a:moveTo>
                    <a:pt x="812" y="581"/>
                  </a:moveTo>
                  <a:lnTo>
                    <a:pt x="812" y="63"/>
                  </a:lnTo>
                  <a:lnTo>
                    <a:pt x="911" y="1"/>
                  </a:lnTo>
                  <a:lnTo>
                    <a:pt x="911" y="1"/>
                  </a:lnTo>
                  <a:lnTo>
                    <a:pt x="911" y="643"/>
                  </a:lnTo>
                  <a:lnTo>
                    <a:pt x="1" y="1187"/>
                  </a:lnTo>
                  <a:lnTo>
                    <a:pt x="1" y="1071"/>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5"/>
            <p:cNvSpPr/>
            <p:nvPr/>
          </p:nvSpPr>
          <p:spPr>
            <a:xfrm>
              <a:off x="4199950" y="3513275"/>
              <a:ext cx="2475" cy="16075"/>
            </a:xfrm>
            <a:custGeom>
              <a:avLst/>
              <a:gdLst/>
              <a:ahLst/>
              <a:cxnLst/>
              <a:rect l="l" t="t" r="r" b="b"/>
              <a:pathLst>
                <a:path w="99" h="643" extrusionOk="0">
                  <a:moveTo>
                    <a:pt x="0" y="63"/>
                  </a:moveTo>
                  <a:lnTo>
                    <a:pt x="0" y="581"/>
                  </a:lnTo>
                  <a:lnTo>
                    <a:pt x="99" y="643"/>
                  </a:lnTo>
                  <a:lnTo>
                    <a:pt x="99" y="1"/>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5"/>
            <p:cNvSpPr/>
            <p:nvPr/>
          </p:nvSpPr>
          <p:spPr>
            <a:xfrm>
              <a:off x="4024650" y="3600475"/>
              <a:ext cx="22775" cy="29700"/>
            </a:xfrm>
            <a:custGeom>
              <a:avLst/>
              <a:gdLst/>
              <a:ahLst/>
              <a:cxnLst/>
              <a:rect l="l" t="t" r="r" b="b"/>
              <a:pathLst>
                <a:path w="911" h="1188" extrusionOk="0">
                  <a:moveTo>
                    <a:pt x="910" y="1"/>
                  </a:moveTo>
                  <a:lnTo>
                    <a:pt x="910" y="643"/>
                  </a:lnTo>
                  <a:lnTo>
                    <a:pt x="1" y="1187"/>
                  </a:lnTo>
                  <a:lnTo>
                    <a:pt x="1" y="554"/>
                  </a:lnTo>
                  <a:lnTo>
                    <a:pt x="910" y="1"/>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5"/>
            <p:cNvSpPr/>
            <p:nvPr/>
          </p:nvSpPr>
          <p:spPr>
            <a:xfrm>
              <a:off x="4024650" y="3600475"/>
              <a:ext cx="22775" cy="29700"/>
            </a:xfrm>
            <a:custGeom>
              <a:avLst/>
              <a:gdLst/>
              <a:ahLst/>
              <a:cxnLst/>
              <a:rect l="l" t="t" r="r" b="b"/>
              <a:pathLst>
                <a:path w="911" h="1188" extrusionOk="0">
                  <a:moveTo>
                    <a:pt x="812" y="572"/>
                  </a:moveTo>
                  <a:lnTo>
                    <a:pt x="812" y="63"/>
                  </a:lnTo>
                  <a:lnTo>
                    <a:pt x="910" y="1"/>
                  </a:lnTo>
                  <a:lnTo>
                    <a:pt x="910" y="1"/>
                  </a:lnTo>
                  <a:lnTo>
                    <a:pt x="910" y="643"/>
                  </a:lnTo>
                  <a:lnTo>
                    <a:pt x="1" y="1187"/>
                  </a:lnTo>
                  <a:lnTo>
                    <a:pt x="1" y="1062"/>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5"/>
            <p:cNvSpPr/>
            <p:nvPr/>
          </p:nvSpPr>
          <p:spPr>
            <a:xfrm>
              <a:off x="4044950" y="3600475"/>
              <a:ext cx="2475" cy="16100"/>
            </a:xfrm>
            <a:custGeom>
              <a:avLst/>
              <a:gdLst/>
              <a:ahLst/>
              <a:cxnLst/>
              <a:rect l="l" t="t" r="r" b="b"/>
              <a:pathLst>
                <a:path w="99" h="644" extrusionOk="0">
                  <a:moveTo>
                    <a:pt x="0" y="63"/>
                  </a:moveTo>
                  <a:lnTo>
                    <a:pt x="0" y="572"/>
                  </a:lnTo>
                  <a:lnTo>
                    <a:pt x="98" y="643"/>
                  </a:lnTo>
                  <a:lnTo>
                    <a:pt x="98" y="1"/>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5"/>
            <p:cNvSpPr/>
            <p:nvPr/>
          </p:nvSpPr>
          <p:spPr>
            <a:xfrm>
              <a:off x="3616075" y="3764400"/>
              <a:ext cx="72950" cy="97500"/>
            </a:xfrm>
            <a:custGeom>
              <a:avLst/>
              <a:gdLst/>
              <a:ahLst/>
              <a:cxnLst/>
              <a:rect l="l" t="t" r="r" b="b"/>
              <a:pathLst>
                <a:path w="2918" h="3900" extrusionOk="0">
                  <a:moveTo>
                    <a:pt x="2917" y="1669"/>
                  </a:moveTo>
                  <a:lnTo>
                    <a:pt x="0" y="1"/>
                  </a:lnTo>
                  <a:lnTo>
                    <a:pt x="0" y="2240"/>
                  </a:lnTo>
                  <a:lnTo>
                    <a:pt x="2917" y="3899"/>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5"/>
            <p:cNvSpPr/>
            <p:nvPr/>
          </p:nvSpPr>
          <p:spPr>
            <a:xfrm>
              <a:off x="3621200" y="3773100"/>
              <a:ext cx="62700" cy="80325"/>
            </a:xfrm>
            <a:custGeom>
              <a:avLst/>
              <a:gdLst/>
              <a:ahLst/>
              <a:cxnLst/>
              <a:rect l="l" t="t" r="r" b="b"/>
              <a:pathLst>
                <a:path w="2508" h="3213" extrusionOk="0">
                  <a:moveTo>
                    <a:pt x="197" y="108"/>
                  </a:moveTo>
                  <a:lnTo>
                    <a:pt x="197" y="1687"/>
                  </a:lnTo>
                  <a:lnTo>
                    <a:pt x="2507" y="3007"/>
                  </a:lnTo>
                  <a:lnTo>
                    <a:pt x="2507" y="3212"/>
                  </a:lnTo>
                  <a:lnTo>
                    <a:pt x="0" y="1767"/>
                  </a:lnTo>
                  <a:lnTo>
                    <a:pt x="0" y="1"/>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5"/>
            <p:cNvSpPr/>
            <p:nvPr/>
          </p:nvSpPr>
          <p:spPr>
            <a:xfrm>
              <a:off x="3621200" y="3815250"/>
              <a:ext cx="62700" cy="38175"/>
            </a:xfrm>
            <a:custGeom>
              <a:avLst/>
              <a:gdLst/>
              <a:ahLst/>
              <a:cxnLst/>
              <a:rect l="l" t="t" r="r" b="b"/>
              <a:pathLst>
                <a:path w="2508" h="1527" extrusionOk="0">
                  <a:moveTo>
                    <a:pt x="197" y="1"/>
                  </a:moveTo>
                  <a:lnTo>
                    <a:pt x="2507" y="1321"/>
                  </a:lnTo>
                  <a:lnTo>
                    <a:pt x="2507" y="1526"/>
                  </a:lnTo>
                  <a:lnTo>
                    <a:pt x="0" y="81"/>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5"/>
            <p:cNvSpPr/>
            <p:nvPr/>
          </p:nvSpPr>
          <p:spPr>
            <a:xfrm>
              <a:off x="3626325" y="3776000"/>
              <a:ext cx="57575" cy="72300"/>
            </a:xfrm>
            <a:custGeom>
              <a:avLst/>
              <a:gdLst/>
              <a:ahLst/>
              <a:cxnLst/>
              <a:rect l="l" t="t" r="r" b="b"/>
              <a:pathLst>
                <a:path w="2303" h="2892" extrusionOk="0">
                  <a:moveTo>
                    <a:pt x="1" y="1"/>
                  </a:moveTo>
                  <a:lnTo>
                    <a:pt x="1" y="1580"/>
                  </a:lnTo>
                  <a:lnTo>
                    <a:pt x="1151" y="2240"/>
                  </a:lnTo>
                  <a:lnTo>
                    <a:pt x="2302" y="2891"/>
                  </a:lnTo>
                  <a:lnTo>
                    <a:pt x="2302" y="1312"/>
                  </a:lnTo>
                  <a:lnTo>
                    <a:pt x="1151" y="652"/>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5"/>
            <p:cNvSpPr/>
            <p:nvPr/>
          </p:nvSpPr>
          <p:spPr>
            <a:xfrm>
              <a:off x="3626325" y="3776000"/>
              <a:ext cx="45750" cy="65375"/>
            </a:xfrm>
            <a:custGeom>
              <a:avLst/>
              <a:gdLst/>
              <a:ahLst/>
              <a:cxnLst/>
              <a:rect l="l" t="t" r="r" b="b"/>
              <a:pathLst>
                <a:path w="1830" h="2615" extrusionOk="0">
                  <a:moveTo>
                    <a:pt x="1" y="1"/>
                  </a:moveTo>
                  <a:lnTo>
                    <a:pt x="1" y="1580"/>
                  </a:lnTo>
                  <a:lnTo>
                    <a:pt x="1829" y="2614"/>
                  </a:lnTo>
                  <a:lnTo>
                    <a:pt x="1829" y="1027"/>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5"/>
            <p:cNvSpPr/>
            <p:nvPr/>
          </p:nvSpPr>
          <p:spPr>
            <a:xfrm>
              <a:off x="3616075" y="3823275"/>
              <a:ext cx="72950" cy="66275"/>
            </a:xfrm>
            <a:custGeom>
              <a:avLst/>
              <a:gdLst/>
              <a:ahLst/>
              <a:cxnLst/>
              <a:rect l="l" t="t" r="r" b="b"/>
              <a:pathLst>
                <a:path w="2918" h="2651" extrusionOk="0">
                  <a:moveTo>
                    <a:pt x="2917" y="1669"/>
                  </a:moveTo>
                  <a:lnTo>
                    <a:pt x="0" y="1"/>
                  </a:lnTo>
                  <a:lnTo>
                    <a:pt x="0" y="982"/>
                  </a:lnTo>
                  <a:lnTo>
                    <a:pt x="2917" y="2650"/>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5"/>
            <p:cNvSpPr/>
            <p:nvPr/>
          </p:nvSpPr>
          <p:spPr>
            <a:xfrm>
              <a:off x="3621200" y="3831975"/>
              <a:ext cx="62700" cy="48875"/>
            </a:xfrm>
            <a:custGeom>
              <a:avLst/>
              <a:gdLst/>
              <a:ahLst/>
              <a:cxnLst/>
              <a:rect l="l" t="t" r="r" b="b"/>
              <a:pathLst>
                <a:path w="2508" h="1955" extrusionOk="0">
                  <a:moveTo>
                    <a:pt x="197" y="108"/>
                  </a:moveTo>
                  <a:lnTo>
                    <a:pt x="197" y="438"/>
                  </a:lnTo>
                  <a:lnTo>
                    <a:pt x="2507" y="1758"/>
                  </a:lnTo>
                  <a:lnTo>
                    <a:pt x="2507" y="1954"/>
                  </a:lnTo>
                  <a:lnTo>
                    <a:pt x="0" y="518"/>
                  </a:lnTo>
                  <a:lnTo>
                    <a:pt x="0" y="1"/>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5"/>
            <p:cNvSpPr/>
            <p:nvPr/>
          </p:nvSpPr>
          <p:spPr>
            <a:xfrm>
              <a:off x="3621200" y="3842900"/>
              <a:ext cx="62700" cy="37950"/>
            </a:xfrm>
            <a:custGeom>
              <a:avLst/>
              <a:gdLst/>
              <a:ahLst/>
              <a:cxnLst/>
              <a:rect l="l" t="t" r="r" b="b"/>
              <a:pathLst>
                <a:path w="2508" h="1518" extrusionOk="0">
                  <a:moveTo>
                    <a:pt x="197" y="1"/>
                  </a:moveTo>
                  <a:lnTo>
                    <a:pt x="2507" y="1321"/>
                  </a:lnTo>
                  <a:lnTo>
                    <a:pt x="2507" y="1517"/>
                  </a:lnTo>
                  <a:lnTo>
                    <a:pt x="0" y="81"/>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5"/>
            <p:cNvSpPr/>
            <p:nvPr/>
          </p:nvSpPr>
          <p:spPr>
            <a:xfrm>
              <a:off x="3626325" y="3834650"/>
              <a:ext cx="57575" cy="41075"/>
            </a:xfrm>
            <a:custGeom>
              <a:avLst/>
              <a:gdLst/>
              <a:ahLst/>
              <a:cxnLst/>
              <a:rect l="l" t="t" r="r" b="b"/>
              <a:pathLst>
                <a:path w="2303" h="1643" extrusionOk="0">
                  <a:moveTo>
                    <a:pt x="1" y="1"/>
                  </a:moveTo>
                  <a:lnTo>
                    <a:pt x="1" y="331"/>
                  </a:lnTo>
                  <a:lnTo>
                    <a:pt x="1151" y="991"/>
                  </a:lnTo>
                  <a:lnTo>
                    <a:pt x="2302" y="1642"/>
                  </a:lnTo>
                  <a:lnTo>
                    <a:pt x="2302" y="1321"/>
                  </a:lnTo>
                  <a:lnTo>
                    <a:pt x="1151" y="661"/>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5"/>
            <p:cNvSpPr/>
            <p:nvPr/>
          </p:nvSpPr>
          <p:spPr>
            <a:xfrm>
              <a:off x="3425375" y="3652900"/>
              <a:ext cx="72725" cy="97475"/>
            </a:xfrm>
            <a:custGeom>
              <a:avLst/>
              <a:gdLst/>
              <a:ahLst/>
              <a:cxnLst/>
              <a:rect l="l" t="t" r="r" b="b"/>
              <a:pathLst>
                <a:path w="2909" h="3899" extrusionOk="0">
                  <a:moveTo>
                    <a:pt x="2909" y="1668"/>
                  </a:moveTo>
                  <a:lnTo>
                    <a:pt x="1" y="0"/>
                  </a:lnTo>
                  <a:lnTo>
                    <a:pt x="1" y="2239"/>
                  </a:lnTo>
                  <a:lnTo>
                    <a:pt x="2909" y="3899"/>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5"/>
            <p:cNvSpPr/>
            <p:nvPr/>
          </p:nvSpPr>
          <p:spPr>
            <a:xfrm>
              <a:off x="3430275" y="3661600"/>
              <a:ext cx="62700" cy="80300"/>
            </a:xfrm>
            <a:custGeom>
              <a:avLst/>
              <a:gdLst/>
              <a:ahLst/>
              <a:cxnLst/>
              <a:rect l="l" t="t" r="r" b="b"/>
              <a:pathLst>
                <a:path w="2508" h="3212" extrusionOk="0">
                  <a:moveTo>
                    <a:pt x="206" y="116"/>
                  </a:moveTo>
                  <a:lnTo>
                    <a:pt x="206" y="1686"/>
                  </a:lnTo>
                  <a:lnTo>
                    <a:pt x="2508" y="3015"/>
                  </a:lnTo>
                  <a:lnTo>
                    <a:pt x="2508" y="3212"/>
                  </a:lnTo>
                  <a:lnTo>
                    <a:pt x="1" y="1775"/>
                  </a:lnTo>
                  <a:lnTo>
                    <a:pt x="1" y="0"/>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5"/>
            <p:cNvSpPr/>
            <p:nvPr/>
          </p:nvSpPr>
          <p:spPr>
            <a:xfrm>
              <a:off x="3430275" y="3703750"/>
              <a:ext cx="62700" cy="38150"/>
            </a:xfrm>
            <a:custGeom>
              <a:avLst/>
              <a:gdLst/>
              <a:ahLst/>
              <a:cxnLst/>
              <a:rect l="l" t="t" r="r" b="b"/>
              <a:pathLst>
                <a:path w="2508" h="1526" extrusionOk="0">
                  <a:moveTo>
                    <a:pt x="206" y="0"/>
                  </a:moveTo>
                  <a:lnTo>
                    <a:pt x="2508" y="1329"/>
                  </a:lnTo>
                  <a:lnTo>
                    <a:pt x="2508" y="1526"/>
                  </a:lnTo>
                  <a:lnTo>
                    <a:pt x="1" y="89"/>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5"/>
            <p:cNvSpPr/>
            <p:nvPr/>
          </p:nvSpPr>
          <p:spPr>
            <a:xfrm>
              <a:off x="3435650" y="3664500"/>
              <a:ext cx="57325" cy="72275"/>
            </a:xfrm>
            <a:custGeom>
              <a:avLst/>
              <a:gdLst/>
              <a:ahLst/>
              <a:cxnLst/>
              <a:rect l="l" t="t" r="r" b="b"/>
              <a:pathLst>
                <a:path w="2293" h="2891" extrusionOk="0">
                  <a:moveTo>
                    <a:pt x="0" y="0"/>
                  </a:moveTo>
                  <a:lnTo>
                    <a:pt x="0" y="1579"/>
                  </a:lnTo>
                  <a:lnTo>
                    <a:pt x="1151" y="2239"/>
                  </a:lnTo>
                  <a:lnTo>
                    <a:pt x="2293" y="2891"/>
                  </a:lnTo>
                  <a:lnTo>
                    <a:pt x="2293" y="1312"/>
                  </a:lnTo>
                  <a:lnTo>
                    <a:pt x="1151" y="651"/>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5"/>
            <p:cNvSpPr/>
            <p:nvPr/>
          </p:nvSpPr>
          <p:spPr>
            <a:xfrm>
              <a:off x="3435650" y="3664500"/>
              <a:ext cx="45500" cy="65350"/>
            </a:xfrm>
            <a:custGeom>
              <a:avLst/>
              <a:gdLst/>
              <a:ahLst/>
              <a:cxnLst/>
              <a:rect l="l" t="t" r="r" b="b"/>
              <a:pathLst>
                <a:path w="1820" h="2614" extrusionOk="0">
                  <a:moveTo>
                    <a:pt x="0" y="0"/>
                  </a:moveTo>
                  <a:lnTo>
                    <a:pt x="0" y="1579"/>
                  </a:lnTo>
                  <a:lnTo>
                    <a:pt x="1820" y="2614"/>
                  </a:lnTo>
                  <a:lnTo>
                    <a:pt x="1820" y="1035"/>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5"/>
            <p:cNvSpPr/>
            <p:nvPr/>
          </p:nvSpPr>
          <p:spPr>
            <a:xfrm>
              <a:off x="3425375" y="3711775"/>
              <a:ext cx="72725" cy="66250"/>
            </a:xfrm>
            <a:custGeom>
              <a:avLst/>
              <a:gdLst/>
              <a:ahLst/>
              <a:cxnLst/>
              <a:rect l="l" t="t" r="r" b="b"/>
              <a:pathLst>
                <a:path w="2909" h="2650" extrusionOk="0">
                  <a:moveTo>
                    <a:pt x="2909" y="1669"/>
                  </a:moveTo>
                  <a:lnTo>
                    <a:pt x="1" y="0"/>
                  </a:lnTo>
                  <a:lnTo>
                    <a:pt x="1" y="982"/>
                  </a:lnTo>
                  <a:lnTo>
                    <a:pt x="2909" y="2650"/>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5"/>
            <p:cNvSpPr/>
            <p:nvPr/>
          </p:nvSpPr>
          <p:spPr>
            <a:xfrm>
              <a:off x="3430275" y="3720475"/>
              <a:ext cx="62700" cy="48850"/>
            </a:xfrm>
            <a:custGeom>
              <a:avLst/>
              <a:gdLst/>
              <a:ahLst/>
              <a:cxnLst/>
              <a:rect l="l" t="t" r="r" b="b"/>
              <a:pathLst>
                <a:path w="2508" h="1954" extrusionOk="0">
                  <a:moveTo>
                    <a:pt x="206" y="116"/>
                  </a:moveTo>
                  <a:lnTo>
                    <a:pt x="206" y="437"/>
                  </a:lnTo>
                  <a:lnTo>
                    <a:pt x="2508" y="1758"/>
                  </a:lnTo>
                  <a:lnTo>
                    <a:pt x="2508" y="1954"/>
                  </a:lnTo>
                  <a:lnTo>
                    <a:pt x="1" y="518"/>
                  </a:lnTo>
                  <a:lnTo>
                    <a:pt x="1" y="0"/>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5"/>
            <p:cNvSpPr/>
            <p:nvPr/>
          </p:nvSpPr>
          <p:spPr>
            <a:xfrm>
              <a:off x="3430275" y="3731400"/>
              <a:ext cx="62700" cy="37925"/>
            </a:xfrm>
            <a:custGeom>
              <a:avLst/>
              <a:gdLst/>
              <a:ahLst/>
              <a:cxnLst/>
              <a:rect l="l" t="t" r="r" b="b"/>
              <a:pathLst>
                <a:path w="2508" h="1517" extrusionOk="0">
                  <a:moveTo>
                    <a:pt x="206" y="0"/>
                  </a:moveTo>
                  <a:lnTo>
                    <a:pt x="2508" y="1321"/>
                  </a:lnTo>
                  <a:lnTo>
                    <a:pt x="2508" y="1517"/>
                  </a:lnTo>
                  <a:lnTo>
                    <a:pt x="1" y="81"/>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5"/>
            <p:cNvSpPr/>
            <p:nvPr/>
          </p:nvSpPr>
          <p:spPr>
            <a:xfrm>
              <a:off x="3435650" y="3723375"/>
              <a:ext cx="57325" cy="41050"/>
            </a:xfrm>
            <a:custGeom>
              <a:avLst/>
              <a:gdLst/>
              <a:ahLst/>
              <a:cxnLst/>
              <a:rect l="l" t="t" r="r" b="b"/>
              <a:pathLst>
                <a:path w="2293" h="1642" extrusionOk="0">
                  <a:moveTo>
                    <a:pt x="0" y="0"/>
                  </a:moveTo>
                  <a:lnTo>
                    <a:pt x="0" y="330"/>
                  </a:lnTo>
                  <a:lnTo>
                    <a:pt x="1151" y="982"/>
                  </a:lnTo>
                  <a:lnTo>
                    <a:pt x="2293" y="1642"/>
                  </a:lnTo>
                  <a:lnTo>
                    <a:pt x="2293" y="1312"/>
                  </a:lnTo>
                  <a:lnTo>
                    <a:pt x="1151" y="652"/>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5"/>
            <p:cNvSpPr/>
            <p:nvPr/>
          </p:nvSpPr>
          <p:spPr>
            <a:xfrm>
              <a:off x="3498075" y="3694600"/>
              <a:ext cx="118025" cy="153250"/>
            </a:xfrm>
            <a:custGeom>
              <a:avLst/>
              <a:gdLst/>
              <a:ahLst/>
              <a:cxnLst/>
              <a:rect l="l" t="t" r="r" b="b"/>
              <a:pathLst>
                <a:path w="4721" h="6130" extrusionOk="0">
                  <a:moveTo>
                    <a:pt x="4720" y="2793"/>
                  </a:moveTo>
                  <a:lnTo>
                    <a:pt x="4720" y="6129"/>
                  </a:lnTo>
                  <a:lnTo>
                    <a:pt x="1" y="3337"/>
                  </a:lnTo>
                  <a:lnTo>
                    <a:pt x="1" y="0"/>
                  </a:ln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5"/>
            <p:cNvSpPr/>
            <p:nvPr/>
          </p:nvSpPr>
          <p:spPr>
            <a:xfrm>
              <a:off x="3601800" y="3761500"/>
              <a:ext cx="9600" cy="79875"/>
            </a:xfrm>
            <a:custGeom>
              <a:avLst/>
              <a:gdLst/>
              <a:ahLst/>
              <a:cxnLst/>
              <a:rect l="l" t="t" r="r" b="b"/>
              <a:pathLst>
                <a:path w="384" h="3195" extrusionOk="0">
                  <a:moveTo>
                    <a:pt x="27" y="1"/>
                  </a:moveTo>
                  <a:lnTo>
                    <a:pt x="0" y="2989"/>
                  </a:lnTo>
                  <a:lnTo>
                    <a:pt x="357" y="3194"/>
                  </a:lnTo>
                  <a:lnTo>
                    <a:pt x="384" y="215"/>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5"/>
            <p:cNvSpPr/>
            <p:nvPr/>
          </p:nvSpPr>
          <p:spPr>
            <a:xfrm>
              <a:off x="3601800" y="3761500"/>
              <a:ext cx="9150" cy="79875"/>
            </a:xfrm>
            <a:custGeom>
              <a:avLst/>
              <a:gdLst/>
              <a:ahLst/>
              <a:cxnLst/>
              <a:rect l="l" t="t" r="r" b="b"/>
              <a:pathLst>
                <a:path w="366" h="3195" extrusionOk="0">
                  <a:moveTo>
                    <a:pt x="27" y="1"/>
                  </a:moveTo>
                  <a:lnTo>
                    <a:pt x="152" y="72"/>
                  </a:lnTo>
                  <a:lnTo>
                    <a:pt x="161" y="2954"/>
                  </a:lnTo>
                  <a:lnTo>
                    <a:pt x="366" y="3070"/>
                  </a:lnTo>
                  <a:lnTo>
                    <a:pt x="357" y="3194"/>
                  </a:lnTo>
                  <a:lnTo>
                    <a:pt x="0" y="298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5"/>
            <p:cNvSpPr/>
            <p:nvPr/>
          </p:nvSpPr>
          <p:spPr>
            <a:xfrm>
              <a:off x="3601800" y="3761500"/>
              <a:ext cx="4025" cy="74750"/>
            </a:xfrm>
            <a:custGeom>
              <a:avLst/>
              <a:gdLst/>
              <a:ahLst/>
              <a:cxnLst/>
              <a:rect l="l" t="t" r="r" b="b"/>
              <a:pathLst>
                <a:path w="161" h="2990" extrusionOk="0">
                  <a:moveTo>
                    <a:pt x="161" y="2954"/>
                  </a:moveTo>
                  <a:lnTo>
                    <a:pt x="0" y="2989"/>
                  </a:lnTo>
                  <a:lnTo>
                    <a:pt x="27" y="1"/>
                  </a:lnTo>
                  <a:lnTo>
                    <a:pt x="152" y="7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5"/>
            <p:cNvSpPr/>
            <p:nvPr/>
          </p:nvSpPr>
          <p:spPr>
            <a:xfrm>
              <a:off x="3590650" y="3755050"/>
              <a:ext cx="9600" cy="79625"/>
            </a:xfrm>
            <a:custGeom>
              <a:avLst/>
              <a:gdLst/>
              <a:ahLst/>
              <a:cxnLst/>
              <a:rect l="l" t="t" r="r" b="b"/>
              <a:pathLst>
                <a:path w="384" h="3185" extrusionOk="0">
                  <a:moveTo>
                    <a:pt x="27" y="0"/>
                  </a:moveTo>
                  <a:lnTo>
                    <a:pt x="0" y="2980"/>
                  </a:lnTo>
                  <a:lnTo>
                    <a:pt x="357" y="3185"/>
                  </a:lnTo>
                  <a:lnTo>
                    <a:pt x="384" y="214"/>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5"/>
            <p:cNvSpPr/>
            <p:nvPr/>
          </p:nvSpPr>
          <p:spPr>
            <a:xfrm>
              <a:off x="3590650" y="3755050"/>
              <a:ext cx="8925" cy="79625"/>
            </a:xfrm>
            <a:custGeom>
              <a:avLst/>
              <a:gdLst/>
              <a:ahLst/>
              <a:cxnLst/>
              <a:rect l="l" t="t" r="r" b="b"/>
              <a:pathLst>
                <a:path w="357" h="3185" extrusionOk="0">
                  <a:moveTo>
                    <a:pt x="27" y="0"/>
                  </a:moveTo>
                  <a:lnTo>
                    <a:pt x="143" y="71"/>
                  </a:lnTo>
                  <a:lnTo>
                    <a:pt x="161" y="2944"/>
                  </a:lnTo>
                  <a:lnTo>
                    <a:pt x="357" y="3060"/>
                  </a:lnTo>
                  <a:lnTo>
                    <a:pt x="357" y="3185"/>
                  </a:lnTo>
                  <a:lnTo>
                    <a:pt x="0" y="298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5"/>
            <p:cNvSpPr/>
            <p:nvPr/>
          </p:nvSpPr>
          <p:spPr>
            <a:xfrm>
              <a:off x="3590650" y="3755050"/>
              <a:ext cx="4025" cy="74500"/>
            </a:xfrm>
            <a:custGeom>
              <a:avLst/>
              <a:gdLst/>
              <a:ahLst/>
              <a:cxnLst/>
              <a:rect l="l" t="t" r="r" b="b"/>
              <a:pathLst>
                <a:path w="161" h="2980" extrusionOk="0">
                  <a:moveTo>
                    <a:pt x="161" y="2944"/>
                  </a:moveTo>
                  <a:lnTo>
                    <a:pt x="0" y="2980"/>
                  </a:lnTo>
                  <a:lnTo>
                    <a:pt x="27" y="0"/>
                  </a:lnTo>
                  <a:lnTo>
                    <a:pt x="143" y="7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5"/>
            <p:cNvSpPr/>
            <p:nvPr/>
          </p:nvSpPr>
          <p:spPr>
            <a:xfrm>
              <a:off x="3579275" y="3748350"/>
              <a:ext cx="9600" cy="79650"/>
            </a:xfrm>
            <a:custGeom>
              <a:avLst/>
              <a:gdLst/>
              <a:ahLst/>
              <a:cxnLst/>
              <a:rect l="l" t="t" r="r" b="b"/>
              <a:pathLst>
                <a:path w="384" h="3186" extrusionOk="0">
                  <a:moveTo>
                    <a:pt x="27" y="0"/>
                  </a:moveTo>
                  <a:lnTo>
                    <a:pt x="0" y="2980"/>
                  </a:lnTo>
                  <a:lnTo>
                    <a:pt x="357" y="3185"/>
                  </a:lnTo>
                  <a:lnTo>
                    <a:pt x="384" y="215"/>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5"/>
            <p:cNvSpPr/>
            <p:nvPr/>
          </p:nvSpPr>
          <p:spPr>
            <a:xfrm>
              <a:off x="3579275" y="3748350"/>
              <a:ext cx="8950" cy="79650"/>
            </a:xfrm>
            <a:custGeom>
              <a:avLst/>
              <a:gdLst/>
              <a:ahLst/>
              <a:cxnLst/>
              <a:rect l="l" t="t" r="r" b="b"/>
              <a:pathLst>
                <a:path w="358" h="3186" extrusionOk="0">
                  <a:moveTo>
                    <a:pt x="27" y="0"/>
                  </a:moveTo>
                  <a:lnTo>
                    <a:pt x="143" y="72"/>
                  </a:lnTo>
                  <a:lnTo>
                    <a:pt x="161" y="2953"/>
                  </a:lnTo>
                  <a:lnTo>
                    <a:pt x="357" y="3060"/>
                  </a:lnTo>
                  <a:lnTo>
                    <a:pt x="357" y="3185"/>
                  </a:lnTo>
                  <a:lnTo>
                    <a:pt x="0" y="298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5"/>
            <p:cNvSpPr/>
            <p:nvPr/>
          </p:nvSpPr>
          <p:spPr>
            <a:xfrm>
              <a:off x="3579275" y="3748350"/>
              <a:ext cx="4025" cy="74525"/>
            </a:xfrm>
            <a:custGeom>
              <a:avLst/>
              <a:gdLst/>
              <a:ahLst/>
              <a:cxnLst/>
              <a:rect l="l" t="t" r="r" b="b"/>
              <a:pathLst>
                <a:path w="161" h="2981" extrusionOk="0">
                  <a:moveTo>
                    <a:pt x="161" y="2953"/>
                  </a:moveTo>
                  <a:lnTo>
                    <a:pt x="0" y="2980"/>
                  </a:lnTo>
                  <a:lnTo>
                    <a:pt x="27" y="0"/>
                  </a:lnTo>
                  <a:lnTo>
                    <a:pt x="143" y="7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5"/>
            <p:cNvSpPr/>
            <p:nvPr/>
          </p:nvSpPr>
          <p:spPr>
            <a:xfrm>
              <a:off x="3567900" y="3741650"/>
              <a:ext cx="9600" cy="79875"/>
            </a:xfrm>
            <a:custGeom>
              <a:avLst/>
              <a:gdLst/>
              <a:ahLst/>
              <a:cxnLst/>
              <a:rect l="l" t="t" r="r" b="b"/>
              <a:pathLst>
                <a:path w="384" h="3195" extrusionOk="0">
                  <a:moveTo>
                    <a:pt x="27" y="1"/>
                  </a:moveTo>
                  <a:lnTo>
                    <a:pt x="0" y="2989"/>
                  </a:lnTo>
                  <a:lnTo>
                    <a:pt x="357" y="3195"/>
                  </a:lnTo>
                  <a:lnTo>
                    <a:pt x="384" y="215"/>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5"/>
            <p:cNvSpPr/>
            <p:nvPr/>
          </p:nvSpPr>
          <p:spPr>
            <a:xfrm>
              <a:off x="3567900" y="3741650"/>
              <a:ext cx="8950" cy="79875"/>
            </a:xfrm>
            <a:custGeom>
              <a:avLst/>
              <a:gdLst/>
              <a:ahLst/>
              <a:cxnLst/>
              <a:rect l="l" t="t" r="r" b="b"/>
              <a:pathLst>
                <a:path w="358" h="3195" extrusionOk="0">
                  <a:moveTo>
                    <a:pt x="27" y="1"/>
                  </a:moveTo>
                  <a:lnTo>
                    <a:pt x="152" y="72"/>
                  </a:lnTo>
                  <a:lnTo>
                    <a:pt x="161" y="2954"/>
                  </a:lnTo>
                  <a:lnTo>
                    <a:pt x="357" y="3070"/>
                  </a:lnTo>
                  <a:lnTo>
                    <a:pt x="357" y="3195"/>
                  </a:lnTo>
                  <a:lnTo>
                    <a:pt x="0" y="298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5"/>
            <p:cNvSpPr/>
            <p:nvPr/>
          </p:nvSpPr>
          <p:spPr>
            <a:xfrm>
              <a:off x="3567900" y="3741650"/>
              <a:ext cx="4025" cy="74750"/>
            </a:xfrm>
            <a:custGeom>
              <a:avLst/>
              <a:gdLst/>
              <a:ahLst/>
              <a:cxnLst/>
              <a:rect l="l" t="t" r="r" b="b"/>
              <a:pathLst>
                <a:path w="161" h="2990" extrusionOk="0">
                  <a:moveTo>
                    <a:pt x="161" y="2954"/>
                  </a:moveTo>
                  <a:lnTo>
                    <a:pt x="0" y="2989"/>
                  </a:lnTo>
                  <a:lnTo>
                    <a:pt x="27" y="1"/>
                  </a:lnTo>
                  <a:lnTo>
                    <a:pt x="152" y="7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5"/>
            <p:cNvSpPr/>
            <p:nvPr/>
          </p:nvSpPr>
          <p:spPr>
            <a:xfrm>
              <a:off x="3556750" y="3735200"/>
              <a:ext cx="9600" cy="79625"/>
            </a:xfrm>
            <a:custGeom>
              <a:avLst/>
              <a:gdLst/>
              <a:ahLst/>
              <a:cxnLst/>
              <a:rect l="l" t="t" r="r" b="b"/>
              <a:pathLst>
                <a:path w="384" h="3185" extrusionOk="0">
                  <a:moveTo>
                    <a:pt x="27" y="0"/>
                  </a:moveTo>
                  <a:lnTo>
                    <a:pt x="0" y="2980"/>
                  </a:lnTo>
                  <a:lnTo>
                    <a:pt x="357" y="3185"/>
                  </a:lnTo>
                  <a:lnTo>
                    <a:pt x="384" y="214"/>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5"/>
            <p:cNvSpPr/>
            <p:nvPr/>
          </p:nvSpPr>
          <p:spPr>
            <a:xfrm>
              <a:off x="3556750" y="3735200"/>
              <a:ext cx="8925" cy="79625"/>
            </a:xfrm>
            <a:custGeom>
              <a:avLst/>
              <a:gdLst/>
              <a:ahLst/>
              <a:cxnLst/>
              <a:rect l="l" t="t" r="r" b="b"/>
              <a:pathLst>
                <a:path w="357" h="3185" extrusionOk="0">
                  <a:moveTo>
                    <a:pt x="27" y="0"/>
                  </a:moveTo>
                  <a:lnTo>
                    <a:pt x="143" y="63"/>
                  </a:lnTo>
                  <a:lnTo>
                    <a:pt x="152" y="2944"/>
                  </a:lnTo>
                  <a:lnTo>
                    <a:pt x="357" y="3060"/>
                  </a:lnTo>
                  <a:lnTo>
                    <a:pt x="357" y="3185"/>
                  </a:lnTo>
                  <a:lnTo>
                    <a:pt x="0" y="298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5"/>
            <p:cNvSpPr/>
            <p:nvPr/>
          </p:nvSpPr>
          <p:spPr>
            <a:xfrm>
              <a:off x="3556750" y="3735200"/>
              <a:ext cx="3800" cy="74500"/>
            </a:xfrm>
            <a:custGeom>
              <a:avLst/>
              <a:gdLst/>
              <a:ahLst/>
              <a:cxnLst/>
              <a:rect l="l" t="t" r="r" b="b"/>
              <a:pathLst>
                <a:path w="152" h="2980" extrusionOk="0">
                  <a:moveTo>
                    <a:pt x="152" y="2944"/>
                  </a:moveTo>
                  <a:lnTo>
                    <a:pt x="0" y="2980"/>
                  </a:lnTo>
                  <a:lnTo>
                    <a:pt x="27" y="0"/>
                  </a:lnTo>
                  <a:lnTo>
                    <a:pt x="143" y="7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5"/>
            <p:cNvSpPr/>
            <p:nvPr/>
          </p:nvSpPr>
          <p:spPr>
            <a:xfrm>
              <a:off x="3545375" y="3728500"/>
              <a:ext cx="9600" cy="79650"/>
            </a:xfrm>
            <a:custGeom>
              <a:avLst/>
              <a:gdLst/>
              <a:ahLst/>
              <a:cxnLst/>
              <a:rect l="l" t="t" r="r" b="b"/>
              <a:pathLst>
                <a:path w="384" h="3186" extrusionOk="0">
                  <a:moveTo>
                    <a:pt x="27" y="0"/>
                  </a:moveTo>
                  <a:lnTo>
                    <a:pt x="0" y="2980"/>
                  </a:lnTo>
                  <a:lnTo>
                    <a:pt x="357" y="3185"/>
                  </a:lnTo>
                  <a:lnTo>
                    <a:pt x="384" y="215"/>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5"/>
            <p:cNvSpPr/>
            <p:nvPr/>
          </p:nvSpPr>
          <p:spPr>
            <a:xfrm>
              <a:off x="3545375" y="3728500"/>
              <a:ext cx="8950" cy="79650"/>
            </a:xfrm>
            <a:custGeom>
              <a:avLst/>
              <a:gdLst/>
              <a:ahLst/>
              <a:cxnLst/>
              <a:rect l="l" t="t" r="r" b="b"/>
              <a:pathLst>
                <a:path w="358" h="3186" extrusionOk="0">
                  <a:moveTo>
                    <a:pt x="27" y="0"/>
                  </a:moveTo>
                  <a:lnTo>
                    <a:pt x="143" y="72"/>
                  </a:lnTo>
                  <a:lnTo>
                    <a:pt x="161" y="2944"/>
                  </a:lnTo>
                  <a:lnTo>
                    <a:pt x="357" y="3060"/>
                  </a:lnTo>
                  <a:lnTo>
                    <a:pt x="357" y="3185"/>
                  </a:lnTo>
                  <a:lnTo>
                    <a:pt x="0" y="298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5"/>
            <p:cNvSpPr/>
            <p:nvPr/>
          </p:nvSpPr>
          <p:spPr>
            <a:xfrm>
              <a:off x="3545375" y="3728500"/>
              <a:ext cx="4025" cy="74525"/>
            </a:xfrm>
            <a:custGeom>
              <a:avLst/>
              <a:gdLst/>
              <a:ahLst/>
              <a:cxnLst/>
              <a:rect l="l" t="t" r="r" b="b"/>
              <a:pathLst>
                <a:path w="161" h="2981" extrusionOk="0">
                  <a:moveTo>
                    <a:pt x="161" y="2944"/>
                  </a:moveTo>
                  <a:lnTo>
                    <a:pt x="0" y="2980"/>
                  </a:lnTo>
                  <a:lnTo>
                    <a:pt x="27" y="0"/>
                  </a:lnTo>
                  <a:lnTo>
                    <a:pt x="143" y="7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5"/>
            <p:cNvSpPr/>
            <p:nvPr/>
          </p:nvSpPr>
          <p:spPr>
            <a:xfrm>
              <a:off x="3534000" y="3721800"/>
              <a:ext cx="9600" cy="79875"/>
            </a:xfrm>
            <a:custGeom>
              <a:avLst/>
              <a:gdLst/>
              <a:ahLst/>
              <a:cxnLst/>
              <a:rect l="l" t="t" r="r" b="b"/>
              <a:pathLst>
                <a:path w="384" h="3195" extrusionOk="0">
                  <a:moveTo>
                    <a:pt x="27" y="1"/>
                  </a:moveTo>
                  <a:lnTo>
                    <a:pt x="0" y="2989"/>
                  </a:lnTo>
                  <a:lnTo>
                    <a:pt x="357" y="3195"/>
                  </a:lnTo>
                  <a:lnTo>
                    <a:pt x="384" y="215"/>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5"/>
            <p:cNvSpPr/>
            <p:nvPr/>
          </p:nvSpPr>
          <p:spPr>
            <a:xfrm>
              <a:off x="3534000" y="3721800"/>
              <a:ext cx="8950" cy="79875"/>
            </a:xfrm>
            <a:custGeom>
              <a:avLst/>
              <a:gdLst/>
              <a:ahLst/>
              <a:cxnLst/>
              <a:rect l="l" t="t" r="r" b="b"/>
              <a:pathLst>
                <a:path w="358" h="3195" extrusionOk="0">
                  <a:moveTo>
                    <a:pt x="27" y="1"/>
                  </a:moveTo>
                  <a:lnTo>
                    <a:pt x="152" y="72"/>
                  </a:lnTo>
                  <a:lnTo>
                    <a:pt x="161" y="2954"/>
                  </a:lnTo>
                  <a:lnTo>
                    <a:pt x="357" y="3070"/>
                  </a:lnTo>
                  <a:lnTo>
                    <a:pt x="357" y="3195"/>
                  </a:lnTo>
                  <a:lnTo>
                    <a:pt x="0" y="298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5"/>
            <p:cNvSpPr/>
            <p:nvPr/>
          </p:nvSpPr>
          <p:spPr>
            <a:xfrm>
              <a:off x="3534000" y="3721800"/>
              <a:ext cx="4025" cy="74750"/>
            </a:xfrm>
            <a:custGeom>
              <a:avLst/>
              <a:gdLst/>
              <a:ahLst/>
              <a:cxnLst/>
              <a:rect l="l" t="t" r="r" b="b"/>
              <a:pathLst>
                <a:path w="161" h="2990" extrusionOk="0">
                  <a:moveTo>
                    <a:pt x="161" y="2954"/>
                  </a:moveTo>
                  <a:lnTo>
                    <a:pt x="0" y="2989"/>
                  </a:lnTo>
                  <a:lnTo>
                    <a:pt x="27" y="1"/>
                  </a:lnTo>
                  <a:lnTo>
                    <a:pt x="152" y="7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5"/>
            <p:cNvSpPr/>
            <p:nvPr/>
          </p:nvSpPr>
          <p:spPr>
            <a:xfrm>
              <a:off x="3522850" y="3715125"/>
              <a:ext cx="9600" cy="79850"/>
            </a:xfrm>
            <a:custGeom>
              <a:avLst/>
              <a:gdLst/>
              <a:ahLst/>
              <a:cxnLst/>
              <a:rect l="l" t="t" r="r" b="b"/>
              <a:pathLst>
                <a:path w="384" h="3194" extrusionOk="0">
                  <a:moveTo>
                    <a:pt x="27" y="0"/>
                  </a:moveTo>
                  <a:lnTo>
                    <a:pt x="0" y="2989"/>
                  </a:lnTo>
                  <a:lnTo>
                    <a:pt x="357" y="3194"/>
                  </a:lnTo>
                  <a:lnTo>
                    <a:pt x="384" y="22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5"/>
            <p:cNvSpPr/>
            <p:nvPr/>
          </p:nvSpPr>
          <p:spPr>
            <a:xfrm>
              <a:off x="3522850" y="3715125"/>
              <a:ext cx="8925" cy="79850"/>
            </a:xfrm>
            <a:custGeom>
              <a:avLst/>
              <a:gdLst/>
              <a:ahLst/>
              <a:cxnLst/>
              <a:rect l="l" t="t" r="r" b="b"/>
              <a:pathLst>
                <a:path w="357" h="3194" extrusionOk="0">
                  <a:moveTo>
                    <a:pt x="27" y="0"/>
                  </a:moveTo>
                  <a:lnTo>
                    <a:pt x="143" y="72"/>
                  </a:lnTo>
                  <a:lnTo>
                    <a:pt x="152" y="2953"/>
                  </a:lnTo>
                  <a:lnTo>
                    <a:pt x="357" y="3069"/>
                  </a:lnTo>
                  <a:lnTo>
                    <a:pt x="357" y="3194"/>
                  </a:lnTo>
                  <a:lnTo>
                    <a:pt x="0" y="298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5"/>
            <p:cNvSpPr/>
            <p:nvPr/>
          </p:nvSpPr>
          <p:spPr>
            <a:xfrm>
              <a:off x="3522850" y="3715125"/>
              <a:ext cx="3800" cy="74725"/>
            </a:xfrm>
            <a:custGeom>
              <a:avLst/>
              <a:gdLst/>
              <a:ahLst/>
              <a:cxnLst/>
              <a:rect l="l" t="t" r="r" b="b"/>
              <a:pathLst>
                <a:path w="152" h="2989" extrusionOk="0">
                  <a:moveTo>
                    <a:pt x="152" y="2953"/>
                  </a:moveTo>
                  <a:lnTo>
                    <a:pt x="0" y="2989"/>
                  </a:lnTo>
                  <a:lnTo>
                    <a:pt x="27" y="0"/>
                  </a:lnTo>
                  <a:lnTo>
                    <a:pt x="143" y="7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5"/>
            <p:cNvSpPr/>
            <p:nvPr/>
          </p:nvSpPr>
          <p:spPr>
            <a:xfrm>
              <a:off x="3511475" y="3708650"/>
              <a:ext cx="9600" cy="79650"/>
            </a:xfrm>
            <a:custGeom>
              <a:avLst/>
              <a:gdLst/>
              <a:ahLst/>
              <a:cxnLst/>
              <a:rect l="l" t="t" r="r" b="b"/>
              <a:pathLst>
                <a:path w="384" h="3186" extrusionOk="0">
                  <a:moveTo>
                    <a:pt x="27" y="0"/>
                  </a:moveTo>
                  <a:lnTo>
                    <a:pt x="0" y="2980"/>
                  </a:lnTo>
                  <a:lnTo>
                    <a:pt x="357" y="3185"/>
                  </a:lnTo>
                  <a:lnTo>
                    <a:pt x="384" y="215"/>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5"/>
            <p:cNvSpPr/>
            <p:nvPr/>
          </p:nvSpPr>
          <p:spPr>
            <a:xfrm>
              <a:off x="3511475" y="3708650"/>
              <a:ext cx="8950" cy="79650"/>
            </a:xfrm>
            <a:custGeom>
              <a:avLst/>
              <a:gdLst/>
              <a:ahLst/>
              <a:cxnLst/>
              <a:rect l="l" t="t" r="r" b="b"/>
              <a:pathLst>
                <a:path w="358" h="3186" extrusionOk="0">
                  <a:moveTo>
                    <a:pt x="27" y="0"/>
                  </a:moveTo>
                  <a:lnTo>
                    <a:pt x="143" y="72"/>
                  </a:lnTo>
                  <a:lnTo>
                    <a:pt x="161" y="2944"/>
                  </a:lnTo>
                  <a:lnTo>
                    <a:pt x="357" y="3060"/>
                  </a:lnTo>
                  <a:lnTo>
                    <a:pt x="357" y="3185"/>
                  </a:lnTo>
                  <a:lnTo>
                    <a:pt x="0" y="298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5"/>
            <p:cNvSpPr/>
            <p:nvPr/>
          </p:nvSpPr>
          <p:spPr>
            <a:xfrm>
              <a:off x="3511475" y="3708650"/>
              <a:ext cx="4025" cy="74525"/>
            </a:xfrm>
            <a:custGeom>
              <a:avLst/>
              <a:gdLst/>
              <a:ahLst/>
              <a:cxnLst/>
              <a:rect l="l" t="t" r="r" b="b"/>
              <a:pathLst>
                <a:path w="161" h="2981" extrusionOk="0">
                  <a:moveTo>
                    <a:pt x="161" y="2944"/>
                  </a:moveTo>
                  <a:lnTo>
                    <a:pt x="0" y="2980"/>
                  </a:lnTo>
                  <a:lnTo>
                    <a:pt x="27" y="0"/>
                  </a:lnTo>
                  <a:lnTo>
                    <a:pt x="143" y="7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5"/>
            <p:cNvSpPr/>
            <p:nvPr/>
          </p:nvSpPr>
          <p:spPr>
            <a:xfrm>
              <a:off x="3500100" y="3701950"/>
              <a:ext cx="9600" cy="79875"/>
            </a:xfrm>
            <a:custGeom>
              <a:avLst/>
              <a:gdLst/>
              <a:ahLst/>
              <a:cxnLst/>
              <a:rect l="l" t="t" r="r" b="b"/>
              <a:pathLst>
                <a:path w="384" h="3195" extrusionOk="0">
                  <a:moveTo>
                    <a:pt x="27" y="1"/>
                  </a:moveTo>
                  <a:lnTo>
                    <a:pt x="0" y="2980"/>
                  </a:lnTo>
                  <a:lnTo>
                    <a:pt x="357" y="3195"/>
                  </a:lnTo>
                  <a:lnTo>
                    <a:pt x="384" y="215"/>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5"/>
            <p:cNvSpPr/>
            <p:nvPr/>
          </p:nvSpPr>
          <p:spPr>
            <a:xfrm>
              <a:off x="3500100" y="3701950"/>
              <a:ext cx="8950" cy="79875"/>
            </a:xfrm>
            <a:custGeom>
              <a:avLst/>
              <a:gdLst/>
              <a:ahLst/>
              <a:cxnLst/>
              <a:rect l="l" t="t" r="r" b="b"/>
              <a:pathLst>
                <a:path w="358" h="3195" extrusionOk="0">
                  <a:moveTo>
                    <a:pt x="27" y="1"/>
                  </a:moveTo>
                  <a:lnTo>
                    <a:pt x="143" y="72"/>
                  </a:lnTo>
                  <a:lnTo>
                    <a:pt x="161" y="2954"/>
                  </a:lnTo>
                  <a:lnTo>
                    <a:pt x="357" y="3070"/>
                  </a:lnTo>
                  <a:lnTo>
                    <a:pt x="357" y="3195"/>
                  </a:lnTo>
                  <a:lnTo>
                    <a:pt x="0" y="298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5"/>
            <p:cNvSpPr/>
            <p:nvPr/>
          </p:nvSpPr>
          <p:spPr>
            <a:xfrm>
              <a:off x="3500100" y="3701950"/>
              <a:ext cx="4025" cy="74750"/>
            </a:xfrm>
            <a:custGeom>
              <a:avLst/>
              <a:gdLst/>
              <a:ahLst/>
              <a:cxnLst/>
              <a:rect l="l" t="t" r="r" b="b"/>
              <a:pathLst>
                <a:path w="161" h="2990" extrusionOk="0">
                  <a:moveTo>
                    <a:pt x="161" y="2954"/>
                  </a:moveTo>
                  <a:lnTo>
                    <a:pt x="0" y="2989"/>
                  </a:lnTo>
                  <a:lnTo>
                    <a:pt x="27" y="1"/>
                  </a:lnTo>
                  <a:lnTo>
                    <a:pt x="143" y="7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5"/>
            <p:cNvSpPr/>
            <p:nvPr/>
          </p:nvSpPr>
          <p:spPr>
            <a:xfrm>
              <a:off x="3403300" y="3741425"/>
              <a:ext cx="282825" cy="205675"/>
            </a:xfrm>
            <a:custGeom>
              <a:avLst/>
              <a:gdLst/>
              <a:ahLst/>
              <a:cxnLst/>
              <a:rect l="l" t="t" r="r" b="b"/>
              <a:pathLst>
                <a:path w="11313" h="8227" extrusionOk="0">
                  <a:moveTo>
                    <a:pt x="11312" y="6451"/>
                  </a:moveTo>
                  <a:lnTo>
                    <a:pt x="0" y="1"/>
                  </a:lnTo>
                  <a:lnTo>
                    <a:pt x="0" y="1776"/>
                  </a:lnTo>
                  <a:lnTo>
                    <a:pt x="11312" y="8226"/>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5"/>
            <p:cNvSpPr/>
            <p:nvPr/>
          </p:nvSpPr>
          <p:spPr>
            <a:xfrm>
              <a:off x="3686100" y="3895775"/>
              <a:ext cx="11625" cy="51325"/>
            </a:xfrm>
            <a:custGeom>
              <a:avLst/>
              <a:gdLst/>
              <a:ahLst/>
              <a:cxnLst/>
              <a:rect l="l" t="t" r="r" b="b"/>
              <a:pathLst>
                <a:path w="465" h="2053" extrusionOk="0">
                  <a:moveTo>
                    <a:pt x="0" y="2052"/>
                  </a:moveTo>
                  <a:lnTo>
                    <a:pt x="464" y="696"/>
                  </a:lnTo>
                  <a:lnTo>
                    <a:pt x="464" y="0"/>
                  </a:lnTo>
                  <a:lnTo>
                    <a:pt x="0" y="277"/>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5"/>
            <p:cNvSpPr/>
            <p:nvPr/>
          </p:nvSpPr>
          <p:spPr>
            <a:xfrm>
              <a:off x="3403300" y="3734525"/>
              <a:ext cx="294425" cy="168175"/>
            </a:xfrm>
            <a:custGeom>
              <a:avLst/>
              <a:gdLst/>
              <a:ahLst/>
              <a:cxnLst/>
              <a:rect l="l" t="t" r="r" b="b"/>
              <a:pathLst>
                <a:path w="11777" h="6727" extrusionOk="0">
                  <a:moveTo>
                    <a:pt x="0" y="277"/>
                  </a:moveTo>
                  <a:lnTo>
                    <a:pt x="464" y="0"/>
                  </a:lnTo>
                  <a:lnTo>
                    <a:pt x="11776" y="6450"/>
                  </a:lnTo>
                  <a:lnTo>
                    <a:pt x="11312" y="6727"/>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5"/>
            <p:cNvSpPr/>
            <p:nvPr/>
          </p:nvSpPr>
          <p:spPr>
            <a:xfrm>
              <a:off x="3697700" y="3864100"/>
              <a:ext cx="77175" cy="89675"/>
            </a:xfrm>
            <a:custGeom>
              <a:avLst/>
              <a:gdLst/>
              <a:ahLst/>
              <a:cxnLst/>
              <a:rect l="l" t="t" r="r" b="b"/>
              <a:pathLst>
                <a:path w="3087" h="3587" extrusionOk="0">
                  <a:moveTo>
                    <a:pt x="0" y="1811"/>
                  </a:moveTo>
                  <a:lnTo>
                    <a:pt x="0" y="3587"/>
                  </a:lnTo>
                  <a:lnTo>
                    <a:pt x="3007" y="1811"/>
                  </a:lnTo>
                  <a:lnTo>
                    <a:pt x="3007" y="473"/>
                  </a:lnTo>
                  <a:cubicBezTo>
                    <a:pt x="3007" y="322"/>
                    <a:pt x="3033" y="161"/>
                    <a:pt x="3087"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5"/>
            <p:cNvSpPr/>
            <p:nvPr/>
          </p:nvSpPr>
          <p:spPr>
            <a:xfrm>
              <a:off x="3686100" y="3902675"/>
              <a:ext cx="11625" cy="51325"/>
            </a:xfrm>
            <a:custGeom>
              <a:avLst/>
              <a:gdLst/>
              <a:ahLst/>
              <a:cxnLst/>
              <a:rect l="l" t="t" r="r" b="b"/>
              <a:pathLst>
                <a:path w="465" h="2053" extrusionOk="0">
                  <a:moveTo>
                    <a:pt x="464" y="2053"/>
                  </a:moveTo>
                  <a:lnTo>
                    <a:pt x="0" y="1776"/>
                  </a:lnTo>
                  <a:lnTo>
                    <a:pt x="0" y="1"/>
                  </a:lnTo>
                  <a:lnTo>
                    <a:pt x="464" y="268"/>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5"/>
            <p:cNvSpPr/>
            <p:nvPr/>
          </p:nvSpPr>
          <p:spPr>
            <a:xfrm>
              <a:off x="3686100" y="3848475"/>
              <a:ext cx="94800" cy="60925"/>
            </a:xfrm>
            <a:custGeom>
              <a:avLst/>
              <a:gdLst/>
              <a:ahLst/>
              <a:cxnLst/>
              <a:rect l="l" t="t" r="r" b="b"/>
              <a:pathLst>
                <a:path w="3792" h="2437" extrusionOk="0">
                  <a:moveTo>
                    <a:pt x="0" y="2169"/>
                  </a:moveTo>
                  <a:lnTo>
                    <a:pt x="455" y="2436"/>
                  </a:lnTo>
                  <a:lnTo>
                    <a:pt x="464" y="2436"/>
                  </a:lnTo>
                  <a:lnTo>
                    <a:pt x="3551" y="625"/>
                  </a:lnTo>
                  <a:cubicBezTo>
                    <a:pt x="3604" y="438"/>
                    <a:pt x="3685" y="251"/>
                    <a:pt x="3792" y="72"/>
                  </a:cubicBezTo>
                  <a:lnTo>
                    <a:pt x="3667" y="1"/>
                  </a:lnTo>
                  <a:lnTo>
                    <a:pt x="455" y="1892"/>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5"/>
            <p:cNvSpPr/>
            <p:nvPr/>
          </p:nvSpPr>
          <p:spPr>
            <a:xfrm>
              <a:off x="4175425" y="3550300"/>
              <a:ext cx="115100" cy="126700"/>
            </a:xfrm>
            <a:custGeom>
              <a:avLst/>
              <a:gdLst/>
              <a:ahLst/>
              <a:cxnLst/>
              <a:rect l="l" t="t" r="r" b="b"/>
              <a:pathLst>
                <a:path w="4604" h="5068" extrusionOk="0">
                  <a:moveTo>
                    <a:pt x="0" y="3631"/>
                  </a:moveTo>
                  <a:lnTo>
                    <a:pt x="0" y="5068"/>
                  </a:lnTo>
                  <a:lnTo>
                    <a:pt x="161" y="4970"/>
                  </a:lnTo>
                  <a:lnTo>
                    <a:pt x="161" y="3640"/>
                  </a:lnTo>
                  <a:cubicBezTo>
                    <a:pt x="161" y="2989"/>
                    <a:pt x="625" y="2204"/>
                    <a:pt x="1178" y="1883"/>
                  </a:cubicBezTo>
                  <a:lnTo>
                    <a:pt x="3417" y="589"/>
                  </a:lnTo>
                  <a:cubicBezTo>
                    <a:pt x="3979" y="268"/>
                    <a:pt x="4434" y="527"/>
                    <a:pt x="4434" y="1169"/>
                  </a:cubicBezTo>
                  <a:lnTo>
                    <a:pt x="4434" y="2507"/>
                  </a:lnTo>
                  <a:lnTo>
                    <a:pt x="4603" y="2409"/>
                  </a:lnTo>
                  <a:lnTo>
                    <a:pt x="4603" y="973"/>
                  </a:lnTo>
                  <a:cubicBezTo>
                    <a:pt x="4603" y="277"/>
                    <a:pt x="4113" y="1"/>
                    <a:pt x="3506" y="340"/>
                  </a:cubicBezTo>
                  <a:lnTo>
                    <a:pt x="1097" y="1740"/>
                  </a:lnTo>
                  <a:cubicBezTo>
                    <a:pt x="491" y="2088"/>
                    <a:pt x="0" y="2936"/>
                    <a:pt x="0" y="3631"/>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5"/>
            <p:cNvSpPr/>
            <p:nvPr/>
          </p:nvSpPr>
          <p:spPr>
            <a:xfrm>
              <a:off x="3768850" y="3784925"/>
              <a:ext cx="115100" cy="126925"/>
            </a:xfrm>
            <a:custGeom>
              <a:avLst/>
              <a:gdLst/>
              <a:ahLst/>
              <a:cxnLst/>
              <a:rect l="l" t="t" r="r" b="b"/>
              <a:pathLst>
                <a:path w="4604" h="5077" extrusionOk="0">
                  <a:moveTo>
                    <a:pt x="0" y="3631"/>
                  </a:moveTo>
                  <a:lnTo>
                    <a:pt x="0" y="5077"/>
                  </a:lnTo>
                  <a:lnTo>
                    <a:pt x="170" y="4978"/>
                  </a:lnTo>
                  <a:lnTo>
                    <a:pt x="170" y="3640"/>
                  </a:lnTo>
                  <a:cubicBezTo>
                    <a:pt x="170" y="2998"/>
                    <a:pt x="625" y="2213"/>
                    <a:pt x="1187" y="1892"/>
                  </a:cubicBezTo>
                  <a:lnTo>
                    <a:pt x="3426" y="598"/>
                  </a:lnTo>
                  <a:cubicBezTo>
                    <a:pt x="3988" y="268"/>
                    <a:pt x="4443" y="536"/>
                    <a:pt x="4443" y="1178"/>
                  </a:cubicBezTo>
                  <a:lnTo>
                    <a:pt x="4443" y="2507"/>
                  </a:lnTo>
                  <a:lnTo>
                    <a:pt x="4603" y="2409"/>
                  </a:lnTo>
                  <a:lnTo>
                    <a:pt x="4603" y="982"/>
                  </a:lnTo>
                  <a:cubicBezTo>
                    <a:pt x="4603" y="277"/>
                    <a:pt x="4113" y="0"/>
                    <a:pt x="3506" y="348"/>
                  </a:cubicBezTo>
                  <a:lnTo>
                    <a:pt x="1097" y="1740"/>
                  </a:lnTo>
                  <a:cubicBezTo>
                    <a:pt x="491" y="2088"/>
                    <a:pt x="0" y="2935"/>
                    <a:pt x="0" y="3631"/>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5"/>
            <p:cNvSpPr/>
            <p:nvPr/>
          </p:nvSpPr>
          <p:spPr>
            <a:xfrm>
              <a:off x="3721550" y="3827975"/>
              <a:ext cx="27900" cy="20100"/>
            </a:xfrm>
            <a:custGeom>
              <a:avLst/>
              <a:gdLst/>
              <a:ahLst/>
              <a:cxnLst/>
              <a:rect l="l" t="t" r="r" b="b"/>
              <a:pathLst>
                <a:path w="1116" h="804" extrusionOk="0">
                  <a:moveTo>
                    <a:pt x="1116" y="0"/>
                  </a:moveTo>
                  <a:lnTo>
                    <a:pt x="1009" y="214"/>
                  </a:lnTo>
                  <a:lnTo>
                    <a:pt x="1" y="803"/>
                  </a:lnTo>
                  <a:lnTo>
                    <a:pt x="1" y="437"/>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5"/>
            <p:cNvSpPr/>
            <p:nvPr/>
          </p:nvSpPr>
          <p:spPr>
            <a:xfrm>
              <a:off x="3721550" y="3806775"/>
              <a:ext cx="27900" cy="16525"/>
            </a:xfrm>
            <a:custGeom>
              <a:avLst/>
              <a:gdLst/>
              <a:ahLst/>
              <a:cxnLst/>
              <a:rect l="l" t="t" r="r" b="b"/>
              <a:pathLst>
                <a:path w="1116" h="661" extrusionOk="0">
                  <a:moveTo>
                    <a:pt x="1116" y="117"/>
                  </a:moveTo>
                  <a:lnTo>
                    <a:pt x="188" y="661"/>
                  </a:lnTo>
                  <a:lnTo>
                    <a:pt x="1" y="545"/>
                  </a:lnTo>
                  <a:lnTo>
                    <a:pt x="929" y="1"/>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5"/>
            <p:cNvSpPr/>
            <p:nvPr/>
          </p:nvSpPr>
          <p:spPr>
            <a:xfrm>
              <a:off x="3726250" y="3809675"/>
              <a:ext cx="23200" cy="31925"/>
            </a:xfrm>
            <a:custGeom>
              <a:avLst/>
              <a:gdLst/>
              <a:ahLst/>
              <a:cxnLst/>
              <a:rect l="l" t="t" r="r" b="b"/>
              <a:pathLst>
                <a:path w="928" h="1277" extrusionOk="0">
                  <a:moveTo>
                    <a:pt x="928" y="1"/>
                  </a:moveTo>
                  <a:lnTo>
                    <a:pt x="928" y="741"/>
                  </a:lnTo>
                  <a:lnTo>
                    <a:pt x="0" y="1276"/>
                  </a:lnTo>
                  <a:lnTo>
                    <a:pt x="0" y="545"/>
                  </a:lnTo>
                  <a:lnTo>
                    <a:pt x="928" y="1"/>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5"/>
            <p:cNvSpPr/>
            <p:nvPr/>
          </p:nvSpPr>
          <p:spPr>
            <a:xfrm>
              <a:off x="3721550" y="3820375"/>
              <a:ext cx="4725" cy="21225"/>
            </a:xfrm>
            <a:custGeom>
              <a:avLst/>
              <a:gdLst/>
              <a:ahLst/>
              <a:cxnLst/>
              <a:rect l="l" t="t" r="r" b="b"/>
              <a:pathLst>
                <a:path w="189" h="849" extrusionOk="0">
                  <a:moveTo>
                    <a:pt x="188" y="117"/>
                  </a:moveTo>
                  <a:lnTo>
                    <a:pt x="188" y="848"/>
                  </a:lnTo>
                  <a:lnTo>
                    <a:pt x="1" y="741"/>
                  </a:lnTo>
                  <a:lnTo>
                    <a:pt x="1" y="1"/>
                  </a:ln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5"/>
            <p:cNvSpPr/>
            <p:nvPr/>
          </p:nvSpPr>
          <p:spPr>
            <a:xfrm>
              <a:off x="4322175" y="3479600"/>
              <a:ext cx="18525" cy="39950"/>
            </a:xfrm>
            <a:custGeom>
              <a:avLst/>
              <a:gdLst/>
              <a:ahLst/>
              <a:cxnLst/>
              <a:rect l="l" t="t" r="r" b="b"/>
              <a:pathLst>
                <a:path w="741" h="1598" extrusionOk="0">
                  <a:moveTo>
                    <a:pt x="0" y="438"/>
                  </a:moveTo>
                  <a:lnTo>
                    <a:pt x="0" y="1597"/>
                  </a:lnTo>
                  <a:lnTo>
                    <a:pt x="589" y="1250"/>
                  </a:lnTo>
                  <a:lnTo>
                    <a:pt x="634" y="875"/>
                  </a:lnTo>
                  <a:lnTo>
                    <a:pt x="634" y="848"/>
                  </a:lnTo>
                  <a:lnTo>
                    <a:pt x="651" y="679"/>
                  </a:lnTo>
                  <a:lnTo>
                    <a:pt x="714" y="197"/>
                  </a:lnTo>
                  <a:lnTo>
                    <a:pt x="714" y="170"/>
                  </a:lnTo>
                  <a:lnTo>
                    <a:pt x="741" y="1"/>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5"/>
            <p:cNvSpPr/>
            <p:nvPr/>
          </p:nvSpPr>
          <p:spPr>
            <a:xfrm>
              <a:off x="4317050" y="3496550"/>
              <a:ext cx="21425" cy="41725"/>
            </a:xfrm>
            <a:custGeom>
              <a:avLst/>
              <a:gdLst/>
              <a:ahLst/>
              <a:cxnLst/>
              <a:rect l="l" t="t" r="r" b="b"/>
              <a:pathLst>
                <a:path w="857" h="1669" extrusionOk="0">
                  <a:moveTo>
                    <a:pt x="0" y="509"/>
                  </a:moveTo>
                  <a:lnTo>
                    <a:pt x="0" y="1669"/>
                  </a:lnTo>
                  <a:lnTo>
                    <a:pt x="705" y="1250"/>
                  </a:lnTo>
                  <a:lnTo>
                    <a:pt x="767" y="750"/>
                  </a:lnTo>
                  <a:lnTo>
                    <a:pt x="794" y="572"/>
                  </a:lnTo>
                  <a:lnTo>
                    <a:pt x="839" y="197"/>
                  </a:lnTo>
                  <a:lnTo>
                    <a:pt x="839" y="170"/>
                  </a:lnTo>
                  <a:lnTo>
                    <a:pt x="856" y="1"/>
                  </a:lnTo>
                  <a:lnTo>
                    <a:pt x="214" y="384"/>
                  </a:lnTo>
                  <a:lnTo>
                    <a:pt x="205" y="384"/>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5"/>
            <p:cNvSpPr/>
            <p:nvPr/>
          </p:nvSpPr>
          <p:spPr>
            <a:xfrm>
              <a:off x="3479575" y="3785825"/>
              <a:ext cx="113100" cy="111075"/>
            </a:xfrm>
            <a:custGeom>
              <a:avLst/>
              <a:gdLst/>
              <a:ahLst/>
              <a:cxnLst/>
              <a:rect l="l" t="t" r="r" b="b"/>
              <a:pathLst>
                <a:path w="4524" h="4443" extrusionOk="0">
                  <a:moveTo>
                    <a:pt x="0" y="303"/>
                  </a:moveTo>
                  <a:lnTo>
                    <a:pt x="0" y="1713"/>
                  </a:lnTo>
                  <a:cubicBezTo>
                    <a:pt x="0" y="1865"/>
                    <a:pt x="81" y="1998"/>
                    <a:pt x="206" y="2070"/>
                  </a:cubicBezTo>
                  <a:lnTo>
                    <a:pt x="4158" y="4345"/>
                  </a:lnTo>
                  <a:cubicBezTo>
                    <a:pt x="4318" y="4443"/>
                    <a:pt x="4523" y="4327"/>
                    <a:pt x="4523" y="4131"/>
                  </a:cubicBezTo>
                  <a:lnTo>
                    <a:pt x="4523" y="2730"/>
                  </a:lnTo>
                  <a:cubicBezTo>
                    <a:pt x="4523" y="2578"/>
                    <a:pt x="4443" y="2445"/>
                    <a:pt x="4318" y="2373"/>
                  </a:cubicBezTo>
                  <a:lnTo>
                    <a:pt x="366" y="89"/>
                  </a:lnTo>
                  <a:cubicBezTo>
                    <a:pt x="206" y="0"/>
                    <a:pt x="0" y="116"/>
                    <a:pt x="0" y="30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5"/>
            <p:cNvSpPr/>
            <p:nvPr/>
          </p:nvSpPr>
          <p:spPr>
            <a:xfrm>
              <a:off x="2684700" y="3302300"/>
              <a:ext cx="28125" cy="39950"/>
            </a:xfrm>
            <a:custGeom>
              <a:avLst/>
              <a:gdLst/>
              <a:ahLst/>
              <a:cxnLst/>
              <a:rect l="l" t="t" r="r" b="b"/>
              <a:pathLst>
                <a:path w="1125" h="1598" extrusionOk="0">
                  <a:moveTo>
                    <a:pt x="1" y="652"/>
                  </a:moveTo>
                  <a:lnTo>
                    <a:pt x="1125" y="0"/>
                  </a:lnTo>
                  <a:lnTo>
                    <a:pt x="1125" y="678"/>
                  </a:lnTo>
                  <a:lnTo>
                    <a:pt x="1" y="1597"/>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5"/>
            <p:cNvSpPr/>
            <p:nvPr/>
          </p:nvSpPr>
          <p:spPr>
            <a:xfrm>
              <a:off x="2673325" y="3312100"/>
              <a:ext cx="11400" cy="30150"/>
            </a:xfrm>
            <a:custGeom>
              <a:avLst/>
              <a:gdLst/>
              <a:ahLst/>
              <a:cxnLst/>
              <a:rect l="l" t="t" r="r" b="b"/>
              <a:pathLst>
                <a:path w="456" h="1206" extrusionOk="0">
                  <a:moveTo>
                    <a:pt x="456" y="1205"/>
                  </a:moveTo>
                  <a:lnTo>
                    <a:pt x="1" y="938"/>
                  </a:lnTo>
                  <a:lnTo>
                    <a:pt x="1" y="1"/>
                  </a:lnTo>
                  <a:lnTo>
                    <a:pt x="456" y="26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5"/>
            <p:cNvSpPr/>
            <p:nvPr/>
          </p:nvSpPr>
          <p:spPr>
            <a:xfrm>
              <a:off x="2673325" y="3295825"/>
              <a:ext cx="39500" cy="22775"/>
            </a:xfrm>
            <a:custGeom>
              <a:avLst/>
              <a:gdLst/>
              <a:ahLst/>
              <a:cxnLst/>
              <a:rect l="l" t="t" r="r" b="b"/>
              <a:pathLst>
                <a:path w="1580" h="911" extrusionOk="0">
                  <a:moveTo>
                    <a:pt x="1580" y="259"/>
                  </a:moveTo>
                  <a:lnTo>
                    <a:pt x="1125" y="1"/>
                  </a:lnTo>
                  <a:lnTo>
                    <a:pt x="1" y="652"/>
                  </a:lnTo>
                  <a:lnTo>
                    <a:pt x="456" y="91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5"/>
            <p:cNvSpPr/>
            <p:nvPr/>
          </p:nvSpPr>
          <p:spPr>
            <a:xfrm>
              <a:off x="3456600" y="2945675"/>
              <a:ext cx="202750" cy="137850"/>
            </a:xfrm>
            <a:custGeom>
              <a:avLst/>
              <a:gdLst/>
              <a:ahLst/>
              <a:cxnLst/>
              <a:rect l="l" t="t" r="r" b="b"/>
              <a:pathLst>
                <a:path w="8110" h="5514" extrusionOk="0">
                  <a:moveTo>
                    <a:pt x="8110" y="4649"/>
                  </a:moveTo>
                  <a:lnTo>
                    <a:pt x="1" y="1"/>
                  </a:lnTo>
                  <a:lnTo>
                    <a:pt x="1" y="875"/>
                  </a:lnTo>
                  <a:lnTo>
                    <a:pt x="8110" y="5514"/>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5"/>
            <p:cNvSpPr/>
            <p:nvPr/>
          </p:nvSpPr>
          <p:spPr>
            <a:xfrm>
              <a:off x="3659325" y="3057200"/>
              <a:ext cx="8275" cy="26325"/>
            </a:xfrm>
            <a:custGeom>
              <a:avLst/>
              <a:gdLst/>
              <a:ahLst/>
              <a:cxnLst/>
              <a:rect l="l" t="t" r="r" b="b"/>
              <a:pathLst>
                <a:path w="331" h="1053" extrusionOk="0">
                  <a:moveTo>
                    <a:pt x="1" y="1053"/>
                  </a:moveTo>
                  <a:lnTo>
                    <a:pt x="331" y="866"/>
                  </a:lnTo>
                  <a:lnTo>
                    <a:pt x="331" y="0"/>
                  </a:lnTo>
                  <a:lnTo>
                    <a:pt x="1" y="188"/>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5"/>
            <p:cNvSpPr/>
            <p:nvPr/>
          </p:nvSpPr>
          <p:spPr>
            <a:xfrm>
              <a:off x="3456600" y="2941000"/>
              <a:ext cx="211000" cy="120900"/>
            </a:xfrm>
            <a:custGeom>
              <a:avLst/>
              <a:gdLst/>
              <a:ahLst/>
              <a:cxnLst/>
              <a:rect l="l" t="t" r="r" b="b"/>
              <a:pathLst>
                <a:path w="8440" h="4836" extrusionOk="0">
                  <a:moveTo>
                    <a:pt x="1" y="188"/>
                  </a:moveTo>
                  <a:lnTo>
                    <a:pt x="331" y="0"/>
                  </a:lnTo>
                  <a:lnTo>
                    <a:pt x="8440" y="4648"/>
                  </a:lnTo>
                  <a:lnTo>
                    <a:pt x="8110" y="4836"/>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5"/>
            <p:cNvSpPr/>
            <p:nvPr/>
          </p:nvSpPr>
          <p:spPr>
            <a:xfrm>
              <a:off x="2949675" y="3007900"/>
              <a:ext cx="51300" cy="65150"/>
            </a:xfrm>
            <a:custGeom>
              <a:avLst/>
              <a:gdLst/>
              <a:ahLst/>
              <a:cxnLst/>
              <a:rect l="l" t="t" r="r" b="b"/>
              <a:pathLst>
                <a:path w="2052" h="2606" extrusionOk="0">
                  <a:moveTo>
                    <a:pt x="1856" y="2606"/>
                  </a:moveTo>
                  <a:lnTo>
                    <a:pt x="2052" y="2293"/>
                  </a:lnTo>
                  <a:lnTo>
                    <a:pt x="883" y="1562"/>
                  </a:lnTo>
                  <a:cubicBezTo>
                    <a:pt x="562" y="1366"/>
                    <a:pt x="366" y="1018"/>
                    <a:pt x="366" y="643"/>
                  </a:cubicBezTo>
                  <a:lnTo>
                    <a:pt x="366" y="1"/>
                  </a:lnTo>
                  <a:lnTo>
                    <a:pt x="0" y="1"/>
                  </a:lnTo>
                  <a:lnTo>
                    <a:pt x="0" y="643"/>
                  </a:lnTo>
                  <a:cubicBezTo>
                    <a:pt x="0" y="1143"/>
                    <a:pt x="259" y="1606"/>
                    <a:pt x="687" y="1874"/>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5"/>
            <p:cNvSpPr/>
            <p:nvPr/>
          </p:nvSpPr>
          <p:spPr>
            <a:xfrm>
              <a:off x="2932925" y="2976025"/>
              <a:ext cx="50675" cy="46850"/>
            </a:xfrm>
            <a:custGeom>
              <a:avLst/>
              <a:gdLst/>
              <a:ahLst/>
              <a:cxnLst/>
              <a:rect l="l" t="t" r="r" b="b"/>
              <a:pathLst>
                <a:path w="2027" h="1874" extrusionOk="0">
                  <a:moveTo>
                    <a:pt x="251" y="972"/>
                  </a:moveTo>
                  <a:cubicBezTo>
                    <a:pt x="251" y="972"/>
                    <a:pt x="260" y="972"/>
                    <a:pt x="260" y="972"/>
                  </a:cubicBezTo>
                  <a:cubicBezTo>
                    <a:pt x="456" y="1088"/>
                    <a:pt x="652" y="1195"/>
                    <a:pt x="848" y="1311"/>
                  </a:cubicBezTo>
                  <a:cubicBezTo>
                    <a:pt x="964" y="1374"/>
                    <a:pt x="1080" y="1436"/>
                    <a:pt x="1187" y="1508"/>
                  </a:cubicBezTo>
                  <a:cubicBezTo>
                    <a:pt x="1223" y="1534"/>
                    <a:pt x="1250" y="1561"/>
                    <a:pt x="1277" y="1588"/>
                  </a:cubicBezTo>
                  <a:cubicBezTo>
                    <a:pt x="1295" y="1606"/>
                    <a:pt x="1303" y="1633"/>
                    <a:pt x="1312" y="1659"/>
                  </a:cubicBezTo>
                  <a:cubicBezTo>
                    <a:pt x="1348" y="1713"/>
                    <a:pt x="1428" y="1757"/>
                    <a:pt x="1491" y="1784"/>
                  </a:cubicBezTo>
                  <a:cubicBezTo>
                    <a:pt x="1723" y="1873"/>
                    <a:pt x="1919" y="1659"/>
                    <a:pt x="1964" y="1445"/>
                  </a:cubicBezTo>
                  <a:cubicBezTo>
                    <a:pt x="2026" y="1187"/>
                    <a:pt x="1919" y="865"/>
                    <a:pt x="1723" y="687"/>
                  </a:cubicBezTo>
                  <a:cubicBezTo>
                    <a:pt x="1535" y="526"/>
                    <a:pt x="1312" y="393"/>
                    <a:pt x="1098" y="277"/>
                  </a:cubicBezTo>
                  <a:cubicBezTo>
                    <a:pt x="866" y="152"/>
                    <a:pt x="617" y="0"/>
                    <a:pt x="340" y="80"/>
                  </a:cubicBezTo>
                  <a:cubicBezTo>
                    <a:pt x="215" y="116"/>
                    <a:pt x="99" y="205"/>
                    <a:pt x="37" y="321"/>
                  </a:cubicBezTo>
                  <a:cubicBezTo>
                    <a:pt x="1" y="384"/>
                    <a:pt x="10" y="419"/>
                    <a:pt x="37" y="482"/>
                  </a:cubicBezTo>
                  <a:cubicBezTo>
                    <a:pt x="63" y="544"/>
                    <a:pt x="90" y="607"/>
                    <a:pt x="99" y="669"/>
                  </a:cubicBezTo>
                  <a:cubicBezTo>
                    <a:pt x="108" y="723"/>
                    <a:pt x="90" y="758"/>
                    <a:pt x="117" y="821"/>
                  </a:cubicBezTo>
                  <a:cubicBezTo>
                    <a:pt x="144" y="883"/>
                    <a:pt x="197" y="937"/>
                    <a:pt x="251" y="972"/>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5"/>
            <p:cNvSpPr/>
            <p:nvPr/>
          </p:nvSpPr>
          <p:spPr>
            <a:xfrm>
              <a:off x="2930700" y="2976025"/>
              <a:ext cx="47525" cy="49975"/>
            </a:xfrm>
            <a:custGeom>
              <a:avLst/>
              <a:gdLst/>
              <a:ahLst/>
              <a:cxnLst/>
              <a:rect l="l" t="t" r="r" b="b"/>
              <a:pathLst>
                <a:path w="1901" h="1999" extrusionOk="0">
                  <a:moveTo>
                    <a:pt x="197" y="1079"/>
                  </a:moveTo>
                  <a:cubicBezTo>
                    <a:pt x="277" y="1142"/>
                    <a:pt x="375" y="1195"/>
                    <a:pt x="465" y="1249"/>
                  </a:cubicBezTo>
                  <a:cubicBezTo>
                    <a:pt x="634" y="1347"/>
                    <a:pt x="804" y="1445"/>
                    <a:pt x="973" y="1543"/>
                  </a:cubicBezTo>
                  <a:cubicBezTo>
                    <a:pt x="1187" y="1668"/>
                    <a:pt x="1598" y="1998"/>
                    <a:pt x="1803" y="1704"/>
                  </a:cubicBezTo>
                  <a:cubicBezTo>
                    <a:pt x="1901" y="1570"/>
                    <a:pt x="1892" y="1347"/>
                    <a:pt x="1847" y="1195"/>
                  </a:cubicBezTo>
                  <a:cubicBezTo>
                    <a:pt x="1803" y="1053"/>
                    <a:pt x="1714" y="928"/>
                    <a:pt x="1615" y="821"/>
                  </a:cubicBezTo>
                  <a:cubicBezTo>
                    <a:pt x="1535" y="732"/>
                    <a:pt x="1401" y="678"/>
                    <a:pt x="1303" y="616"/>
                  </a:cubicBezTo>
                  <a:cubicBezTo>
                    <a:pt x="1169" y="544"/>
                    <a:pt x="1045" y="464"/>
                    <a:pt x="920" y="393"/>
                  </a:cubicBezTo>
                  <a:cubicBezTo>
                    <a:pt x="697" y="268"/>
                    <a:pt x="411" y="0"/>
                    <a:pt x="152" y="196"/>
                  </a:cubicBezTo>
                  <a:cubicBezTo>
                    <a:pt x="45" y="285"/>
                    <a:pt x="19" y="410"/>
                    <a:pt x="10" y="544"/>
                  </a:cubicBezTo>
                  <a:cubicBezTo>
                    <a:pt x="10" y="678"/>
                    <a:pt x="1" y="839"/>
                    <a:pt x="81" y="955"/>
                  </a:cubicBezTo>
                  <a:cubicBezTo>
                    <a:pt x="117" y="999"/>
                    <a:pt x="152" y="1044"/>
                    <a:pt x="197" y="1079"/>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5"/>
            <p:cNvSpPr/>
            <p:nvPr/>
          </p:nvSpPr>
          <p:spPr>
            <a:xfrm>
              <a:off x="2695850" y="2775300"/>
              <a:ext cx="706350" cy="566500"/>
            </a:xfrm>
            <a:custGeom>
              <a:avLst/>
              <a:gdLst/>
              <a:ahLst/>
              <a:cxnLst/>
              <a:rect l="l" t="t" r="r" b="b"/>
              <a:pathLst>
                <a:path w="28254" h="22660" extrusionOk="0">
                  <a:moveTo>
                    <a:pt x="10813" y="10616"/>
                  </a:moveTo>
                  <a:lnTo>
                    <a:pt x="12526" y="5915"/>
                  </a:lnTo>
                  <a:lnTo>
                    <a:pt x="22767" y="0"/>
                  </a:lnTo>
                  <a:lnTo>
                    <a:pt x="23900" y="3051"/>
                  </a:lnTo>
                  <a:lnTo>
                    <a:pt x="28254" y="2123"/>
                  </a:lnTo>
                  <a:lnTo>
                    <a:pt x="28254" y="6486"/>
                  </a:lnTo>
                  <a:lnTo>
                    <a:pt x="24935" y="8404"/>
                  </a:lnTo>
                  <a:lnTo>
                    <a:pt x="24935" y="7868"/>
                  </a:lnTo>
                  <a:cubicBezTo>
                    <a:pt x="24935" y="7101"/>
                    <a:pt x="24391" y="6798"/>
                    <a:pt x="23722" y="7182"/>
                  </a:cubicBezTo>
                  <a:lnTo>
                    <a:pt x="22794" y="7717"/>
                  </a:lnTo>
                  <a:cubicBezTo>
                    <a:pt x="22125" y="8100"/>
                    <a:pt x="21590" y="9037"/>
                    <a:pt x="21590" y="9795"/>
                  </a:cubicBezTo>
                  <a:lnTo>
                    <a:pt x="21590" y="10331"/>
                  </a:lnTo>
                  <a:lnTo>
                    <a:pt x="10100" y="16968"/>
                  </a:lnTo>
                  <a:lnTo>
                    <a:pt x="10100" y="16433"/>
                  </a:lnTo>
                  <a:cubicBezTo>
                    <a:pt x="10100" y="15665"/>
                    <a:pt x="9555" y="15362"/>
                    <a:pt x="8886" y="15746"/>
                  </a:cubicBezTo>
                  <a:lnTo>
                    <a:pt x="4158" y="18342"/>
                  </a:lnTo>
                  <a:cubicBezTo>
                    <a:pt x="3489" y="18725"/>
                    <a:pt x="2954" y="19662"/>
                    <a:pt x="2954" y="20420"/>
                  </a:cubicBezTo>
                  <a:lnTo>
                    <a:pt x="2954" y="20956"/>
                  </a:lnTo>
                  <a:lnTo>
                    <a:pt x="1" y="22659"/>
                  </a:lnTo>
                  <a:lnTo>
                    <a:pt x="1" y="1827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5"/>
            <p:cNvSpPr/>
            <p:nvPr/>
          </p:nvSpPr>
          <p:spPr>
            <a:xfrm>
              <a:off x="3293350" y="2828375"/>
              <a:ext cx="366000" cy="169525"/>
            </a:xfrm>
            <a:custGeom>
              <a:avLst/>
              <a:gdLst/>
              <a:ahLst/>
              <a:cxnLst/>
              <a:rect l="l" t="t" r="r" b="b"/>
              <a:pathLst>
                <a:path w="14640" h="6781" extrusionOk="0">
                  <a:moveTo>
                    <a:pt x="14640" y="5852"/>
                  </a:moveTo>
                  <a:lnTo>
                    <a:pt x="4354" y="0"/>
                  </a:lnTo>
                  <a:lnTo>
                    <a:pt x="0" y="928"/>
                  </a:lnTo>
                  <a:lnTo>
                    <a:pt x="10286" y="6780"/>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5"/>
            <p:cNvSpPr/>
            <p:nvPr/>
          </p:nvSpPr>
          <p:spPr>
            <a:xfrm>
              <a:off x="2966175" y="2923150"/>
              <a:ext cx="300000" cy="263875"/>
            </a:xfrm>
            <a:custGeom>
              <a:avLst/>
              <a:gdLst/>
              <a:ahLst/>
              <a:cxnLst/>
              <a:rect l="l" t="t" r="r" b="b"/>
              <a:pathLst>
                <a:path w="12000" h="10555" extrusionOk="0">
                  <a:moveTo>
                    <a:pt x="11999" y="5853"/>
                  </a:moveTo>
                  <a:lnTo>
                    <a:pt x="1713" y="1"/>
                  </a:lnTo>
                  <a:lnTo>
                    <a:pt x="0" y="4702"/>
                  </a:lnTo>
                  <a:lnTo>
                    <a:pt x="10286" y="10554"/>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5"/>
            <p:cNvSpPr/>
            <p:nvPr/>
          </p:nvSpPr>
          <p:spPr>
            <a:xfrm>
              <a:off x="2977550" y="2936525"/>
              <a:ext cx="277250" cy="237125"/>
            </a:xfrm>
            <a:custGeom>
              <a:avLst/>
              <a:gdLst/>
              <a:ahLst/>
              <a:cxnLst/>
              <a:rect l="l" t="t" r="r" b="b"/>
              <a:pathLst>
                <a:path w="11090" h="9485" extrusionOk="0">
                  <a:moveTo>
                    <a:pt x="11089" y="5478"/>
                  </a:moveTo>
                  <a:lnTo>
                    <a:pt x="1454" y="1"/>
                  </a:lnTo>
                  <a:lnTo>
                    <a:pt x="0" y="4007"/>
                  </a:lnTo>
                  <a:lnTo>
                    <a:pt x="9635" y="9484"/>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5"/>
            <p:cNvSpPr/>
            <p:nvPr/>
          </p:nvSpPr>
          <p:spPr>
            <a:xfrm>
              <a:off x="2983125" y="2943225"/>
              <a:ext cx="266100" cy="223725"/>
            </a:xfrm>
            <a:custGeom>
              <a:avLst/>
              <a:gdLst/>
              <a:ahLst/>
              <a:cxnLst/>
              <a:rect l="l" t="t" r="r" b="b"/>
              <a:pathLst>
                <a:path w="10644" h="8949" extrusionOk="0">
                  <a:moveTo>
                    <a:pt x="0" y="3649"/>
                  </a:moveTo>
                  <a:lnTo>
                    <a:pt x="9314" y="8948"/>
                  </a:lnTo>
                  <a:lnTo>
                    <a:pt x="10643" y="5300"/>
                  </a:lnTo>
                  <a:lnTo>
                    <a:pt x="3827" y="1419"/>
                  </a:lnTo>
                  <a:lnTo>
                    <a:pt x="1329" y="1"/>
                  </a:lnTo>
                  <a:lnTo>
                    <a:pt x="9" y="362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5"/>
            <p:cNvSpPr/>
            <p:nvPr/>
          </p:nvSpPr>
          <p:spPr>
            <a:xfrm>
              <a:off x="3469750" y="3061425"/>
              <a:ext cx="124925" cy="67375"/>
            </a:xfrm>
            <a:custGeom>
              <a:avLst/>
              <a:gdLst/>
              <a:ahLst/>
              <a:cxnLst/>
              <a:rect l="l" t="t" r="r" b="b"/>
              <a:pathLst>
                <a:path w="4997" h="2695" extrusionOk="0">
                  <a:moveTo>
                    <a:pt x="4461" y="2695"/>
                  </a:moveTo>
                  <a:lnTo>
                    <a:pt x="1" y="1"/>
                  </a:lnTo>
                  <a:lnTo>
                    <a:pt x="4292" y="402"/>
                  </a:lnTo>
                  <a:lnTo>
                    <a:pt x="4997" y="1901"/>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5"/>
            <p:cNvSpPr/>
            <p:nvPr/>
          </p:nvSpPr>
          <p:spPr>
            <a:xfrm>
              <a:off x="3452150" y="3067900"/>
              <a:ext cx="115550" cy="139200"/>
            </a:xfrm>
            <a:custGeom>
              <a:avLst/>
              <a:gdLst/>
              <a:ahLst/>
              <a:cxnLst/>
              <a:rect l="l" t="t" r="r" b="b"/>
              <a:pathLst>
                <a:path w="4622" h="5568" extrusionOk="0">
                  <a:moveTo>
                    <a:pt x="0" y="3596"/>
                  </a:moveTo>
                  <a:cubicBezTo>
                    <a:pt x="0" y="2400"/>
                    <a:pt x="848" y="937"/>
                    <a:pt x="1891" y="339"/>
                  </a:cubicBezTo>
                  <a:cubicBezTo>
                    <a:pt x="2409" y="36"/>
                    <a:pt x="2882" y="0"/>
                    <a:pt x="3221" y="197"/>
                  </a:cubicBezTo>
                  <a:lnTo>
                    <a:pt x="3221" y="197"/>
                  </a:lnTo>
                  <a:lnTo>
                    <a:pt x="3230" y="197"/>
                  </a:lnTo>
                  <a:cubicBezTo>
                    <a:pt x="3230" y="197"/>
                    <a:pt x="3230" y="197"/>
                    <a:pt x="3230" y="197"/>
                  </a:cubicBezTo>
                  <a:lnTo>
                    <a:pt x="4621" y="1000"/>
                  </a:lnTo>
                  <a:lnTo>
                    <a:pt x="1891" y="5567"/>
                  </a:lnTo>
                  <a:lnTo>
                    <a:pt x="562" y="4809"/>
                  </a:lnTo>
                  <a:cubicBezTo>
                    <a:pt x="553" y="4809"/>
                    <a:pt x="553" y="4809"/>
                    <a:pt x="553" y="4800"/>
                  </a:cubicBezTo>
                  <a:lnTo>
                    <a:pt x="553" y="4800"/>
                  </a:lnTo>
                  <a:lnTo>
                    <a:pt x="553" y="4800"/>
                  </a:lnTo>
                  <a:cubicBezTo>
                    <a:pt x="214" y="4604"/>
                    <a:pt x="0" y="4184"/>
                    <a:pt x="0" y="3596"/>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5"/>
            <p:cNvSpPr/>
            <p:nvPr/>
          </p:nvSpPr>
          <p:spPr>
            <a:xfrm>
              <a:off x="3485375" y="3080175"/>
              <a:ext cx="94375" cy="138525"/>
            </a:xfrm>
            <a:custGeom>
              <a:avLst/>
              <a:gdLst/>
              <a:ahLst/>
              <a:cxnLst/>
              <a:rect l="l" t="t" r="r" b="b"/>
              <a:pathLst>
                <a:path w="3775" h="5541" extrusionOk="0">
                  <a:moveTo>
                    <a:pt x="0" y="3854"/>
                  </a:moveTo>
                  <a:cubicBezTo>
                    <a:pt x="0" y="5058"/>
                    <a:pt x="848" y="5540"/>
                    <a:pt x="1892" y="4933"/>
                  </a:cubicBezTo>
                  <a:cubicBezTo>
                    <a:pt x="2935" y="4336"/>
                    <a:pt x="3774" y="2873"/>
                    <a:pt x="3774" y="1677"/>
                  </a:cubicBezTo>
                  <a:cubicBezTo>
                    <a:pt x="3774" y="482"/>
                    <a:pt x="2935" y="0"/>
                    <a:pt x="1892" y="598"/>
                  </a:cubicBezTo>
                  <a:cubicBezTo>
                    <a:pt x="848" y="1204"/>
                    <a:pt x="0" y="2659"/>
                    <a:pt x="0" y="3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35"/>
            <p:cNvSpPr/>
            <p:nvPr/>
          </p:nvSpPr>
          <p:spPr>
            <a:xfrm>
              <a:off x="3504775" y="3110950"/>
              <a:ext cx="55550" cy="76950"/>
            </a:xfrm>
            <a:custGeom>
              <a:avLst/>
              <a:gdLst/>
              <a:ahLst/>
              <a:cxnLst/>
              <a:rect l="l" t="t" r="r" b="b"/>
              <a:pathLst>
                <a:path w="2222" h="3078" extrusionOk="0">
                  <a:moveTo>
                    <a:pt x="1" y="2409"/>
                  </a:moveTo>
                  <a:cubicBezTo>
                    <a:pt x="1" y="2605"/>
                    <a:pt x="45" y="3078"/>
                    <a:pt x="438" y="3078"/>
                  </a:cubicBezTo>
                  <a:cubicBezTo>
                    <a:pt x="572" y="3078"/>
                    <a:pt x="741" y="3024"/>
                    <a:pt x="911" y="2917"/>
                  </a:cubicBezTo>
                  <a:cubicBezTo>
                    <a:pt x="1624" y="2507"/>
                    <a:pt x="2222" y="1481"/>
                    <a:pt x="2222" y="669"/>
                  </a:cubicBezTo>
                  <a:cubicBezTo>
                    <a:pt x="2222" y="464"/>
                    <a:pt x="2177" y="0"/>
                    <a:pt x="1794" y="0"/>
                  </a:cubicBezTo>
                  <a:cubicBezTo>
                    <a:pt x="1651" y="0"/>
                    <a:pt x="1490" y="54"/>
                    <a:pt x="1312" y="152"/>
                  </a:cubicBezTo>
                  <a:cubicBezTo>
                    <a:pt x="1285" y="161"/>
                    <a:pt x="1267" y="179"/>
                    <a:pt x="1241" y="196"/>
                  </a:cubicBezTo>
                  <a:cubicBezTo>
                    <a:pt x="1160" y="241"/>
                    <a:pt x="1089" y="304"/>
                    <a:pt x="1018" y="366"/>
                  </a:cubicBezTo>
                  <a:cubicBezTo>
                    <a:pt x="982" y="393"/>
                    <a:pt x="946" y="428"/>
                    <a:pt x="911" y="455"/>
                  </a:cubicBezTo>
                  <a:cubicBezTo>
                    <a:pt x="554" y="803"/>
                    <a:pt x="259" y="1285"/>
                    <a:pt x="108" y="1767"/>
                  </a:cubicBezTo>
                  <a:cubicBezTo>
                    <a:pt x="108" y="1767"/>
                    <a:pt x="108" y="1767"/>
                    <a:pt x="108" y="1775"/>
                  </a:cubicBezTo>
                  <a:cubicBezTo>
                    <a:pt x="63" y="1900"/>
                    <a:pt x="36" y="2034"/>
                    <a:pt x="18" y="2168"/>
                  </a:cubicBezTo>
                  <a:cubicBezTo>
                    <a:pt x="9" y="2248"/>
                    <a:pt x="1" y="2329"/>
                    <a:pt x="1" y="2409"/>
                  </a:cubicBezTo>
                  <a:close/>
                </a:path>
              </a:pathLst>
            </a:custGeom>
            <a:solidFill>
              <a:srgbClr val="1A1A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5"/>
            <p:cNvSpPr/>
            <p:nvPr/>
          </p:nvSpPr>
          <p:spPr>
            <a:xfrm>
              <a:off x="3507675" y="3111175"/>
              <a:ext cx="52650" cy="76725"/>
            </a:xfrm>
            <a:custGeom>
              <a:avLst/>
              <a:gdLst/>
              <a:ahLst/>
              <a:cxnLst/>
              <a:rect l="l" t="t" r="r" b="b"/>
              <a:pathLst>
                <a:path w="2106" h="3069" extrusionOk="0">
                  <a:moveTo>
                    <a:pt x="90" y="2899"/>
                  </a:moveTo>
                  <a:cubicBezTo>
                    <a:pt x="224" y="2899"/>
                    <a:pt x="393" y="2846"/>
                    <a:pt x="563" y="2748"/>
                  </a:cubicBezTo>
                  <a:cubicBezTo>
                    <a:pt x="1276" y="2337"/>
                    <a:pt x="1874" y="1303"/>
                    <a:pt x="1874" y="491"/>
                  </a:cubicBezTo>
                  <a:cubicBezTo>
                    <a:pt x="1874" y="366"/>
                    <a:pt x="1856" y="152"/>
                    <a:pt x="1767" y="0"/>
                  </a:cubicBezTo>
                  <a:cubicBezTo>
                    <a:pt x="2070" y="63"/>
                    <a:pt x="2106" y="473"/>
                    <a:pt x="2106" y="651"/>
                  </a:cubicBezTo>
                  <a:cubicBezTo>
                    <a:pt x="2106" y="1472"/>
                    <a:pt x="1508" y="2498"/>
                    <a:pt x="795" y="2908"/>
                  </a:cubicBezTo>
                  <a:cubicBezTo>
                    <a:pt x="625" y="3015"/>
                    <a:pt x="456" y="3069"/>
                    <a:pt x="322" y="3069"/>
                  </a:cubicBezTo>
                  <a:cubicBezTo>
                    <a:pt x="161" y="3069"/>
                    <a:pt x="63" y="2989"/>
                    <a:pt x="1" y="2891"/>
                  </a:cubicBezTo>
                  <a:cubicBezTo>
                    <a:pt x="27" y="2899"/>
                    <a:pt x="54" y="2899"/>
                    <a:pt x="90" y="2899"/>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5"/>
            <p:cNvSpPr/>
            <p:nvPr/>
          </p:nvSpPr>
          <p:spPr>
            <a:xfrm>
              <a:off x="3505225" y="3115850"/>
              <a:ext cx="39050" cy="55100"/>
            </a:xfrm>
            <a:custGeom>
              <a:avLst/>
              <a:gdLst/>
              <a:ahLst/>
              <a:cxnLst/>
              <a:rect l="l" t="t" r="r" b="b"/>
              <a:pathLst>
                <a:path w="1562" h="2204" extrusionOk="0">
                  <a:moveTo>
                    <a:pt x="0" y="1972"/>
                  </a:moveTo>
                  <a:cubicBezTo>
                    <a:pt x="45" y="2026"/>
                    <a:pt x="90" y="2070"/>
                    <a:pt x="143" y="2097"/>
                  </a:cubicBezTo>
                  <a:lnTo>
                    <a:pt x="143" y="2097"/>
                  </a:lnTo>
                  <a:cubicBezTo>
                    <a:pt x="143" y="2097"/>
                    <a:pt x="143" y="2097"/>
                    <a:pt x="143" y="2097"/>
                  </a:cubicBezTo>
                  <a:lnTo>
                    <a:pt x="339" y="2204"/>
                  </a:lnTo>
                  <a:lnTo>
                    <a:pt x="1553" y="161"/>
                  </a:lnTo>
                  <a:lnTo>
                    <a:pt x="1562" y="161"/>
                  </a:lnTo>
                  <a:lnTo>
                    <a:pt x="1544" y="152"/>
                  </a:lnTo>
                  <a:cubicBezTo>
                    <a:pt x="1526" y="143"/>
                    <a:pt x="1508" y="134"/>
                    <a:pt x="1490" y="125"/>
                  </a:cubicBezTo>
                  <a:lnTo>
                    <a:pt x="1339" y="45"/>
                  </a:lnTo>
                  <a:lnTo>
                    <a:pt x="1330" y="45"/>
                  </a:lnTo>
                  <a:lnTo>
                    <a:pt x="1330" y="45"/>
                  </a:lnTo>
                  <a:cubicBezTo>
                    <a:pt x="1294" y="27"/>
                    <a:pt x="1258" y="9"/>
                    <a:pt x="1223" y="0"/>
                  </a:cubicBezTo>
                  <a:cubicBezTo>
                    <a:pt x="1142" y="45"/>
                    <a:pt x="1071" y="108"/>
                    <a:pt x="1000" y="170"/>
                  </a:cubicBezTo>
                  <a:cubicBezTo>
                    <a:pt x="964" y="197"/>
                    <a:pt x="928" y="232"/>
                    <a:pt x="893" y="259"/>
                  </a:cubicBezTo>
                  <a:cubicBezTo>
                    <a:pt x="536" y="607"/>
                    <a:pt x="241" y="1089"/>
                    <a:pt x="90" y="1571"/>
                  </a:cubicBezTo>
                  <a:cubicBezTo>
                    <a:pt x="90" y="1571"/>
                    <a:pt x="90" y="1571"/>
                    <a:pt x="90" y="1579"/>
                  </a:cubicBezTo>
                  <a:cubicBezTo>
                    <a:pt x="45" y="1704"/>
                    <a:pt x="18" y="1838"/>
                    <a:pt x="0" y="1972"/>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35"/>
            <p:cNvSpPr/>
            <p:nvPr/>
          </p:nvSpPr>
          <p:spPr>
            <a:xfrm>
              <a:off x="3507450" y="3117400"/>
              <a:ext cx="42175" cy="55575"/>
            </a:xfrm>
            <a:custGeom>
              <a:avLst/>
              <a:gdLst/>
              <a:ahLst/>
              <a:cxnLst/>
              <a:rect l="l" t="t" r="r" b="b"/>
              <a:pathLst>
                <a:path w="1687" h="2223" extrusionOk="0">
                  <a:moveTo>
                    <a:pt x="1" y="1598"/>
                  </a:moveTo>
                  <a:cubicBezTo>
                    <a:pt x="1" y="1865"/>
                    <a:pt x="99" y="2053"/>
                    <a:pt x="250" y="2142"/>
                  </a:cubicBezTo>
                  <a:cubicBezTo>
                    <a:pt x="402" y="2222"/>
                    <a:pt x="616" y="2213"/>
                    <a:pt x="839" y="2080"/>
                  </a:cubicBezTo>
                  <a:cubicBezTo>
                    <a:pt x="1312" y="1803"/>
                    <a:pt x="1687" y="1161"/>
                    <a:pt x="1687" y="625"/>
                  </a:cubicBezTo>
                  <a:cubicBezTo>
                    <a:pt x="1687" y="376"/>
                    <a:pt x="1606" y="188"/>
                    <a:pt x="1464" y="99"/>
                  </a:cubicBezTo>
                  <a:cubicBezTo>
                    <a:pt x="1464" y="99"/>
                    <a:pt x="1455" y="90"/>
                    <a:pt x="1455" y="90"/>
                  </a:cubicBezTo>
                  <a:cubicBezTo>
                    <a:pt x="1437" y="81"/>
                    <a:pt x="1419" y="72"/>
                    <a:pt x="1401" y="63"/>
                  </a:cubicBezTo>
                  <a:cubicBezTo>
                    <a:pt x="1267" y="1"/>
                    <a:pt x="1098" y="19"/>
                    <a:pt x="911" y="108"/>
                  </a:cubicBezTo>
                  <a:cubicBezTo>
                    <a:pt x="875" y="135"/>
                    <a:pt x="839" y="170"/>
                    <a:pt x="804" y="197"/>
                  </a:cubicBezTo>
                  <a:cubicBezTo>
                    <a:pt x="447" y="545"/>
                    <a:pt x="152" y="1027"/>
                    <a:pt x="1" y="1509"/>
                  </a:cubicBezTo>
                  <a:cubicBezTo>
                    <a:pt x="1" y="1535"/>
                    <a:pt x="1" y="1571"/>
                    <a:pt x="1" y="1598"/>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5"/>
            <p:cNvSpPr/>
            <p:nvPr/>
          </p:nvSpPr>
          <p:spPr>
            <a:xfrm>
              <a:off x="3522175" y="3137250"/>
              <a:ext cx="14525" cy="18325"/>
            </a:xfrm>
            <a:custGeom>
              <a:avLst/>
              <a:gdLst/>
              <a:ahLst/>
              <a:cxnLst/>
              <a:rect l="l" t="t" r="r" b="b"/>
              <a:pathLst>
                <a:path w="581" h="733" extrusionOk="0">
                  <a:moveTo>
                    <a:pt x="0" y="492"/>
                  </a:moveTo>
                  <a:cubicBezTo>
                    <a:pt x="0" y="331"/>
                    <a:pt x="116" y="126"/>
                    <a:pt x="259" y="45"/>
                  </a:cubicBezTo>
                  <a:cubicBezTo>
                    <a:pt x="330" y="1"/>
                    <a:pt x="393" y="1"/>
                    <a:pt x="438" y="28"/>
                  </a:cubicBezTo>
                  <a:lnTo>
                    <a:pt x="438" y="28"/>
                  </a:lnTo>
                  <a:lnTo>
                    <a:pt x="438" y="28"/>
                  </a:lnTo>
                  <a:lnTo>
                    <a:pt x="580" y="108"/>
                  </a:lnTo>
                  <a:lnTo>
                    <a:pt x="206" y="732"/>
                  </a:lnTo>
                  <a:lnTo>
                    <a:pt x="72" y="661"/>
                  </a:lnTo>
                  <a:lnTo>
                    <a:pt x="72" y="661"/>
                  </a:lnTo>
                  <a:lnTo>
                    <a:pt x="72" y="661"/>
                  </a:lnTo>
                  <a:cubicBezTo>
                    <a:pt x="27" y="634"/>
                    <a:pt x="0" y="572"/>
                    <a:pt x="0" y="492"/>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5"/>
            <p:cNvSpPr/>
            <p:nvPr/>
          </p:nvSpPr>
          <p:spPr>
            <a:xfrm>
              <a:off x="3525525" y="3138150"/>
              <a:ext cx="12950" cy="18975"/>
            </a:xfrm>
            <a:custGeom>
              <a:avLst/>
              <a:gdLst/>
              <a:ahLst/>
              <a:cxnLst/>
              <a:rect l="l" t="t" r="r" b="b"/>
              <a:pathLst>
                <a:path w="518" h="759" extrusionOk="0">
                  <a:moveTo>
                    <a:pt x="0" y="536"/>
                  </a:moveTo>
                  <a:cubicBezTo>
                    <a:pt x="0" y="696"/>
                    <a:pt x="116" y="759"/>
                    <a:pt x="259" y="679"/>
                  </a:cubicBezTo>
                  <a:cubicBezTo>
                    <a:pt x="402" y="598"/>
                    <a:pt x="518" y="393"/>
                    <a:pt x="518" y="233"/>
                  </a:cubicBezTo>
                  <a:cubicBezTo>
                    <a:pt x="518" y="72"/>
                    <a:pt x="402" y="1"/>
                    <a:pt x="259" y="81"/>
                  </a:cubicBezTo>
                  <a:cubicBezTo>
                    <a:pt x="116" y="170"/>
                    <a:pt x="0" y="366"/>
                    <a:pt x="0" y="536"/>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5"/>
            <p:cNvSpPr/>
            <p:nvPr/>
          </p:nvSpPr>
          <p:spPr>
            <a:xfrm>
              <a:off x="3060500" y="3296950"/>
              <a:ext cx="124700" cy="67375"/>
            </a:xfrm>
            <a:custGeom>
              <a:avLst/>
              <a:gdLst/>
              <a:ahLst/>
              <a:cxnLst/>
              <a:rect l="l" t="t" r="r" b="b"/>
              <a:pathLst>
                <a:path w="4988" h="2695" extrusionOk="0">
                  <a:moveTo>
                    <a:pt x="4452" y="2694"/>
                  </a:moveTo>
                  <a:lnTo>
                    <a:pt x="1" y="0"/>
                  </a:lnTo>
                  <a:lnTo>
                    <a:pt x="4283" y="402"/>
                  </a:lnTo>
                  <a:lnTo>
                    <a:pt x="4988" y="1901"/>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5"/>
            <p:cNvSpPr/>
            <p:nvPr/>
          </p:nvSpPr>
          <p:spPr>
            <a:xfrm>
              <a:off x="3044675" y="3297850"/>
              <a:ext cx="115325" cy="138950"/>
            </a:xfrm>
            <a:custGeom>
              <a:avLst/>
              <a:gdLst/>
              <a:ahLst/>
              <a:cxnLst/>
              <a:rect l="l" t="t" r="r" b="b"/>
              <a:pathLst>
                <a:path w="4613" h="5558" extrusionOk="0">
                  <a:moveTo>
                    <a:pt x="0" y="3586"/>
                  </a:moveTo>
                  <a:cubicBezTo>
                    <a:pt x="0" y="2391"/>
                    <a:pt x="848" y="928"/>
                    <a:pt x="1883" y="330"/>
                  </a:cubicBezTo>
                  <a:cubicBezTo>
                    <a:pt x="2409" y="27"/>
                    <a:pt x="2873" y="0"/>
                    <a:pt x="3221" y="187"/>
                  </a:cubicBezTo>
                  <a:lnTo>
                    <a:pt x="3221" y="187"/>
                  </a:lnTo>
                  <a:lnTo>
                    <a:pt x="3221" y="187"/>
                  </a:lnTo>
                  <a:cubicBezTo>
                    <a:pt x="3221" y="187"/>
                    <a:pt x="3221" y="187"/>
                    <a:pt x="3221" y="187"/>
                  </a:cubicBezTo>
                  <a:lnTo>
                    <a:pt x="4613" y="990"/>
                  </a:lnTo>
                  <a:lnTo>
                    <a:pt x="1883" y="5558"/>
                  </a:lnTo>
                  <a:lnTo>
                    <a:pt x="554" y="4800"/>
                  </a:lnTo>
                  <a:cubicBezTo>
                    <a:pt x="554" y="4800"/>
                    <a:pt x="554" y="4800"/>
                    <a:pt x="545" y="4791"/>
                  </a:cubicBezTo>
                  <a:lnTo>
                    <a:pt x="545" y="4791"/>
                  </a:lnTo>
                  <a:lnTo>
                    <a:pt x="545" y="4791"/>
                  </a:lnTo>
                  <a:cubicBezTo>
                    <a:pt x="206" y="4594"/>
                    <a:pt x="0" y="4175"/>
                    <a:pt x="0" y="3586"/>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5"/>
            <p:cNvSpPr/>
            <p:nvPr/>
          </p:nvSpPr>
          <p:spPr>
            <a:xfrm>
              <a:off x="3077675" y="3309875"/>
              <a:ext cx="94600" cy="138525"/>
            </a:xfrm>
            <a:custGeom>
              <a:avLst/>
              <a:gdLst/>
              <a:ahLst/>
              <a:cxnLst/>
              <a:rect l="l" t="t" r="r" b="b"/>
              <a:pathLst>
                <a:path w="3784" h="5541" extrusionOk="0">
                  <a:moveTo>
                    <a:pt x="1" y="3855"/>
                  </a:moveTo>
                  <a:cubicBezTo>
                    <a:pt x="1" y="5059"/>
                    <a:pt x="848" y="5541"/>
                    <a:pt x="1892" y="4934"/>
                  </a:cubicBezTo>
                  <a:cubicBezTo>
                    <a:pt x="2936" y="4336"/>
                    <a:pt x="3783" y="2873"/>
                    <a:pt x="3783" y="1678"/>
                  </a:cubicBezTo>
                  <a:cubicBezTo>
                    <a:pt x="3783" y="482"/>
                    <a:pt x="2936" y="1"/>
                    <a:pt x="1892" y="598"/>
                  </a:cubicBezTo>
                  <a:cubicBezTo>
                    <a:pt x="848" y="1205"/>
                    <a:pt x="1" y="2659"/>
                    <a:pt x="1" y="385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5"/>
            <p:cNvSpPr/>
            <p:nvPr/>
          </p:nvSpPr>
          <p:spPr>
            <a:xfrm>
              <a:off x="3097300" y="3340650"/>
              <a:ext cx="55350" cy="76975"/>
            </a:xfrm>
            <a:custGeom>
              <a:avLst/>
              <a:gdLst/>
              <a:ahLst/>
              <a:cxnLst/>
              <a:rect l="l" t="t" r="r" b="b"/>
              <a:pathLst>
                <a:path w="2214" h="3079" extrusionOk="0">
                  <a:moveTo>
                    <a:pt x="1" y="2410"/>
                  </a:moveTo>
                  <a:cubicBezTo>
                    <a:pt x="1" y="2606"/>
                    <a:pt x="36" y="3079"/>
                    <a:pt x="429" y="3079"/>
                  </a:cubicBezTo>
                  <a:cubicBezTo>
                    <a:pt x="572" y="3079"/>
                    <a:pt x="732" y="3025"/>
                    <a:pt x="911" y="2918"/>
                  </a:cubicBezTo>
                  <a:cubicBezTo>
                    <a:pt x="1616" y="2508"/>
                    <a:pt x="2213" y="1482"/>
                    <a:pt x="2213" y="670"/>
                  </a:cubicBezTo>
                  <a:cubicBezTo>
                    <a:pt x="2213" y="465"/>
                    <a:pt x="2178" y="1"/>
                    <a:pt x="1785" y="1"/>
                  </a:cubicBezTo>
                  <a:cubicBezTo>
                    <a:pt x="1651" y="1"/>
                    <a:pt x="1482" y="54"/>
                    <a:pt x="1312" y="153"/>
                  </a:cubicBezTo>
                  <a:cubicBezTo>
                    <a:pt x="1285" y="161"/>
                    <a:pt x="1259" y="179"/>
                    <a:pt x="1241" y="197"/>
                  </a:cubicBezTo>
                  <a:cubicBezTo>
                    <a:pt x="1161" y="242"/>
                    <a:pt x="1080" y="304"/>
                    <a:pt x="1009" y="367"/>
                  </a:cubicBezTo>
                  <a:cubicBezTo>
                    <a:pt x="973" y="393"/>
                    <a:pt x="938" y="429"/>
                    <a:pt x="911" y="456"/>
                  </a:cubicBezTo>
                  <a:cubicBezTo>
                    <a:pt x="545" y="804"/>
                    <a:pt x="251" y="1285"/>
                    <a:pt x="108" y="1767"/>
                  </a:cubicBezTo>
                  <a:cubicBezTo>
                    <a:pt x="108" y="1767"/>
                    <a:pt x="99" y="1767"/>
                    <a:pt x="99" y="1776"/>
                  </a:cubicBezTo>
                  <a:cubicBezTo>
                    <a:pt x="63" y="1901"/>
                    <a:pt x="36" y="2035"/>
                    <a:pt x="19" y="2169"/>
                  </a:cubicBezTo>
                  <a:cubicBezTo>
                    <a:pt x="1" y="2249"/>
                    <a:pt x="1" y="2329"/>
                    <a:pt x="1" y="2410"/>
                  </a:cubicBezTo>
                  <a:close/>
                </a:path>
              </a:pathLst>
            </a:custGeom>
            <a:solidFill>
              <a:srgbClr val="1A1A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35"/>
            <p:cNvSpPr/>
            <p:nvPr/>
          </p:nvSpPr>
          <p:spPr>
            <a:xfrm>
              <a:off x="3099975" y="3340875"/>
              <a:ext cx="52675" cy="76750"/>
            </a:xfrm>
            <a:custGeom>
              <a:avLst/>
              <a:gdLst/>
              <a:ahLst/>
              <a:cxnLst/>
              <a:rect l="l" t="t" r="r" b="b"/>
              <a:pathLst>
                <a:path w="2107" h="3070" extrusionOk="0">
                  <a:moveTo>
                    <a:pt x="90" y="2900"/>
                  </a:moveTo>
                  <a:cubicBezTo>
                    <a:pt x="233" y="2900"/>
                    <a:pt x="393" y="2847"/>
                    <a:pt x="572" y="2748"/>
                  </a:cubicBezTo>
                  <a:cubicBezTo>
                    <a:pt x="1277" y="2338"/>
                    <a:pt x="1883" y="1303"/>
                    <a:pt x="1883" y="491"/>
                  </a:cubicBezTo>
                  <a:cubicBezTo>
                    <a:pt x="1883" y="367"/>
                    <a:pt x="1865" y="152"/>
                    <a:pt x="1767" y="1"/>
                  </a:cubicBezTo>
                  <a:cubicBezTo>
                    <a:pt x="2071" y="63"/>
                    <a:pt x="2106" y="474"/>
                    <a:pt x="2106" y="652"/>
                  </a:cubicBezTo>
                  <a:cubicBezTo>
                    <a:pt x="2106" y="1473"/>
                    <a:pt x="1509" y="2499"/>
                    <a:pt x="804" y="2909"/>
                  </a:cubicBezTo>
                  <a:cubicBezTo>
                    <a:pt x="625" y="3016"/>
                    <a:pt x="465" y="3070"/>
                    <a:pt x="322" y="3070"/>
                  </a:cubicBezTo>
                  <a:cubicBezTo>
                    <a:pt x="170" y="3070"/>
                    <a:pt x="72" y="2989"/>
                    <a:pt x="1" y="2891"/>
                  </a:cubicBezTo>
                  <a:cubicBezTo>
                    <a:pt x="37" y="2900"/>
                    <a:pt x="63" y="2900"/>
                    <a:pt x="90" y="290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35"/>
            <p:cNvSpPr/>
            <p:nvPr/>
          </p:nvSpPr>
          <p:spPr>
            <a:xfrm>
              <a:off x="3097750" y="3345575"/>
              <a:ext cx="38825" cy="55100"/>
            </a:xfrm>
            <a:custGeom>
              <a:avLst/>
              <a:gdLst/>
              <a:ahLst/>
              <a:cxnLst/>
              <a:rect l="l" t="t" r="r" b="b"/>
              <a:pathLst>
                <a:path w="1553" h="2204" extrusionOk="0">
                  <a:moveTo>
                    <a:pt x="1" y="1972"/>
                  </a:moveTo>
                  <a:cubicBezTo>
                    <a:pt x="36" y="2025"/>
                    <a:pt x="81" y="2070"/>
                    <a:pt x="134" y="2097"/>
                  </a:cubicBezTo>
                  <a:lnTo>
                    <a:pt x="134" y="2097"/>
                  </a:lnTo>
                  <a:cubicBezTo>
                    <a:pt x="134" y="2097"/>
                    <a:pt x="134" y="2097"/>
                    <a:pt x="134" y="2097"/>
                  </a:cubicBezTo>
                  <a:lnTo>
                    <a:pt x="340" y="2204"/>
                  </a:lnTo>
                  <a:lnTo>
                    <a:pt x="1553" y="161"/>
                  </a:lnTo>
                  <a:lnTo>
                    <a:pt x="1553" y="161"/>
                  </a:lnTo>
                  <a:lnTo>
                    <a:pt x="1535" y="152"/>
                  </a:lnTo>
                  <a:cubicBezTo>
                    <a:pt x="1517" y="143"/>
                    <a:pt x="1499" y="134"/>
                    <a:pt x="1482" y="125"/>
                  </a:cubicBezTo>
                  <a:lnTo>
                    <a:pt x="1330" y="45"/>
                  </a:lnTo>
                  <a:lnTo>
                    <a:pt x="1330" y="45"/>
                  </a:lnTo>
                  <a:lnTo>
                    <a:pt x="1330" y="45"/>
                  </a:lnTo>
                  <a:cubicBezTo>
                    <a:pt x="1294" y="27"/>
                    <a:pt x="1259" y="9"/>
                    <a:pt x="1223" y="0"/>
                  </a:cubicBezTo>
                  <a:cubicBezTo>
                    <a:pt x="1143" y="45"/>
                    <a:pt x="1062" y="107"/>
                    <a:pt x="991" y="170"/>
                  </a:cubicBezTo>
                  <a:cubicBezTo>
                    <a:pt x="955" y="196"/>
                    <a:pt x="920" y="232"/>
                    <a:pt x="893" y="259"/>
                  </a:cubicBezTo>
                  <a:cubicBezTo>
                    <a:pt x="527" y="607"/>
                    <a:pt x="233" y="1088"/>
                    <a:pt x="90" y="1570"/>
                  </a:cubicBezTo>
                  <a:cubicBezTo>
                    <a:pt x="90" y="1570"/>
                    <a:pt x="81" y="1570"/>
                    <a:pt x="81" y="1579"/>
                  </a:cubicBezTo>
                  <a:cubicBezTo>
                    <a:pt x="45" y="1704"/>
                    <a:pt x="18" y="1838"/>
                    <a:pt x="1" y="1972"/>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35"/>
            <p:cNvSpPr/>
            <p:nvPr/>
          </p:nvSpPr>
          <p:spPr>
            <a:xfrm>
              <a:off x="3099750" y="3347125"/>
              <a:ext cx="42200" cy="55550"/>
            </a:xfrm>
            <a:custGeom>
              <a:avLst/>
              <a:gdLst/>
              <a:ahLst/>
              <a:cxnLst/>
              <a:rect l="l" t="t" r="r" b="b"/>
              <a:pathLst>
                <a:path w="1688" h="2222" extrusionOk="0">
                  <a:moveTo>
                    <a:pt x="1" y="1597"/>
                  </a:moveTo>
                  <a:cubicBezTo>
                    <a:pt x="1" y="1865"/>
                    <a:pt x="99" y="2052"/>
                    <a:pt x="260" y="2142"/>
                  </a:cubicBezTo>
                  <a:cubicBezTo>
                    <a:pt x="411" y="2222"/>
                    <a:pt x="616" y="2213"/>
                    <a:pt x="848" y="2079"/>
                  </a:cubicBezTo>
                  <a:cubicBezTo>
                    <a:pt x="1312" y="1812"/>
                    <a:pt x="1687" y="1160"/>
                    <a:pt x="1687" y="625"/>
                  </a:cubicBezTo>
                  <a:cubicBezTo>
                    <a:pt x="1687" y="375"/>
                    <a:pt x="1607" y="188"/>
                    <a:pt x="1473" y="99"/>
                  </a:cubicBezTo>
                  <a:cubicBezTo>
                    <a:pt x="1464" y="99"/>
                    <a:pt x="1464" y="90"/>
                    <a:pt x="1455" y="90"/>
                  </a:cubicBezTo>
                  <a:cubicBezTo>
                    <a:pt x="1437" y="81"/>
                    <a:pt x="1419" y="72"/>
                    <a:pt x="1402" y="63"/>
                  </a:cubicBezTo>
                  <a:cubicBezTo>
                    <a:pt x="1268" y="1"/>
                    <a:pt x="1098" y="18"/>
                    <a:pt x="911" y="108"/>
                  </a:cubicBezTo>
                  <a:cubicBezTo>
                    <a:pt x="875" y="134"/>
                    <a:pt x="840" y="170"/>
                    <a:pt x="813" y="197"/>
                  </a:cubicBezTo>
                  <a:cubicBezTo>
                    <a:pt x="447" y="545"/>
                    <a:pt x="153" y="1026"/>
                    <a:pt x="10" y="1508"/>
                  </a:cubicBezTo>
                  <a:cubicBezTo>
                    <a:pt x="1" y="1535"/>
                    <a:pt x="1" y="1571"/>
                    <a:pt x="1" y="1597"/>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35"/>
            <p:cNvSpPr/>
            <p:nvPr/>
          </p:nvSpPr>
          <p:spPr>
            <a:xfrm>
              <a:off x="3114475" y="3366975"/>
              <a:ext cx="14750" cy="18325"/>
            </a:xfrm>
            <a:custGeom>
              <a:avLst/>
              <a:gdLst/>
              <a:ahLst/>
              <a:cxnLst/>
              <a:rect l="l" t="t" r="r" b="b"/>
              <a:pathLst>
                <a:path w="590" h="733" extrusionOk="0">
                  <a:moveTo>
                    <a:pt x="1" y="491"/>
                  </a:moveTo>
                  <a:cubicBezTo>
                    <a:pt x="1" y="331"/>
                    <a:pt x="117" y="125"/>
                    <a:pt x="259" y="45"/>
                  </a:cubicBezTo>
                  <a:cubicBezTo>
                    <a:pt x="331" y="1"/>
                    <a:pt x="393" y="1"/>
                    <a:pt x="447" y="27"/>
                  </a:cubicBezTo>
                  <a:lnTo>
                    <a:pt x="447" y="27"/>
                  </a:lnTo>
                  <a:lnTo>
                    <a:pt x="447" y="27"/>
                  </a:lnTo>
                  <a:lnTo>
                    <a:pt x="447" y="27"/>
                  </a:lnTo>
                  <a:lnTo>
                    <a:pt x="590" y="108"/>
                  </a:lnTo>
                  <a:lnTo>
                    <a:pt x="215" y="732"/>
                  </a:lnTo>
                  <a:lnTo>
                    <a:pt x="81" y="661"/>
                  </a:lnTo>
                  <a:cubicBezTo>
                    <a:pt x="81" y="661"/>
                    <a:pt x="81" y="661"/>
                    <a:pt x="72" y="661"/>
                  </a:cubicBezTo>
                  <a:lnTo>
                    <a:pt x="72" y="661"/>
                  </a:lnTo>
                  <a:cubicBezTo>
                    <a:pt x="27" y="634"/>
                    <a:pt x="1" y="571"/>
                    <a:pt x="1" y="49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35"/>
            <p:cNvSpPr/>
            <p:nvPr/>
          </p:nvSpPr>
          <p:spPr>
            <a:xfrm>
              <a:off x="3117825" y="3367875"/>
              <a:ext cx="12950" cy="18975"/>
            </a:xfrm>
            <a:custGeom>
              <a:avLst/>
              <a:gdLst/>
              <a:ahLst/>
              <a:cxnLst/>
              <a:rect l="l" t="t" r="r" b="b"/>
              <a:pathLst>
                <a:path w="518" h="759" extrusionOk="0">
                  <a:moveTo>
                    <a:pt x="1" y="535"/>
                  </a:moveTo>
                  <a:cubicBezTo>
                    <a:pt x="1" y="696"/>
                    <a:pt x="117" y="758"/>
                    <a:pt x="259" y="678"/>
                  </a:cubicBezTo>
                  <a:cubicBezTo>
                    <a:pt x="402" y="598"/>
                    <a:pt x="518" y="393"/>
                    <a:pt x="518" y="232"/>
                  </a:cubicBezTo>
                  <a:cubicBezTo>
                    <a:pt x="518" y="72"/>
                    <a:pt x="402" y="0"/>
                    <a:pt x="259" y="80"/>
                  </a:cubicBezTo>
                  <a:cubicBezTo>
                    <a:pt x="117" y="170"/>
                    <a:pt x="1" y="366"/>
                    <a:pt x="1" y="535"/>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35"/>
            <p:cNvSpPr/>
            <p:nvPr/>
          </p:nvSpPr>
          <p:spPr>
            <a:xfrm>
              <a:off x="2953000" y="2921600"/>
              <a:ext cx="706350" cy="566500"/>
            </a:xfrm>
            <a:custGeom>
              <a:avLst/>
              <a:gdLst/>
              <a:ahLst/>
              <a:cxnLst/>
              <a:rect l="l" t="t" r="r" b="b"/>
              <a:pathLst>
                <a:path w="28254" h="22660" extrusionOk="0">
                  <a:moveTo>
                    <a:pt x="1" y="18270"/>
                  </a:moveTo>
                  <a:lnTo>
                    <a:pt x="1" y="22660"/>
                  </a:lnTo>
                  <a:lnTo>
                    <a:pt x="4854" y="19974"/>
                  </a:lnTo>
                  <a:lnTo>
                    <a:pt x="5015" y="19876"/>
                  </a:lnTo>
                  <a:cubicBezTo>
                    <a:pt x="4979" y="19725"/>
                    <a:pt x="4952" y="19546"/>
                    <a:pt x="4952" y="19350"/>
                  </a:cubicBezTo>
                  <a:cubicBezTo>
                    <a:pt x="4952" y="18128"/>
                    <a:pt x="5817" y="16638"/>
                    <a:pt x="6888" y="16022"/>
                  </a:cubicBezTo>
                  <a:cubicBezTo>
                    <a:pt x="7950" y="15407"/>
                    <a:pt x="8815" y="15898"/>
                    <a:pt x="8815" y="17120"/>
                  </a:cubicBezTo>
                  <a:cubicBezTo>
                    <a:pt x="8815" y="17316"/>
                    <a:pt x="8797" y="17521"/>
                    <a:pt x="8752" y="17717"/>
                  </a:cubicBezTo>
                  <a:lnTo>
                    <a:pt x="8770" y="17708"/>
                  </a:lnTo>
                  <a:lnTo>
                    <a:pt x="21295" y="10500"/>
                  </a:lnTo>
                  <a:cubicBezTo>
                    <a:pt x="21287" y="10420"/>
                    <a:pt x="21287" y="10340"/>
                    <a:pt x="21287" y="10251"/>
                  </a:cubicBezTo>
                  <a:cubicBezTo>
                    <a:pt x="21287" y="9028"/>
                    <a:pt x="22152" y="7539"/>
                    <a:pt x="23213" y="6923"/>
                  </a:cubicBezTo>
                  <a:cubicBezTo>
                    <a:pt x="24284" y="6307"/>
                    <a:pt x="25140" y="6798"/>
                    <a:pt x="25140" y="8020"/>
                  </a:cubicBezTo>
                  <a:cubicBezTo>
                    <a:pt x="25140" y="8109"/>
                    <a:pt x="25140" y="8199"/>
                    <a:pt x="25131" y="8288"/>
                  </a:cubicBezTo>
                  <a:lnTo>
                    <a:pt x="28254" y="6486"/>
                  </a:lnTo>
                  <a:lnTo>
                    <a:pt x="28254" y="2123"/>
                  </a:lnTo>
                  <a:lnTo>
                    <a:pt x="23900" y="3051"/>
                  </a:lnTo>
                  <a:lnTo>
                    <a:pt x="22767" y="0"/>
                  </a:lnTo>
                  <a:lnTo>
                    <a:pt x="12526" y="5915"/>
                  </a:lnTo>
                  <a:lnTo>
                    <a:pt x="10813" y="10616"/>
                  </a:lnTo>
                  <a:close/>
                </a:path>
              </a:pathLst>
            </a:custGeom>
            <a:solidFill>
              <a:srgbClr val="55D6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35"/>
            <p:cNvSpPr/>
            <p:nvPr/>
          </p:nvSpPr>
          <p:spPr>
            <a:xfrm>
              <a:off x="3231800" y="3019725"/>
              <a:ext cx="311350" cy="297775"/>
            </a:xfrm>
            <a:custGeom>
              <a:avLst/>
              <a:gdLst/>
              <a:ahLst/>
              <a:cxnLst/>
              <a:rect l="l" t="t" r="r" b="b"/>
              <a:pathLst>
                <a:path w="12454" h="11911" extrusionOk="0">
                  <a:moveTo>
                    <a:pt x="0" y="7191"/>
                  </a:moveTo>
                  <a:lnTo>
                    <a:pt x="0" y="11910"/>
                  </a:lnTo>
                  <a:lnTo>
                    <a:pt x="188" y="11803"/>
                  </a:lnTo>
                  <a:lnTo>
                    <a:pt x="9813" y="6236"/>
                  </a:lnTo>
                  <a:cubicBezTo>
                    <a:pt x="9813" y="6227"/>
                    <a:pt x="9813" y="6210"/>
                    <a:pt x="9813" y="6201"/>
                  </a:cubicBezTo>
                  <a:cubicBezTo>
                    <a:pt x="9813" y="4970"/>
                    <a:pt x="10679" y="3480"/>
                    <a:pt x="11740" y="2864"/>
                  </a:cubicBezTo>
                  <a:cubicBezTo>
                    <a:pt x="11990" y="2721"/>
                    <a:pt x="12231" y="2641"/>
                    <a:pt x="12454" y="2614"/>
                  </a:cubicBezTo>
                  <a:lnTo>
                    <a:pt x="12454" y="1"/>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35"/>
            <p:cNvSpPr/>
            <p:nvPr/>
          </p:nvSpPr>
          <p:spPr>
            <a:xfrm>
              <a:off x="3236475" y="3020625"/>
              <a:ext cx="302000" cy="288825"/>
            </a:xfrm>
            <a:custGeom>
              <a:avLst/>
              <a:gdLst/>
              <a:ahLst/>
              <a:cxnLst/>
              <a:rect l="l" t="t" r="r" b="b"/>
              <a:pathLst>
                <a:path w="12080" h="11553" extrusionOk="0">
                  <a:moveTo>
                    <a:pt x="9448" y="6102"/>
                  </a:moveTo>
                  <a:cubicBezTo>
                    <a:pt x="9475" y="4826"/>
                    <a:pt x="10367" y="3301"/>
                    <a:pt x="11464" y="2677"/>
                  </a:cubicBezTo>
                  <a:cubicBezTo>
                    <a:pt x="11678" y="2552"/>
                    <a:pt x="11883" y="2462"/>
                    <a:pt x="12080" y="2418"/>
                  </a:cubicBezTo>
                  <a:lnTo>
                    <a:pt x="12080" y="0"/>
                  </a:lnTo>
                  <a:lnTo>
                    <a:pt x="1" y="6923"/>
                  </a:lnTo>
                  <a:lnTo>
                    <a:pt x="1" y="11553"/>
                  </a:lnTo>
                  <a:close/>
                </a:path>
              </a:pathLst>
            </a:custGeom>
            <a:solidFill>
              <a:srgbClr val="55D6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35"/>
            <p:cNvSpPr/>
            <p:nvPr/>
          </p:nvSpPr>
          <p:spPr>
            <a:xfrm>
              <a:off x="3231800" y="2937200"/>
              <a:ext cx="311350" cy="244025"/>
            </a:xfrm>
            <a:custGeom>
              <a:avLst/>
              <a:gdLst/>
              <a:ahLst/>
              <a:cxnLst/>
              <a:rect l="l" t="t" r="r" b="b"/>
              <a:pathLst>
                <a:path w="12454" h="9761" extrusionOk="0">
                  <a:moveTo>
                    <a:pt x="12454" y="2570"/>
                  </a:moveTo>
                  <a:lnTo>
                    <a:pt x="11428" y="1"/>
                  </a:lnTo>
                  <a:lnTo>
                    <a:pt x="1535" y="5710"/>
                  </a:lnTo>
                  <a:lnTo>
                    <a:pt x="0" y="976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35"/>
            <p:cNvSpPr/>
            <p:nvPr/>
          </p:nvSpPr>
          <p:spPr>
            <a:xfrm>
              <a:off x="3240725" y="2943900"/>
              <a:ext cx="296650" cy="226850"/>
            </a:xfrm>
            <a:custGeom>
              <a:avLst/>
              <a:gdLst/>
              <a:ahLst/>
              <a:cxnLst/>
              <a:rect l="l" t="t" r="r" b="b"/>
              <a:pathLst>
                <a:path w="11866" h="9074" extrusionOk="0">
                  <a:moveTo>
                    <a:pt x="0" y="9073"/>
                  </a:moveTo>
                  <a:lnTo>
                    <a:pt x="1802" y="8038"/>
                  </a:lnTo>
                  <a:lnTo>
                    <a:pt x="7057" y="5005"/>
                  </a:lnTo>
                  <a:lnTo>
                    <a:pt x="9233" y="3747"/>
                  </a:lnTo>
                  <a:lnTo>
                    <a:pt x="11856" y="2231"/>
                  </a:lnTo>
                  <a:lnTo>
                    <a:pt x="11865" y="2222"/>
                  </a:lnTo>
                  <a:lnTo>
                    <a:pt x="10982" y="0"/>
                  </a:lnTo>
                  <a:lnTo>
                    <a:pt x="9483" y="866"/>
                  </a:lnTo>
                  <a:lnTo>
                    <a:pt x="6521" y="2579"/>
                  </a:lnTo>
                  <a:lnTo>
                    <a:pt x="4336" y="3836"/>
                  </a:lnTo>
                  <a:lnTo>
                    <a:pt x="1320" y="5576"/>
                  </a:lnTo>
                  <a:lnTo>
                    <a:pt x="589" y="752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35"/>
            <p:cNvSpPr/>
            <p:nvPr/>
          </p:nvSpPr>
          <p:spPr>
            <a:xfrm>
              <a:off x="3477800" y="2943900"/>
              <a:ext cx="59575" cy="55775"/>
            </a:xfrm>
            <a:custGeom>
              <a:avLst/>
              <a:gdLst/>
              <a:ahLst/>
              <a:cxnLst/>
              <a:rect l="l" t="t" r="r" b="b"/>
              <a:pathLst>
                <a:path w="2383" h="2231" extrusionOk="0">
                  <a:moveTo>
                    <a:pt x="0" y="866"/>
                  </a:moveTo>
                  <a:lnTo>
                    <a:pt x="2373" y="2231"/>
                  </a:lnTo>
                  <a:lnTo>
                    <a:pt x="2382" y="2222"/>
                  </a:lnTo>
                  <a:lnTo>
                    <a:pt x="1499"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35"/>
            <p:cNvSpPr/>
            <p:nvPr/>
          </p:nvSpPr>
          <p:spPr>
            <a:xfrm>
              <a:off x="3403750" y="2943900"/>
              <a:ext cx="133625" cy="93700"/>
            </a:xfrm>
            <a:custGeom>
              <a:avLst/>
              <a:gdLst/>
              <a:ahLst/>
              <a:cxnLst/>
              <a:rect l="l" t="t" r="r" b="b"/>
              <a:pathLst>
                <a:path w="5345" h="3748" extrusionOk="0">
                  <a:moveTo>
                    <a:pt x="0" y="2579"/>
                  </a:moveTo>
                  <a:lnTo>
                    <a:pt x="2712" y="3747"/>
                  </a:lnTo>
                  <a:lnTo>
                    <a:pt x="5335" y="2231"/>
                  </a:lnTo>
                  <a:lnTo>
                    <a:pt x="5344" y="2222"/>
                  </a:lnTo>
                  <a:lnTo>
                    <a:pt x="4461" y="0"/>
                  </a:lnTo>
                  <a:lnTo>
                    <a:pt x="2962" y="866"/>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35"/>
            <p:cNvSpPr/>
            <p:nvPr/>
          </p:nvSpPr>
          <p:spPr>
            <a:xfrm>
              <a:off x="3255425" y="3039800"/>
              <a:ext cx="161725" cy="105075"/>
            </a:xfrm>
            <a:custGeom>
              <a:avLst/>
              <a:gdLst/>
              <a:ahLst/>
              <a:cxnLst/>
              <a:rect l="l" t="t" r="r" b="b"/>
              <a:pathLst>
                <a:path w="6469" h="4203" extrusionOk="0">
                  <a:moveTo>
                    <a:pt x="1" y="3685"/>
                  </a:moveTo>
                  <a:lnTo>
                    <a:pt x="1214" y="4202"/>
                  </a:lnTo>
                  <a:lnTo>
                    <a:pt x="6469" y="1169"/>
                  </a:lnTo>
                  <a:lnTo>
                    <a:pt x="3748" y="0"/>
                  </a:lnTo>
                  <a:lnTo>
                    <a:pt x="732" y="174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5"/>
            <p:cNvSpPr/>
            <p:nvPr/>
          </p:nvSpPr>
          <p:spPr>
            <a:xfrm>
              <a:off x="3374525" y="3096225"/>
              <a:ext cx="4700" cy="137625"/>
            </a:xfrm>
            <a:custGeom>
              <a:avLst/>
              <a:gdLst/>
              <a:ahLst/>
              <a:cxnLst/>
              <a:rect l="l" t="t" r="r" b="b"/>
              <a:pathLst>
                <a:path w="188" h="5505" extrusionOk="0">
                  <a:moveTo>
                    <a:pt x="1" y="5505"/>
                  </a:moveTo>
                  <a:lnTo>
                    <a:pt x="188" y="5398"/>
                  </a:lnTo>
                  <a:lnTo>
                    <a:pt x="188" y="0"/>
                  </a:lnTo>
                  <a:lnTo>
                    <a:pt x="1" y="99"/>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5"/>
            <p:cNvSpPr/>
            <p:nvPr/>
          </p:nvSpPr>
          <p:spPr>
            <a:xfrm>
              <a:off x="3231800" y="3178525"/>
              <a:ext cx="4700" cy="133600"/>
            </a:xfrm>
            <a:custGeom>
              <a:avLst/>
              <a:gdLst/>
              <a:ahLst/>
              <a:cxnLst/>
              <a:rect l="l" t="t" r="r" b="b"/>
              <a:pathLst>
                <a:path w="188" h="5344" extrusionOk="0">
                  <a:moveTo>
                    <a:pt x="0" y="107"/>
                  </a:moveTo>
                  <a:lnTo>
                    <a:pt x="0" y="5344"/>
                  </a:lnTo>
                  <a:lnTo>
                    <a:pt x="188" y="5237"/>
                  </a:lnTo>
                  <a:lnTo>
                    <a:pt x="188" y="0"/>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5"/>
            <p:cNvSpPr/>
            <p:nvPr/>
          </p:nvSpPr>
          <p:spPr>
            <a:xfrm>
              <a:off x="3538450" y="3001450"/>
              <a:ext cx="4700" cy="79625"/>
            </a:xfrm>
            <a:custGeom>
              <a:avLst/>
              <a:gdLst/>
              <a:ahLst/>
              <a:cxnLst/>
              <a:rect l="l" t="t" r="r" b="b"/>
              <a:pathLst>
                <a:path w="188" h="3185" extrusionOk="0">
                  <a:moveTo>
                    <a:pt x="1" y="107"/>
                  </a:moveTo>
                  <a:lnTo>
                    <a:pt x="1" y="3185"/>
                  </a:lnTo>
                  <a:lnTo>
                    <a:pt x="188" y="3078"/>
                  </a:lnTo>
                  <a:lnTo>
                    <a:pt x="188" y="0"/>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35"/>
            <p:cNvSpPr/>
            <p:nvPr/>
          </p:nvSpPr>
          <p:spPr>
            <a:xfrm>
              <a:off x="2695850" y="3232050"/>
              <a:ext cx="257175" cy="256050"/>
            </a:xfrm>
            <a:custGeom>
              <a:avLst/>
              <a:gdLst/>
              <a:ahLst/>
              <a:cxnLst/>
              <a:rect l="l" t="t" r="r" b="b"/>
              <a:pathLst>
                <a:path w="10287" h="10242" extrusionOk="0">
                  <a:moveTo>
                    <a:pt x="10287" y="10242"/>
                  </a:moveTo>
                  <a:lnTo>
                    <a:pt x="1" y="4389"/>
                  </a:lnTo>
                  <a:lnTo>
                    <a:pt x="1" y="0"/>
                  </a:lnTo>
                  <a:lnTo>
                    <a:pt x="10287" y="5852"/>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5"/>
            <p:cNvSpPr/>
            <p:nvPr/>
          </p:nvSpPr>
          <p:spPr>
            <a:xfrm>
              <a:off x="2695850" y="3040700"/>
              <a:ext cx="527500" cy="337675"/>
            </a:xfrm>
            <a:custGeom>
              <a:avLst/>
              <a:gdLst/>
              <a:ahLst/>
              <a:cxnLst/>
              <a:rect l="l" t="t" r="r" b="b"/>
              <a:pathLst>
                <a:path w="21100" h="13507" extrusionOk="0">
                  <a:moveTo>
                    <a:pt x="10287" y="13506"/>
                  </a:moveTo>
                  <a:lnTo>
                    <a:pt x="1" y="7654"/>
                  </a:lnTo>
                  <a:lnTo>
                    <a:pt x="10813" y="0"/>
                  </a:lnTo>
                  <a:lnTo>
                    <a:pt x="21099" y="5852"/>
                  </a:lnTo>
                  <a:close/>
                </a:path>
              </a:pathLst>
            </a:custGeom>
            <a:solidFill>
              <a:srgbClr val="55D6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35"/>
            <p:cNvSpPr/>
            <p:nvPr/>
          </p:nvSpPr>
          <p:spPr>
            <a:xfrm>
              <a:off x="3009000" y="2775300"/>
              <a:ext cx="513200" cy="294175"/>
            </a:xfrm>
            <a:custGeom>
              <a:avLst/>
              <a:gdLst/>
              <a:ahLst/>
              <a:cxnLst/>
              <a:rect l="l" t="t" r="r" b="b"/>
              <a:pathLst>
                <a:path w="20528" h="11767" extrusionOk="0">
                  <a:moveTo>
                    <a:pt x="10286" y="11767"/>
                  </a:moveTo>
                  <a:lnTo>
                    <a:pt x="20527" y="5852"/>
                  </a:lnTo>
                  <a:lnTo>
                    <a:pt x="10241" y="0"/>
                  </a:lnTo>
                  <a:lnTo>
                    <a:pt x="0" y="5915"/>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35"/>
            <p:cNvSpPr/>
            <p:nvPr/>
          </p:nvSpPr>
          <p:spPr>
            <a:xfrm>
              <a:off x="3009000" y="2775300"/>
              <a:ext cx="513200" cy="147875"/>
            </a:xfrm>
            <a:custGeom>
              <a:avLst/>
              <a:gdLst/>
              <a:ahLst/>
              <a:cxnLst/>
              <a:rect l="l" t="t" r="r" b="b"/>
              <a:pathLst>
                <a:path w="20528" h="5915" extrusionOk="0">
                  <a:moveTo>
                    <a:pt x="20527" y="5852"/>
                  </a:moveTo>
                  <a:lnTo>
                    <a:pt x="0" y="5915"/>
                  </a:lnTo>
                  <a:lnTo>
                    <a:pt x="1024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35"/>
            <p:cNvSpPr/>
            <p:nvPr/>
          </p:nvSpPr>
          <p:spPr>
            <a:xfrm>
              <a:off x="3108900" y="2980025"/>
              <a:ext cx="312275" cy="89450"/>
            </a:xfrm>
            <a:custGeom>
              <a:avLst/>
              <a:gdLst/>
              <a:ahLst/>
              <a:cxnLst/>
              <a:rect l="l" t="t" r="r" b="b"/>
              <a:pathLst>
                <a:path w="12491" h="3578" extrusionOk="0">
                  <a:moveTo>
                    <a:pt x="12490" y="1"/>
                  </a:moveTo>
                  <a:lnTo>
                    <a:pt x="1" y="1"/>
                  </a:lnTo>
                  <a:lnTo>
                    <a:pt x="6290" y="3578"/>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35"/>
            <p:cNvSpPr/>
            <p:nvPr/>
          </p:nvSpPr>
          <p:spPr>
            <a:xfrm>
              <a:off x="3147050" y="2820800"/>
              <a:ext cx="147000" cy="145875"/>
            </a:xfrm>
            <a:custGeom>
              <a:avLst/>
              <a:gdLst/>
              <a:ahLst/>
              <a:cxnLst/>
              <a:rect l="l" t="t" r="r" b="b"/>
              <a:pathLst>
                <a:path w="5880" h="5835" extrusionOk="0">
                  <a:moveTo>
                    <a:pt x="5879" y="5834"/>
                  </a:moveTo>
                  <a:lnTo>
                    <a:pt x="5014" y="5834"/>
                  </a:lnTo>
                  <a:lnTo>
                    <a:pt x="0" y="3105"/>
                  </a:lnTo>
                  <a:lnTo>
                    <a:pt x="179" y="1294"/>
                  </a:lnTo>
                  <a:lnTo>
                    <a:pt x="2222"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5"/>
            <p:cNvSpPr/>
            <p:nvPr/>
          </p:nvSpPr>
          <p:spPr>
            <a:xfrm>
              <a:off x="3179600" y="2853125"/>
              <a:ext cx="172875" cy="99950"/>
            </a:xfrm>
            <a:custGeom>
              <a:avLst/>
              <a:gdLst/>
              <a:ahLst/>
              <a:cxnLst/>
              <a:rect l="l" t="t" r="r" b="b"/>
              <a:pathLst>
                <a:path w="6915" h="3998" extrusionOk="0">
                  <a:moveTo>
                    <a:pt x="6914" y="2650"/>
                  </a:moveTo>
                  <a:lnTo>
                    <a:pt x="2338" y="1"/>
                  </a:lnTo>
                  <a:lnTo>
                    <a:pt x="1" y="1348"/>
                  </a:lnTo>
                  <a:lnTo>
                    <a:pt x="4577" y="3997"/>
                  </a:ln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5"/>
            <p:cNvSpPr/>
            <p:nvPr/>
          </p:nvSpPr>
          <p:spPr>
            <a:xfrm>
              <a:off x="3179600" y="2886800"/>
              <a:ext cx="114450" cy="79875"/>
            </a:xfrm>
            <a:custGeom>
              <a:avLst/>
              <a:gdLst/>
              <a:ahLst/>
              <a:cxnLst/>
              <a:rect l="l" t="t" r="r" b="b"/>
              <a:pathLst>
                <a:path w="4578" h="3195" extrusionOk="0">
                  <a:moveTo>
                    <a:pt x="1" y="1"/>
                  </a:moveTo>
                  <a:lnTo>
                    <a:pt x="1" y="545"/>
                  </a:lnTo>
                  <a:lnTo>
                    <a:pt x="4577" y="3194"/>
                  </a:lnTo>
                  <a:lnTo>
                    <a:pt x="4577" y="2650"/>
                  </a:lnTo>
                  <a:close/>
                </a:path>
              </a:pathLst>
            </a:custGeom>
            <a:solidFill>
              <a:srgbClr val="1A1A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5"/>
            <p:cNvSpPr/>
            <p:nvPr/>
          </p:nvSpPr>
          <p:spPr>
            <a:xfrm>
              <a:off x="3294025" y="2919375"/>
              <a:ext cx="58450" cy="47300"/>
            </a:xfrm>
            <a:custGeom>
              <a:avLst/>
              <a:gdLst/>
              <a:ahLst/>
              <a:cxnLst/>
              <a:rect l="l" t="t" r="r" b="b"/>
              <a:pathLst>
                <a:path w="2338" h="1892" extrusionOk="0">
                  <a:moveTo>
                    <a:pt x="2337" y="0"/>
                  </a:moveTo>
                  <a:lnTo>
                    <a:pt x="2337" y="544"/>
                  </a:lnTo>
                  <a:lnTo>
                    <a:pt x="0" y="1891"/>
                  </a:lnTo>
                  <a:lnTo>
                    <a:pt x="0" y="1347"/>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5"/>
            <p:cNvSpPr/>
            <p:nvPr/>
          </p:nvSpPr>
          <p:spPr>
            <a:xfrm>
              <a:off x="3294675" y="2869175"/>
              <a:ext cx="53350" cy="81450"/>
            </a:xfrm>
            <a:custGeom>
              <a:avLst/>
              <a:gdLst/>
              <a:ahLst/>
              <a:cxnLst/>
              <a:rect l="l" t="t" r="r" b="b"/>
              <a:pathLst>
                <a:path w="2134" h="3258" extrusionOk="0">
                  <a:moveTo>
                    <a:pt x="1" y="3257"/>
                  </a:moveTo>
                  <a:lnTo>
                    <a:pt x="2133" y="2026"/>
                  </a:lnTo>
                  <a:lnTo>
                    <a:pt x="1669" y="1"/>
                  </a:lnTo>
                  <a:lnTo>
                    <a:pt x="465" y="706"/>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35"/>
            <p:cNvSpPr/>
            <p:nvPr/>
          </p:nvSpPr>
          <p:spPr>
            <a:xfrm>
              <a:off x="3197000" y="2806525"/>
              <a:ext cx="139425" cy="80300"/>
            </a:xfrm>
            <a:custGeom>
              <a:avLst/>
              <a:gdLst/>
              <a:ahLst/>
              <a:cxnLst/>
              <a:rect l="l" t="t" r="r" b="b"/>
              <a:pathLst>
                <a:path w="5577" h="3212" extrusionOk="0">
                  <a:moveTo>
                    <a:pt x="1" y="705"/>
                  </a:moveTo>
                  <a:lnTo>
                    <a:pt x="4372" y="3212"/>
                  </a:lnTo>
                  <a:lnTo>
                    <a:pt x="5576" y="2507"/>
                  </a:lnTo>
                  <a:lnTo>
                    <a:pt x="1205" y="0"/>
                  </a:ln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5"/>
            <p:cNvSpPr/>
            <p:nvPr/>
          </p:nvSpPr>
          <p:spPr>
            <a:xfrm>
              <a:off x="3185400" y="2824125"/>
              <a:ext cx="120900" cy="126500"/>
            </a:xfrm>
            <a:custGeom>
              <a:avLst/>
              <a:gdLst/>
              <a:ahLst/>
              <a:cxnLst/>
              <a:rect l="l" t="t" r="r" b="b"/>
              <a:pathLst>
                <a:path w="4836" h="5060" extrusionOk="0">
                  <a:moveTo>
                    <a:pt x="1" y="2552"/>
                  </a:moveTo>
                  <a:lnTo>
                    <a:pt x="4372" y="5059"/>
                  </a:lnTo>
                  <a:lnTo>
                    <a:pt x="4836" y="2508"/>
                  </a:lnTo>
                  <a:lnTo>
                    <a:pt x="465" y="1"/>
                  </a:lnTo>
                  <a:close/>
                </a:path>
              </a:pathLst>
            </a:custGeom>
            <a:solidFill>
              <a:srgbClr val="1A1A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5"/>
            <p:cNvSpPr/>
            <p:nvPr/>
          </p:nvSpPr>
          <p:spPr>
            <a:xfrm>
              <a:off x="3197000" y="2824125"/>
              <a:ext cx="109300" cy="104400"/>
            </a:xfrm>
            <a:custGeom>
              <a:avLst/>
              <a:gdLst/>
              <a:ahLst/>
              <a:cxnLst/>
              <a:rect l="l" t="t" r="r" b="b"/>
              <a:pathLst>
                <a:path w="4372" h="4176" extrusionOk="0">
                  <a:moveTo>
                    <a:pt x="4372" y="2508"/>
                  </a:moveTo>
                  <a:lnTo>
                    <a:pt x="3480" y="4176"/>
                  </a:lnTo>
                  <a:lnTo>
                    <a:pt x="1" y="2142"/>
                  </a:lnTo>
                  <a:lnTo>
                    <a:pt x="1" y="1"/>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5"/>
            <p:cNvSpPr/>
            <p:nvPr/>
          </p:nvSpPr>
          <p:spPr>
            <a:xfrm>
              <a:off x="2983350" y="2943225"/>
              <a:ext cx="95475" cy="90575"/>
            </a:xfrm>
            <a:custGeom>
              <a:avLst/>
              <a:gdLst/>
              <a:ahLst/>
              <a:cxnLst/>
              <a:rect l="l" t="t" r="r" b="b"/>
              <a:pathLst>
                <a:path w="3819" h="3623" extrusionOk="0">
                  <a:moveTo>
                    <a:pt x="0" y="3623"/>
                  </a:moveTo>
                  <a:lnTo>
                    <a:pt x="3818" y="1419"/>
                  </a:lnTo>
                  <a:lnTo>
                    <a:pt x="1320"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5"/>
            <p:cNvSpPr/>
            <p:nvPr/>
          </p:nvSpPr>
          <p:spPr>
            <a:xfrm>
              <a:off x="3101325" y="3012800"/>
              <a:ext cx="13850" cy="14750"/>
            </a:xfrm>
            <a:custGeom>
              <a:avLst/>
              <a:gdLst/>
              <a:ahLst/>
              <a:cxnLst/>
              <a:rect l="l" t="t" r="r" b="b"/>
              <a:pathLst>
                <a:path w="554" h="590" extrusionOk="0">
                  <a:moveTo>
                    <a:pt x="36" y="349"/>
                  </a:moveTo>
                  <a:lnTo>
                    <a:pt x="411" y="572"/>
                  </a:lnTo>
                  <a:cubicBezTo>
                    <a:pt x="446" y="590"/>
                    <a:pt x="482" y="572"/>
                    <a:pt x="500" y="536"/>
                  </a:cubicBezTo>
                  <a:lnTo>
                    <a:pt x="545" y="394"/>
                  </a:lnTo>
                  <a:cubicBezTo>
                    <a:pt x="553" y="367"/>
                    <a:pt x="545" y="340"/>
                    <a:pt x="518" y="322"/>
                  </a:cubicBezTo>
                  <a:lnTo>
                    <a:pt x="357" y="233"/>
                  </a:lnTo>
                  <a:lnTo>
                    <a:pt x="455" y="28"/>
                  </a:lnTo>
                  <a:lnTo>
                    <a:pt x="393" y="1"/>
                  </a:lnTo>
                  <a:lnTo>
                    <a:pt x="304" y="197"/>
                  </a:lnTo>
                  <a:lnTo>
                    <a:pt x="143" y="99"/>
                  </a:lnTo>
                  <a:cubicBezTo>
                    <a:pt x="107" y="81"/>
                    <a:pt x="72" y="99"/>
                    <a:pt x="54" y="135"/>
                  </a:cubicBezTo>
                  <a:lnTo>
                    <a:pt x="9" y="286"/>
                  </a:lnTo>
                  <a:cubicBezTo>
                    <a:pt x="0" y="313"/>
                    <a:pt x="9" y="340"/>
                    <a:pt x="36" y="349"/>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5"/>
            <p:cNvSpPr/>
            <p:nvPr/>
          </p:nvSpPr>
          <p:spPr>
            <a:xfrm>
              <a:off x="2982675" y="3025750"/>
              <a:ext cx="238650" cy="141200"/>
            </a:xfrm>
            <a:custGeom>
              <a:avLst/>
              <a:gdLst/>
              <a:ahLst/>
              <a:cxnLst/>
              <a:rect l="l" t="t" r="r" b="b"/>
              <a:pathLst>
                <a:path w="9546" h="5648" extrusionOk="0">
                  <a:moveTo>
                    <a:pt x="0" y="348"/>
                  </a:moveTo>
                  <a:lnTo>
                    <a:pt x="589" y="0"/>
                  </a:lnTo>
                  <a:lnTo>
                    <a:pt x="9546" y="5068"/>
                  </a:lnTo>
                  <a:lnTo>
                    <a:pt x="9332" y="5647"/>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35"/>
            <p:cNvSpPr/>
            <p:nvPr/>
          </p:nvSpPr>
          <p:spPr>
            <a:xfrm>
              <a:off x="3044225" y="3069450"/>
              <a:ext cx="194950" cy="97500"/>
            </a:xfrm>
            <a:custGeom>
              <a:avLst/>
              <a:gdLst/>
              <a:ahLst/>
              <a:cxnLst/>
              <a:rect l="l" t="t" r="r" b="b"/>
              <a:pathLst>
                <a:path w="7798" h="3900" extrusionOk="0">
                  <a:moveTo>
                    <a:pt x="7798" y="1339"/>
                  </a:moveTo>
                  <a:lnTo>
                    <a:pt x="1" y="1"/>
                  </a:lnTo>
                  <a:lnTo>
                    <a:pt x="6870" y="3899"/>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35"/>
            <p:cNvSpPr/>
            <p:nvPr/>
          </p:nvSpPr>
          <p:spPr>
            <a:xfrm>
              <a:off x="2983125" y="2943225"/>
              <a:ext cx="266100" cy="132500"/>
            </a:xfrm>
            <a:custGeom>
              <a:avLst/>
              <a:gdLst/>
              <a:ahLst/>
              <a:cxnLst/>
              <a:rect l="l" t="t" r="r" b="b"/>
              <a:pathLst>
                <a:path w="10644" h="5300" extrusionOk="0">
                  <a:moveTo>
                    <a:pt x="10643" y="5300"/>
                  </a:moveTo>
                  <a:lnTo>
                    <a:pt x="0" y="3649"/>
                  </a:lnTo>
                  <a:lnTo>
                    <a:pt x="132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35"/>
            <p:cNvSpPr/>
            <p:nvPr/>
          </p:nvSpPr>
          <p:spPr>
            <a:xfrm>
              <a:off x="3098650" y="3003450"/>
              <a:ext cx="35025" cy="35700"/>
            </a:xfrm>
            <a:custGeom>
              <a:avLst/>
              <a:gdLst/>
              <a:ahLst/>
              <a:cxnLst/>
              <a:rect l="l" t="t" r="r" b="b"/>
              <a:pathLst>
                <a:path w="1401" h="1428" extrusionOk="0">
                  <a:moveTo>
                    <a:pt x="90" y="821"/>
                  </a:moveTo>
                  <a:lnTo>
                    <a:pt x="1053" y="1383"/>
                  </a:lnTo>
                  <a:cubicBezTo>
                    <a:pt x="1133" y="1428"/>
                    <a:pt x="1231" y="1392"/>
                    <a:pt x="1258" y="1303"/>
                  </a:cubicBezTo>
                  <a:lnTo>
                    <a:pt x="1383" y="928"/>
                  </a:lnTo>
                  <a:cubicBezTo>
                    <a:pt x="1401" y="866"/>
                    <a:pt x="1374" y="794"/>
                    <a:pt x="1312" y="759"/>
                  </a:cubicBezTo>
                  <a:lnTo>
                    <a:pt x="910" y="518"/>
                  </a:lnTo>
                  <a:lnTo>
                    <a:pt x="1107" y="81"/>
                  </a:lnTo>
                  <a:lnTo>
                    <a:pt x="964" y="0"/>
                  </a:lnTo>
                  <a:lnTo>
                    <a:pt x="768" y="429"/>
                  </a:lnTo>
                  <a:lnTo>
                    <a:pt x="357" y="188"/>
                  </a:lnTo>
                  <a:cubicBezTo>
                    <a:pt x="277" y="143"/>
                    <a:pt x="170" y="179"/>
                    <a:pt x="143" y="268"/>
                  </a:cubicBezTo>
                  <a:lnTo>
                    <a:pt x="18" y="652"/>
                  </a:lnTo>
                  <a:cubicBezTo>
                    <a:pt x="0" y="714"/>
                    <a:pt x="27" y="785"/>
                    <a:pt x="90" y="82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35"/>
            <p:cNvSpPr/>
            <p:nvPr/>
          </p:nvSpPr>
          <p:spPr>
            <a:xfrm>
              <a:off x="3249400" y="3165575"/>
              <a:ext cx="33275" cy="47975"/>
            </a:xfrm>
            <a:custGeom>
              <a:avLst/>
              <a:gdLst/>
              <a:ahLst/>
              <a:cxnLst/>
              <a:rect l="l" t="t" r="r" b="b"/>
              <a:pathLst>
                <a:path w="1331" h="1919" extrusionOk="0">
                  <a:moveTo>
                    <a:pt x="840" y="1919"/>
                  </a:moveTo>
                  <a:cubicBezTo>
                    <a:pt x="920" y="1919"/>
                    <a:pt x="1000" y="1901"/>
                    <a:pt x="1080" y="1856"/>
                  </a:cubicBezTo>
                  <a:cubicBezTo>
                    <a:pt x="1232" y="1767"/>
                    <a:pt x="1330" y="1607"/>
                    <a:pt x="1330" y="1428"/>
                  </a:cubicBezTo>
                  <a:lnTo>
                    <a:pt x="1330" y="188"/>
                  </a:lnTo>
                  <a:cubicBezTo>
                    <a:pt x="1330" y="90"/>
                    <a:pt x="1250" y="1"/>
                    <a:pt x="1143" y="1"/>
                  </a:cubicBezTo>
                  <a:cubicBezTo>
                    <a:pt x="1036" y="1"/>
                    <a:pt x="947" y="90"/>
                    <a:pt x="947" y="188"/>
                  </a:cubicBezTo>
                  <a:lnTo>
                    <a:pt x="947" y="1428"/>
                  </a:lnTo>
                  <a:cubicBezTo>
                    <a:pt x="947" y="1482"/>
                    <a:pt x="911" y="1509"/>
                    <a:pt x="893" y="1526"/>
                  </a:cubicBezTo>
                  <a:cubicBezTo>
                    <a:pt x="875" y="1535"/>
                    <a:pt x="831" y="1553"/>
                    <a:pt x="777" y="1517"/>
                  </a:cubicBezTo>
                  <a:lnTo>
                    <a:pt x="322" y="1214"/>
                  </a:lnTo>
                  <a:cubicBezTo>
                    <a:pt x="233" y="1161"/>
                    <a:pt x="117" y="1187"/>
                    <a:pt x="54" y="1277"/>
                  </a:cubicBezTo>
                  <a:cubicBezTo>
                    <a:pt x="1" y="1366"/>
                    <a:pt x="28" y="1482"/>
                    <a:pt x="117" y="1535"/>
                  </a:cubicBezTo>
                  <a:lnTo>
                    <a:pt x="581" y="1839"/>
                  </a:lnTo>
                  <a:cubicBezTo>
                    <a:pt x="661" y="1892"/>
                    <a:pt x="750" y="1919"/>
                    <a:pt x="840" y="1919"/>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5"/>
            <p:cNvSpPr/>
            <p:nvPr/>
          </p:nvSpPr>
          <p:spPr>
            <a:xfrm>
              <a:off x="3257450" y="3154650"/>
              <a:ext cx="50650" cy="46875"/>
            </a:xfrm>
            <a:custGeom>
              <a:avLst/>
              <a:gdLst/>
              <a:ahLst/>
              <a:cxnLst/>
              <a:rect l="l" t="t" r="r" b="b"/>
              <a:pathLst>
                <a:path w="2026" h="1875" extrusionOk="0">
                  <a:moveTo>
                    <a:pt x="259" y="964"/>
                  </a:moveTo>
                  <a:cubicBezTo>
                    <a:pt x="259" y="973"/>
                    <a:pt x="259" y="973"/>
                    <a:pt x="259" y="973"/>
                  </a:cubicBezTo>
                  <a:cubicBezTo>
                    <a:pt x="455" y="1089"/>
                    <a:pt x="651" y="1196"/>
                    <a:pt x="848" y="1312"/>
                  </a:cubicBezTo>
                  <a:cubicBezTo>
                    <a:pt x="964" y="1375"/>
                    <a:pt x="1080" y="1437"/>
                    <a:pt x="1196" y="1508"/>
                  </a:cubicBezTo>
                  <a:cubicBezTo>
                    <a:pt x="1222" y="1526"/>
                    <a:pt x="1258" y="1553"/>
                    <a:pt x="1276" y="1589"/>
                  </a:cubicBezTo>
                  <a:cubicBezTo>
                    <a:pt x="1294" y="1607"/>
                    <a:pt x="1303" y="1633"/>
                    <a:pt x="1320" y="1660"/>
                  </a:cubicBezTo>
                  <a:cubicBezTo>
                    <a:pt x="1356" y="1714"/>
                    <a:pt x="1427" y="1758"/>
                    <a:pt x="1490" y="1785"/>
                  </a:cubicBezTo>
                  <a:cubicBezTo>
                    <a:pt x="1722" y="1874"/>
                    <a:pt x="1918" y="1651"/>
                    <a:pt x="1972" y="1446"/>
                  </a:cubicBezTo>
                  <a:cubicBezTo>
                    <a:pt x="2025" y="1178"/>
                    <a:pt x="1927" y="866"/>
                    <a:pt x="1722" y="688"/>
                  </a:cubicBezTo>
                  <a:cubicBezTo>
                    <a:pt x="1535" y="518"/>
                    <a:pt x="1320" y="393"/>
                    <a:pt x="1097" y="277"/>
                  </a:cubicBezTo>
                  <a:cubicBezTo>
                    <a:pt x="865" y="143"/>
                    <a:pt x="616" y="1"/>
                    <a:pt x="339" y="81"/>
                  </a:cubicBezTo>
                  <a:cubicBezTo>
                    <a:pt x="214" y="117"/>
                    <a:pt x="98" y="206"/>
                    <a:pt x="36" y="322"/>
                  </a:cubicBezTo>
                  <a:cubicBezTo>
                    <a:pt x="0" y="384"/>
                    <a:pt x="9" y="420"/>
                    <a:pt x="36" y="482"/>
                  </a:cubicBezTo>
                  <a:cubicBezTo>
                    <a:pt x="63" y="545"/>
                    <a:pt x="89" y="598"/>
                    <a:pt x="98" y="670"/>
                  </a:cubicBezTo>
                  <a:cubicBezTo>
                    <a:pt x="107" y="723"/>
                    <a:pt x="89" y="759"/>
                    <a:pt x="116" y="821"/>
                  </a:cubicBezTo>
                  <a:cubicBezTo>
                    <a:pt x="143" y="884"/>
                    <a:pt x="196" y="937"/>
                    <a:pt x="259" y="964"/>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35"/>
            <p:cNvSpPr/>
            <p:nvPr/>
          </p:nvSpPr>
          <p:spPr>
            <a:xfrm>
              <a:off x="3255200" y="3154650"/>
              <a:ext cx="47750" cy="50000"/>
            </a:xfrm>
            <a:custGeom>
              <a:avLst/>
              <a:gdLst/>
              <a:ahLst/>
              <a:cxnLst/>
              <a:rect l="l" t="t" r="r" b="b"/>
              <a:pathLst>
                <a:path w="1910" h="2000" extrusionOk="0">
                  <a:moveTo>
                    <a:pt x="206" y="1080"/>
                  </a:moveTo>
                  <a:cubicBezTo>
                    <a:pt x="286" y="1143"/>
                    <a:pt x="376" y="1196"/>
                    <a:pt x="474" y="1250"/>
                  </a:cubicBezTo>
                  <a:cubicBezTo>
                    <a:pt x="643" y="1348"/>
                    <a:pt x="813" y="1446"/>
                    <a:pt x="982" y="1544"/>
                  </a:cubicBezTo>
                  <a:cubicBezTo>
                    <a:pt x="1187" y="1660"/>
                    <a:pt x="1598" y="1999"/>
                    <a:pt x="1812" y="1705"/>
                  </a:cubicBezTo>
                  <a:cubicBezTo>
                    <a:pt x="1910" y="1571"/>
                    <a:pt x="1892" y="1348"/>
                    <a:pt x="1848" y="1196"/>
                  </a:cubicBezTo>
                  <a:cubicBezTo>
                    <a:pt x="1812" y="1053"/>
                    <a:pt x="1723" y="929"/>
                    <a:pt x="1625" y="813"/>
                  </a:cubicBezTo>
                  <a:cubicBezTo>
                    <a:pt x="1544" y="732"/>
                    <a:pt x="1410" y="679"/>
                    <a:pt x="1303" y="616"/>
                  </a:cubicBezTo>
                  <a:cubicBezTo>
                    <a:pt x="1178" y="545"/>
                    <a:pt x="1045" y="465"/>
                    <a:pt x="920" y="393"/>
                  </a:cubicBezTo>
                  <a:cubicBezTo>
                    <a:pt x="697" y="268"/>
                    <a:pt x="411" y="1"/>
                    <a:pt x="153" y="197"/>
                  </a:cubicBezTo>
                  <a:cubicBezTo>
                    <a:pt x="46" y="277"/>
                    <a:pt x="19" y="411"/>
                    <a:pt x="19" y="545"/>
                  </a:cubicBezTo>
                  <a:cubicBezTo>
                    <a:pt x="10" y="679"/>
                    <a:pt x="1" y="839"/>
                    <a:pt x="90" y="955"/>
                  </a:cubicBezTo>
                  <a:cubicBezTo>
                    <a:pt x="117" y="1000"/>
                    <a:pt x="161" y="1044"/>
                    <a:pt x="206" y="108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35"/>
            <p:cNvSpPr/>
            <p:nvPr/>
          </p:nvSpPr>
          <p:spPr>
            <a:xfrm>
              <a:off x="2755400" y="3061425"/>
              <a:ext cx="431800" cy="286850"/>
            </a:xfrm>
            <a:custGeom>
              <a:avLst/>
              <a:gdLst/>
              <a:ahLst/>
              <a:cxnLst/>
              <a:rect l="l" t="t" r="r" b="b"/>
              <a:pathLst>
                <a:path w="17272" h="11474" extrusionOk="0">
                  <a:moveTo>
                    <a:pt x="17272" y="4203"/>
                  </a:moveTo>
                  <a:lnTo>
                    <a:pt x="5773" y="11473"/>
                  </a:lnTo>
                  <a:lnTo>
                    <a:pt x="1" y="8181"/>
                  </a:lnTo>
                  <a:lnTo>
                    <a:pt x="9885" y="1"/>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35"/>
            <p:cNvSpPr/>
            <p:nvPr/>
          </p:nvSpPr>
          <p:spPr>
            <a:xfrm>
              <a:off x="2750500" y="3058525"/>
              <a:ext cx="431575" cy="286850"/>
            </a:xfrm>
            <a:custGeom>
              <a:avLst/>
              <a:gdLst/>
              <a:ahLst/>
              <a:cxnLst/>
              <a:rect l="l" t="t" r="r" b="b"/>
              <a:pathLst>
                <a:path w="17263" h="11474" extrusionOk="0">
                  <a:moveTo>
                    <a:pt x="17263" y="4203"/>
                  </a:moveTo>
                  <a:lnTo>
                    <a:pt x="5772" y="11473"/>
                  </a:lnTo>
                  <a:lnTo>
                    <a:pt x="1" y="8181"/>
                  </a:lnTo>
                  <a:lnTo>
                    <a:pt x="988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35"/>
            <p:cNvSpPr/>
            <p:nvPr/>
          </p:nvSpPr>
          <p:spPr>
            <a:xfrm>
              <a:off x="2822100" y="3107600"/>
              <a:ext cx="265875" cy="198950"/>
            </a:xfrm>
            <a:custGeom>
              <a:avLst/>
              <a:gdLst/>
              <a:ahLst/>
              <a:cxnLst/>
              <a:rect l="l" t="t" r="r" b="b"/>
              <a:pathLst>
                <a:path w="10635" h="7958" extrusionOk="0">
                  <a:moveTo>
                    <a:pt x="179" y="7958"/>
                  </a:moveTo>
                  <a:lnTo>
                    <a:pt x="10634" y="99"/>
                  </a:lnTo>
                  <a:lnTo>
                    <a:pt x="10465" y="0"/>
                  </a:lnTo>
                  <a:lnTo>
                    <a:pt x="0" y="7851"/>
                  </a:lnTo>
                  <a:close/>
                </a:path>
              </a:pathLst>
            </a:custGeom>
            <a:solidFill>
              <a:srgbClr val="55D6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35"/>
            <p:cNvSpPr/>
            <p:nvPr/>
          </p:nvSpPr>
          <p:spPr>
            <a:xfrm>
              <a:off x="3152850" y="3161350"/>
              <a:ext cx="12725" cy="10725"/>
            </a:xfrm>
            <a:custGeom>
              <a:avLst/>
              <a:gdLst/>
              <a:ahLst/>
              <a:cxnLst/>
              <a:rect l="l" t="t" r="r" b="b"/>
              <a:pathLst>
                <a:path w="509" h="429" extrusionOk="0">
                  <a:moveTo>
                    <a:pt x="0" y="393"/>
                  </a:moveTo>
                  <a:lnTo>
                    <a:pt x="437" y="0"/>
                  </a:lnTo>
                  <a:lnTo>
                    <a:pt x="509" y="45"/>
                  </a:lnTo>
                  <a:lnTo>
                    <a:pt x="72" y="42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35"/>
            <p:cNvSpPr/>
            <p:nvPr/>
          </p:nvSpPr>
          <p:spPr>
            <a:xfrm>
              <a:off x="3148600" y="3158900"/>
              <a:ext cx="12750" cy="10725"/>
            </a:xfrm>
            <a:custGeom>
              <a:avLst/>
              <a:gdLst/>
              <a:ahLst/>
              <a:cxnLst/>
              <a:rect l="l" t="t" r="r" b="b"/>
              <a:pathLst>
                <a:path w="510" h="429" extrusionOk="0">
                  <a:moveTo>
                    <a:pt x="1" y="393"/>
                  </a:moveTo>
                  <a:lnTo>
                    <a:pt x="438" y="0"/>
                  </a:lnTo>
                  <a:lnTo>
                    <a:pt x="509" y="45"/>
                  </a:lnTo>
                  <a:lnTo>
                    <a:pt x="72" y="428"/>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35"/>
            <p:cNvSpPr/>
            <p:nvPr/>
          </p:nvSpPr>
          <p:spPr>
            <a:xfrm>
              <a:off x="3144375" y="3156450"/>
              <a:ext cx="12725" cy="10950"/>
            </a:xfrm>
            <a:custGeom>
              <a:avLst/>
              <a:gdLst/>
              <a:ahLst/>
              <a:cxnLst/>
              <a:rect l="l" t="t" r="r" b="b"/>
              <a:pathLst>
                <a:path w="509" h="438" extrusionOk="0">
                  <a:moveTo>
                    <a:pt x="0" y="393"/>
                  </a:moveTo>
                  <a:lnTo>
                    <a:pt x="446" y="0"/>
                  </a:lnTo>
                  <a:lnTo>
                    <a:pt x="509" y="45"/>
                  </a:lnTo>
                  <a:lnTo>
                    <a:pt x="72" y="437"/>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35"/>
            <p:cNvSpPr/>
            <p:nvPr/>
          </p:nvSpPr>
          <p:spPr>
            <a:xfrm>
              <a:off x="3140125" y="3153975"/>
              <a:ext cx="12750" cy="10975"/>
            </a:xfrm>
            <a:custGeom>
              <a:avLst/>
              <a:gdLst/>
              <a:ahLst/>
              <a:cxnLst/>
              <a:rect l="l" t="t" r="r" b="b"/>
              <a:pathLst>
                <a:path w="510" h="439" extrusionOk="0">
                  <a:moveTo>
                    <a:pt x="1" y="393"/>
                  </a:moveTo>
                  <a:lnTo>
                    <a:pt x="447" y="1"/>
                  </a:lnTo>
                  <a:lnTo>
                    <a:pt x="509" y="46"/>
                  </a:lnTo>
                  <a:lnTo>
                    <a:pt x="72" y="438"/>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35"/>
            <p:cNvSpPr/>
            <p:nvPr/>
          </p:nvSpPr>
          <p:spPr>
            <a:xfrm>
              <a:off x="3135900" y="3151750"/>
              <a:ext cx="12725" cy="10725"/>
            </a:xfrm>
            <a:custGeom>
              <a:avLst/>
              <a:gdLst/>
              <a:ahLst/>
              <a:cxnLst/>
              <a:rect l="l" t="t" r="r" b="b"/>
              <a:pathLst>
                <a:path w="509" h="429" extrusionOk="0">
                  <a:moveTo>
                    <a:pt x="0" y="384"/>
                  </a:moveTo>
                  <a:lnTo>
                    <a:pt x="446" y="1"/>
                  </a:lnTo>
                  <a:lnTo>
                    <a:pt x="509" y="36"/>
                  </a:lnTo>
                  <a:lnTo>
                    <a:pt x="72" y="42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35"/>
            <p:cNvSpPr/>
            <p:nvPr/>
          </p:nvSpPr>
          <p:spPr>
            <a:xfrm>
              <a:off x="3131650" y="3149300"/>
              <a:ext cx="12750" cy="10725"/>
            </a:xfrm>
            <a:custGeom>
              <a:avLst/>
              <a:gdLst/>
              <a:ahLst/>
              <a:cxnLst/>
              <a:rect l="l" t="t" r="r" b="b"/>
              <a:pathLst>
                <a:path w="510" h="429" extrusionOk="0">
                  <a:moveTo>
                    <a:pt x="1" y="384"/>
                  </a:moveTo>
                  <a:lnTo>
                    <a:pt x="447" y="1"/>
                  </a:lnTo>
                  <a:lnTo>
                    <a:pt x="509" y="36"/>
                  </a:lnTo>
                  <a:lnTo>
                    <a:pt x="72" y="42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35"/>
            <p:cNvSpPr/>
            <p:nvPr/>
          </p:nvSpPr>
          <p:spPr>
            <a:xfrm>
              <a:off x="3127425" y="3146850"/>
              <a:ext cx="12725" cy="10725"/>
            </a:xfrm>
            <a:custGeom>
              <a:avLst/>
              <a:gdLst/>
              <a:ahLst/>
              <a:cxnLst/>
              <a:rect l="l" t="t" r="r" b="b"/>
              <a:pathLst>
                <a:path w="509" h="429" extrusionOk="0">
                  <a:moveTo>
                    <a:pt x="0" y="393"/>
                  </a:moveTo>
                  <a:lnTo>
                    <a:pt x="446" y="0"/>
                  </a:lnTo>
                  <a:lnTo>
                    <a:pt x="509" y="36"/>
                  </a:lnTo>
                  <a:lnTo>
                    <a:pt x="72" y="42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35"/>
            <p:cNvSpPr/>
            <p:nvPr/>
          </p:nvSpPr>
          <p:spPr>
            <a:xfrm>
              <a:off x="3123175" y="3144400"/>
              <a:ext cx="12750" cy="10725"/>
            </a:xfrm>
            <a:custGeom>
              <a:avLst/>
              <a:gdLst/>
              <a:ahLst/>
              <a:cxnLst/>
              <a:rect l="l" t="t" r="r" b="b"/>
              <a:pathLst>
                <a:path w="510" h="429" extrusionOk="0">
                  <a:moveTo>
                    <a:pt x="1" y="393"/>
                  </a:moveTo>
                  <a:lnTo>
                    <a:pt x="447" y="0"/>
                  </a:lnTo>
                  <a:lnTo>
                    <a:pt x="509" y="36"/>
                  </a:lnTo>
                  <a:lnTo>
                    <a:pt x="72" y="42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5"/>
            <p:cNvSpPr/>
            <p:nvPr/>
          </p:nvSpPr>
          <p:spPr>
            <a:xfrm>
              <a:off x="3118950" y="3141950"/>
              <a:ext cx="12725" cy="10725"/>
            </a:xfrm>
            <a:custGeom>
              <a:avLst/>
              <a:gdLst/>
              <a:ahLst/>
              <a:cxnLst/>
              <a:rect l="l" t="t" r="r" b="b"/>
              <a:pathLst>
                <a:path w="509" h="429" extrusionOk="0">
                  <a:moveTo>
                    <a:pt x="0" y="393"/>
                  </a:moveTo>
                  <a:lnTo>
                    <a:pt x="446" y="0"/>
                  </a:lnTo>
                  <a:lnTo>
                    <a:pt x="509" y="36"/>
                  </a:lnTo>
                  <a:lnTo>
                    <a:pt x="72" y="428"/>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35"/>
            <p:cNvSpPr/>
            <p:nvPr/>
          </p:nvSpPr>
          <p:spPr>
            <a:xfrm>
              <a:off x="3114700" y="3139500"/>
              <a:ext cx="12750" cy="10725"/>
            </a:xfrm>
            <a:custGeom>
              <a:avLst/>
              <a:gdLst/>
              <a:ahLst/>
              <a:cxnLst/>
              <a:rect l="l" t="t" r="r" b="b"/>
              <a:pathLst>
                <a:path w="510" h="429" extrusionOk="0">
                  <a:moveTo>
                    <a:pt x="1" y="393"/>
                  </a:moveTo>
                  <a:lnTo>
                    <a:pt x="447" y="0"/>
                  </a:lnTo>
                  <a:lnTo>
                    <a:pt x="509" y="45"/>
                  </a:lnTo>
                  <a:lnTo>
                    <a:pt x="72" y="428"/>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35"/>
            <p:cNvSpPr/>
            <p:nvPr/>
          </p:nvSpPr>
          <p:spPr>
            <a:xfrm>
              <a:off x="3110475" y="3137025"/>
              <a:ext cx="12725" cy="10750"/>
            </a:xfrm>
            <a:custGeom>
              <a:avLst/>
              <a:gdLst/>
              <a:ahLst/>
              <a:cxnLst/>
              <a:rect l="l" t="t" r="r" b="b"/>
              <a:pathLst>
                <a:path w="509" h="430" extrusionOk="0">
                  <a:moveTo>
                    <a:pt x="0" y="393"/>
                  </a:moveTo>
                  <a:lnTo>
                    <a:pt x="446" y="1"/>
                  </a:lnTo>
                  <a:lnTo>
                    <a:pt x="509" y="46"/>
                  </a:lnTo>
                  <a:lnTo>
                    <a:pt x="72" y="42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35"/>
            <p:cNvSpPr/>
            <p:nvPr/>
          </p:nvSpPr>
          <p:spPr>
            <a:xfrm>
              <a:off x="3106225" y="3134575"/>
              <a:ext cx="12750" cy="10750"/>
            </a:xfrm>
            <a:custGeom>
              <a:avLst/>
              <a:gdLst/>
              <a:ahLst/>
              <a:cxnLst/>
              <a:rect l="l" t="t" r="r" b="b"/>
              <a:pathLst>
                <a:path w="510" h="430" extrusionOk="0">
                  <a:moveTo>
                    <a:pt x="1" y="393"/>
                  </a:moveTo>
                  <a:lnTo>
                    <a:pt x="447" y="1"/>
                  </a:lnTo>
                  <a:lnTo>
                    <a:pt x="509" y="45"/>
                  </a:lnTo>
                  <a:lnTo>
                    <a:pt x="72" y="42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35"/>
            <p:cNvSpPr/>
            <p:nvPr/>
          </p:nvSpPr>
          <p:spPr>
            <a:xfrm>
              <a:off x="3102000" y="3132125"/>
              <a:ext cx="12725" cy="10950"/>
            </a:xfrm>
            <a:custGeom>
              <a:avLst/>
              <a:gdLst/>
              <a:ahLst/>
              <a:cxnLst/>
              <a:rect l="l" t="t" r="r" b="b"/>
              <a:pathLst>
                <a:path w="509" h="438" extrusionOk="0">
                  <a:moveTo>
                    <a:pt x="0" y="393"/>
                  </a:moveTo>
                  <a:lnTo>
                    <a:pt x="446" y="1"/>
                  </a:lnTo>
                  <a:lnTo>
                    <a:pt x="509" y="45"/>
                  </a:lnTo>
                  <a:lnTo>
                    <a:pt x="72" y="438"/>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35"/>
            <p:cNvSpPr/>
            <p:nvPr/>
          </p:nvSpPr>
          <p:spPr>
            <a:xfrm>
              <a:off x="3097750" y="3129900"/>
              <a:ext cx="12750" cy="10725"/>
            </a:xfrm>
            <a:custGeom>
              <a:avLst/>
              <a:gdLst/>
              <a:ahLst/>
              <a:cxnLst/>
              <a:rect l="l" t="t" r="r" b="b"/>
              <a:pathLst>
                <a:path w="510" h="429" extrusionOk="0">
                  <a:moveTo>
                    <a:pt x="1" y="384"/>
                  </a:moveTo>
                  <a:lnTo>
                    <a:pt x="447" y="1"/>
                  </a:lnTo>
                  <a:lnTo>
                    <a:pt x="509" y="36"/>
                  </a:lnTo>
                  <a:lnTo>
                    <a:pt x="72" y="42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35"/>
            <p:cNvSpPr/>
            <p:nvPr/>
          </p:nvSpPr>
          <p:spPr>
            <a:xfrm>
              <a:off x="3093525" y="3127450"/>
              <a:ext cx="12725" cy="10725"/>
            </a:xfrm>
            <a:custGeom>
              <a:avLst/>
              <a:gdLst/>
              <a:ahLst/>
              <a:cxnLst/>
              <a:rect l="l" t="t" r="r" b="b"/>
              <a:pathLst>
                <a:path w="509" h="429" extrusionOk="0">
                  <a:moveTo>
                    <a:pt x="0" y="384"/>
                  </a:moveTo>
                  <a:lnTo>
                    <a:pt x="446" y="0"/>
                  </a:lnTo>
                  <a:lnTo>
                    <a:pt x="509" y="36"/>
                  </a:lnTo>
                  <a:lnTo>
                    <a:pt x="72" y="42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5"/>
            <p:cNvSpPr/>
            <p:nvPr/>
          </p:nvSpPr>
          <p:spPr>
            <a:xfrm>
              <a:off x="3089275" y="3125000"/>
              <a:ext cx="12750" cy="10725"/>
            </a:xfrm>
            <a:custGeom>
              <a:avLst/>
              <a:gdLst/>
              <a:ahLst/>
              <a:cxnLst/>
              <a:rect l="l" t="t" r="r" b="b"/>
              <a:pathLst>
                <a:path w="510" h="429" extrusionOk="0">
                  <a:moveTo>
                    <a:pt x="1" y="384"/>
                  </a:moveTo>
                  <a:lnTo>
                    <a:pt x="447" y="0"/>
                  </a:lnTo>
                  <a:lnTo>
                    <a:pt x="509" y="36"/>
                  </a:lnTo>
                  <a:lnTo>
                    <a:pt x="72" y="428"/>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5"/>
            <p:cNvSpPr/>
            <p:nvPr/>
          </p:nvSpPr>
          <p:spPr>
            <a:xfrm>
              <a:off x="3085050" y="3122550"/>
              <a:ext cx="12725" cy="10725"/>
            </a:xfrm>
            <a:custGeom>
              <a:avLst/>
              <a:gdLst/>
              <a:ahLst/>
              <a:cxnLst/>
              <a:rect l="l" t="t" r="r" b="b"/>
              <a:pathLst>
                <a:path w="509" h="429" extrusionOk="0">
                  <a:moveTo>
                    <a:pt x="0" y="393"/>
                  </a:moveTo>
                  <a:lnTo>
                    <a:pt x="446" y="0"/>
                  </a:lnTo>
                  <a:lnTo>
                    <a:pt x="509" y="36"/>
                  </a:lnTo>
                  <a:lnTo>
                    <a:pt x="72" y="428"/>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5"/>
            <p:cNvSpPr/>
            <p:nvPr/>
          </p:nvSpPr>
          <p:spPr>
            <a:xfrm>
              <a:off x="3080800" y="3120075"/>
              <a:ext cx="12750" cy="10750"/>
            </a:xfrm>
            <a:custGeom>
              <a:avLst/>
              <a:gdLst/>
              <a:ahLst/>
              <a:cxnLst/>
              <a:rect l="l" t="t" r="r" b="b"/>
              <a:pathLst>
                <a:path w="510" h="430" extrusionOk="0">
                  <a:moveTo>
                    <a:pt x="1" y="394"/>
                  </a:moveTo>
                  <a:lnTo>
                    <a:pt x="447" y="1"/>
                  </a:lnTo>
                  <a:lnTo>
                    <a:pt x="509" y="37"/>
                  </a:lnTo>
                  <a:lnTo>
                    <a:pt x="72" y="42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5"/>
            <p:cNvSpPr/>
            <p:nvPr/>
          </p:nvSpPr>
          <p:spPr>
            <a:xfrm>
              <a:off x="3060725" y="3107375"/>
              <a:ext cx="12750" cy="10950"/>
            </a:xfrm>
            <a:custGeom>
              <a:avLst/>
              <a:gdLst/>
              <a:ahLst/>
              <a:cxnLst/>
              <a:rect l="l" t="t" r="r" b="b"/>
              <a:pathLst>
                <a:path w="510" h="438" extrusionOk="0">
                  <a:moveTo>
                    <a:pt x="1" y="393"/>
                  </a:moveTo>
                  <a:lnTo>
                    <a:pt x="438" y="0"/>
                  </a:lnTo>
                  <a:lnTo>
                    <a:pt x="509" y="45"/>
                  </a:lnTo>
                  <a:lnTo>
                    <a:pt x="72" y="438"/>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5"/>
            <p:cNvSpPr/>
            <p:nvPr/>
          </p:nvSpPr>
          <p:spPr>
            <a:xfrm>
              <a:off x="3056500" y="3105150"/>
              <a:ext cx="12725" cy="10725"/>
            </a:xfrm>
            <a:custGeom>
              <a:avLst/>
              <a:gdLst/>
              <a:ahLst/>
              <a:cxnLst/>
              <a:rect l="l" t="t" r="r" b="b"/>
              <a:pathLst>
                <a:path w="509" h="429" extrusionOk="0">
                  <a:moveTo>
                    <a:pt x="0" y="384"/>
                  </a:moveTo>
                  <a:lnTo>
                    <a:pt x="437" y="0"/>
                  </a:lnTo>
                  <a:lnTo>
                    <a:pt x="509" y="36"/>
                  </a:lnTo>
                  <a:lnTo>
                    <a:pt x="72" y="428"/>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5"/>
            <p:cNvSpPr/>
            <p:nvPr/>
          </p:nvSpPr>
          <p:spPr>
            <a:xfrm>
              <a:off x="3052250" y="3102700"/>
              <a:ext cx="12750" cy="10725"/>
            </a:xfrm>
            <a:custGeom>
              <a:avLst/>
              <a:gdLst/>
              <a:ahLst/>
              <a:cxnLst/>
              <a:rect l="l" t="t" r="r" b="b"/>
              <a:pathLst>
                <a:path w="510" h="429" extrusionOk="0">
                  <a:moveTo>
                    <a:pt x="1" y="384"/>
                  </a:moveTo>
                  <a:lnTo>
                    <a:pt x="438" y="0"/>
                  </a:lnTo>
                  <a:lnTo>
                    <a:pt x="509" y="36"/>
                  </a:lnTo>
                  <a:lnTo>
                    <a:pt x="72" y="428"/>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5"/>
            <p:cNvSpPr/>
            <p:nvPr/>
          </p:nvSpPr>
          <p:spPr>
            <a:xfrm>
              <a:off x="3048025" y="3100250"/>
              <a:ext cx="12725" cy="10725"/>
            </a:xfrm>
            <a:custGeom>
              <a:avLst/>
              <a:gdLst/>
              <a:ahLst/>
              <a:cxnLst/>
              <a:rect l="l" t="t" r="r" b="b"/>
              <a:pathLst>
                <a:path w="509" h="429" extrusionOk="0">
                  <a:moveTo>
                    <a:pt x="0" y="384"/>
                  </a:moveTo>
                  <a:lnTo>
                    <a:pt x="437" y="0"/>
                  </a:lnTo>
                  <a:lnTo>
                    <a:pt x="509" y="36"/>
                  </a:lnTo>
                  <a:lnTo>
                    <a:pt x="72" y="428"/>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5"/>
            <p:cNvSpPr/>
            <p:nvPr/>
          </p:nvSpPr>
          <p:spPr>
            <a:xfrm>
              <a:off x="3043775" y="3097775"/>
              <a:ext cx="12750" cy="10750"/>
            </a:xfrm>
            <a:custGeom>
              <a:avLst/>
              <a:gdLst/>
              <a:ahLst/>
              <a:cxnLst/>
              <a:rect l="l" t="t" r="r" b="b"/>
              <a:pathLst>
                <a:path w="510" h="430" extrusionOk="0">
                  <a:moveTo>
                    <a:pt x="1" y="393"/>
                  </a:moveTo>
                  <a:lnTo>
                    <a:pt x="438" y="1"/>
                  </a:lnTo>
                  <a:lnTo>
                    <a:pt x="509" y="37"/>
                  </a:lnTo>
                  <a:lnTo>
                    <a:pt x="72" y="42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5"/>
            <p:cNvSpPr/>
            <p:nvPr/>
          </p:nvSpPr>
          <p:spPr>
            <a:xfrm>
              <a:off x="3039550" y="3095325"/>
              <a:ext cx="12725" cy="10725"/>
            </a:xfrm>
            <a:custGeom>
              <a:avLst/>
              <a:gdLst/>
              <a:ahLst/>
              <a:cxnLst/>
              <a:rect l="l" t="t" r="r" b="b"/>
              <a:pathLst>
                <a:path w="509" h="429" extrusionOk="0">
                  <a:moveTo>
                    <a:pt x="0" y="393"/>
                  </a:moveTo>
                  <a:lnTo>
                    <a:pt x="437" y="1"/>
                  </a:lnTo>
                  <a:lnTo>
                    <a:pt x="509" y="36"/>
                  </a:lnTo>
                  <a:lnTo>
                    <a:pt x="72" y="42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5"/>
            <p:cNvSpPr/>
            <p:nvPr/>
          </p:nvSpPr>
          <p:spPr>
            <a:xfrm>
              <a:off x="3035300" y="3092875"/>
              <a:ext cx="12750" cy="10725"/>
            </a:xfrm>
            <a:custGeom>
              <a:avLst/>
              <a:gdLst/>
              <a:ahLst/>
              <a:cxnLst/>
              <a:rect l="l" t="t" r="r" b="b"/>
              <a:pathLst>
                <a:path w="510" h="429" extrusionOk="0">
                  <a:moveTo>
                    <a:pt x="1" y="393"/>
                  </a:moveTo>
                  <a:lnTo>
                    <a:pt x="438" y="1"/>
                  </a:lnTo>
                  <a:lnTo>
                    <a:pt x="509" y="45"/>
                  </a:lnTo>
                  <a:lnTo>
                    <a:pt x="72" y="42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5"/>
            <p:cNvSpPr/>
            <p:nvPr/>
          </p:nvSpPr>
          <p:spPr>
            <a:xfrm>
              <a:off x="3031075" y="3090425"/>
              <a:ext cx="12725" cy="10725"/>
            </a:xfrm>
            <a:custGeom>
              <a:avLst/>
              <a:gdLst/>
              <a:ahLst/>
              <a:cxnLst/>
              <a:rect l="l" t="t" r="r" b="b"/>
              <a:pathLst>
                <a:path w="509" h="429" extrusionOk="0">
                  <a:moveTo>
                    <a:pt x="0" y="393"/>
                  </a:moveTo>
                  <a:lnTo>
                    <a:pt x="446" y="0"/>
                  </a:lnTo>
                  <a:lnTo>
                    <a:pt x="509" y="45"/>
                  </a:lnTo>
                  <a:lnTo>
                    <a:pt x="72" y="42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5"/>
            <p:cNvSpPr/>
            <p:nvPr/>
          </p:nvSpPr>
          <p:spPr>
            <a:xfrm>
              <a:off x="3026825" y="3087975"/>
              <a:ext cx="12750" cy="10725"/>
            </a:xfrm>
            <a:custGeom>
              <a:avLst/>
              <a:gdLst/>
              <a:ahLst/>
              <a:cxnLst/>
              <a:rect l="l" t="t" r="r" b="b"/>
              <a:pathLst>
                <a:path w="510" h="429" extrusionOk="0">
                  <a:moveTo>
                    <a:pt x="1" y="393"/>
                  </a:moveTo>
                  <a:lnTo>
                    <a:pt x="447" y="0"/>
                  </a:lnTo>
                  <a:lnTo>
                    <a:pt x="509" y="45"/>
                  </a:lnTo>
                  <a:lnTo>
                    <a:pt x="72" y="42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5"/>
            <p:cNvSpPr/>
            <p:nvPr/>
          </p:nvSpPr>
          <p:spPr>
            <a:xfrm>
              <a:off x="3022600" y="3085525"/>
              <a:ext cx="12725" cy="10950"/>
            </a:xfrm>
            <a:custGeom>
              <a:avLst/>
              <a:gdLst/>
              <a:ahLst/>
              <a:cxnLst/>
              <a:rect l="l" t="t" r="r" b="b"/>
              <a:pathLst>
                <a:path w="509" h="438" extrusionOk="0">
                  <a:moveTo>
                    <a:pt x="0" y="393"/>
                  </a:moveTo>
                  <a:lnTo>
                    <a:pt x="446" y="0"/>
                  </a:lnTo>
                  <a:lnTo>
                    <a:pt x="509" y="45"/>
                  </a:lnTo>
                  <a:lnTo>
                    <a:pt x="72" y="437"/>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5"/>
            <p:cNvSpPr/>
            <p:nvPr/>
          </p:nvSpPr>
          <p:spPr>
            <a:xfrm>
              <a:off x="3018350" y="3083300"/>
              <a:ext cx="12750" cy="10725"/>
            </a:xfrm>
            <a:custGeom>
              <a:avLst/>
              <a:gdLst/>
              <a:ahLst/>
              <a:cxnLst/>
              <a:rect l="l" t="t" r="r" b="b"/>
              <a:pathLst>
                <a:path w="510" h="429" extrusionOk="0">
                  <a:moveTo>
                    <a:pt x="1" y="384"/>
                  </a:moveTo>
                  <a:lnTo>
                    <a:pt x="447" y="0"/>
                  </a:lnTo>
                  <a:lnTo>
                    <a:pt x="509" y="36"/>
                  </a:lnTo>
                  <a:lnTo>
                    <a:pt x="72" y="428"/>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5"/>
            <p:cNvSpPr/>
            <p:nvPr/>
          </p:nvSpPr>
          <p:spPr>
            <a:xfrm>
              <a:off x="3014125" y="3080825"/>
              <a:ext cx="12725" cy="10750"/>
            </a:xfrm>
            <a:custGeom>
              <a:avLst/>
              <a:gdLst/>
              <a:ahLst/>
              <a:cxnLst/>
              <a:rect l="l" t="t" r="r" b="b"/>
              <a:pathLst>
                <a:path w="509" h="430" extrusionOk="0">
                  <a:moveTo>
                    <a:pt x="0" y="384"/>
                  </a:moveTo>
                  <a:lnTo>
                    <a:pt x="446" y="1"/>
                  </a:lnTo>
                  <a:lnTo>
                    <a:pt x="509" y="37"/>
                  </a:lnTo>
                  <a:lnTo>
                    <a:pt x="72" y="42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5"/>
            <p:cNvSpPr/>
            <p:nvPr/>
          </p:nvSpPr>
          <p:spPr>
            <a:xfrm>
              <a:off x="3009875" y="3078375"/>
              <a:ext cx="12750" cy="10725"/>
            </a:xfrm>
            <a:custGeom>
              <a:avLst/>
              <a:gdLst/>
              <a:ahLst/>
              <a:cxnLst/>
              <a:rect l="l" t="t" r="r" b="b"/>
              <a:pathLst>
                <a:path w="510" h="429" extrusionOk="0">
                  <a:moveTo>
                    <a:pt x="1" y="384"/>
                  </a:moveTo>
                  <a:lnTo>
                    <a:pt x="447" y="1"/>
                  </a:lnTo>
                  <a:lnTo>
                    <a:pt x="509" y="36"/>
                  </a:lnTo>
                  <a:lnTo>
                    <a:pt x="72" y="42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5"/>
            <p:cNvSpPr/>
            <p:nvPr/>
          </p:nvSpPr>
          <p:spPr>
            <a:xfrm>
              <a:off x="3005650" y="3075925"/>
              <a:ext cx="12725" cy="10725"/>
            </a:xfrm>
            <a:custGeom>
              <a:avLst/>
              <a:gdLst/>
              <a:ahLst/>
              <a:cxnLst/>
              <a:rect l="l" t="t" r="r" b="b"/>
              <a:pathLst>
                <a:path w="509" h="429" extrusionOk="0">
                  <a:moveTo>
                    <a:pt x="0" y="393"/>
                  </a:moveTo>
                  <a:lnTo>
                    <a:pt x="446" y="1"/>
                  </a:lnTo>
                  <a:lnTo>
                    <a:pt x="509" y="36"/>
                  </a:lnTo>
                  <a:lnTo>
                    <a:pt x="72" y="42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5"/>
            <p:cNvSpPr/>
            <p:nvPr/>
          </p:nvSpPr>
          <p:spPr>
            <a:xfrm>
              <a:off x="3001400" y="3073475"/>
              <a:ext cx="12750" cy="10725"/>
            </a:xfrm>
            <a:custGeom>
              <a:avLst/>
              <a:gdLst/>
              <a:ahLst/>
              <a:cxnLst/>
              <a:rect l="l" t="t" r="r" b="b"/>
              <a:pathLst>
                <a:path w="510" h="429" extrusionOk="0">
                  <a:moveTo>
                    <a:pt x="1" y="393"/>
                  </a:moveTo>
                  <a:lnTo>
                    <a:pt x="447" y="0"/>
                  </a:lnTo>
                  <a:lnTo>
                    <a:pt x="509" y="36"/>
                  </a:lnTo>
                  <a:lnTo>
                    <a:pt x="72" y="42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5"/>
            <p:cNvSpPr/>
            <p:nvPr/>
          </p:nvSpPr>
          <p:spPr>
            <a:xfrm>
              <a:off x="2997175" y="3071025"/>
              <a:ext cx="12725" cy="10725"/>
            </a:xfrm>
            <a:custGeom>
              <a:avLst/>
              <a:gdLst/>
              <a:ahLst/>
              <a:cxnLst/>
              <a:rect l="l" t="t" r="r" b="b"/>
              <a:pathLst>
                <a:path w="509" h="429" extrusionOk="0">
                  <a:moveTo>
                    <a:pt x="0" y="393"/>
                  </a:moveTo>
                  <a:lnTo>
                    <a:pt x="446" y="0"/>
                  </a:lnTo>
                  <a:lnTo>
                    <a:pt x="509" y="36"/>
                  </a:lnTo>
                  <a:lnTo>
                    <a:pt x="72" y="42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5"/>
            <p:cNvSpPr/>
            <p:nvPr/>
          </p:nvSpPr>
          <p:spPr>
            <a:xfrm>
              <a:off x="2992925" y="3068575"/>
              <a:ext cx="12750" cy="10725"/>
            </a:xfrm>
            <a:custGeom>
              <a:avLst/>
              <a:gdLst/>
              <a:ahLst/>
              <a:cxnLst/>
              <a:rect l="l" t="t" r="r" b="b"/>
              <a:pathLst>
                <a:path w="510" h="429" extrusionOk="0">
                  <a:moveTo>
                    <a:pt x="1" y="393"/>
                  </a:moveTo>
                  <a:lnTo>
                    <a:pt x="447" y="0"/>
                  </a:lnTo>
                  <a:lnTo>
                    <a:pt x="509" y="45"/>
                  </a:lnTo>
                  <a:lnTo>
                    <a:pt x="72" y="428"/>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5"/>
            <p:cNvSpPr/>
            <p:nvPr/>
          </p:nvSpPr>
          <p:spPr>
            <a:xfrm>
              <a:off x="2988700" y="3066125"/>
              <a:ext cx="12725" cy="10725"/>
            </a:xfrm>
            <a:custGeom>
              <a:avLst/>
              <a:gdLst/>
              <a:ahLst/>
              <a:cxnLst/>
              <a:rect l="l" t="t" r="r" b="b"/>
              <a:pathLst>
                <a:path w="509" h="429" extrusionOk="0">
                  <a:moveTo>
                    <a:pt x="0" y="393"/>
                  </a:moveTo>
                  <a:lnTo>
                    <a:pt x="446" y="0"/>
                  </a:lnTo>
                  <a:lnTo>
                    <a:pt x="509" y="45"/>
                  </a:lnTo>
                  <a:lnTo>
                    <a:pt x="72" y="428"/>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5"/>
            <p:cNvSpPr/>
            <p:nvPr/>
          </p:nvSpPr>
          <p:spPr>
            <a:xfrm>
              <a:off x="3374525" y="3017050"/>
              <a:ext cx="4700" cy="79200"/>
            </a:xfrm>
            <a:custGeom>
              <a:avLst/>
              <a:gdLst/>
              <a:ahLst/>
              <a:cxnLst/>
              <a:rect l="l" t="t" r="r" b="b"/>
              <a:pathLst>
                <a:path w="188" h="3168" extrusionOk="0">
                  <a:moveTo>
                    <a:pt x="1" y="3167"/>
                  </a:moveTo>
                  <a:lnTo>
                    <a:pt x="188" y="3060"/>
                  </a:lnTo>
                  <a:lnTo>
                    <a:pt x="188" y="0"/>
                  </a:lnTo>
                  <a:lnTo>
                    <a:pt x="1" y="108"/>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5"/>
            <p:cNvSpPr/>
            <p:nvPr/>
          </p:nvSpPr>
          <p:spPr>
            <a:xfrm>
              <a:off x="3510575" y="2942775"/>
              <a:ext cx="4700" cy="76300"/>
            </a:xfrm>
            <a:custGeom>
              <a:avLst/>
              <a:gdLst/>
              <a:ahLst/>
              <a:cxnLst/>
              <a:rect l="l" t="t" r="r" b="b"/>
              <a:pathLst>
                <a:path w="188" h="3052" extrusionOk="0">
                  <a:moveTo>
                    <a:pt x="1" y="3052"/>
                  </a:moveTo>
                  <a:lnTo>
                    <a:pt x="188" y="2945"/>
                  </a:lnTo>
                  <a:lnTo>
                    <a:pt x="188" y="1"/>
                  </a:lnTo>
                  <a:lnTo>
                    <a:pt x="1" y="108"/>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35"/>
            <p:cNvSpPr/>
            <p:nvPr/>
          </p:nvSpPr>
          <p:spPr>
            <a:xfrm>
              <a:off x="3339525" y="3114075"/>
              <a:ext cx="25875" cy="33700"/>
            </a:xfrm>
            <a:custGeom>
              <a:avLst/>
              <a:gdLst/>
              <a:ahLst/>
              <a:cxnLst/>
              <a:rect l="l" t="t" r="r" b="b"/>
              <a:pathLst>
                <a:path w="1035" h="1348" extrusionOk="0">
                  <a:moveTo>
                    <a:pt x="1035" y="0"/>
                  </a:moveTo>
                  <a:lnTo>
                    <a:pt x="1035" y="723"/>
                  </a:lnTo>
                  <a:lnTo>
                    <a:pt x="0" y="1347"/>
                  </a:lnTo>
                  <a:lnTo>
                    <a:pt x="0" y="616"/>
                  </a:lnTo>
                  <a:lnTo>
                    <a:pt x="1035" y="0"/>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35"/>
            <p:cNvSpPr/>
            <p:nvPr/>
          </p:nvSpPr>
          <p:spPr>
            <a:xfrm>
              <a:off x="3339525" y="3114075"/>
              <a:ext cx="25875" cy="33700"/>
            </a:xfrm>
            <a:custGeom>
              <a:avLst/>
              <a:gdLst/>
              <a:ahLst/>
              <a:cxnLst/>
              <a:rect l="l" t="t" r="r" b="b"/>
              <a:pathLst>
                <a:path w="1035" h="1348" extrusionOk="0">
                  <a:moveTo>
                    <a:pt x="928" y="642"/>
                  </a:moveTo>
                  <a:lnTo>
                    <a:pt x="928" y="63"/>
                  </a:lnTo>
                  <a:lnTo>
                    <a:pt x="1035" y="0"/>
                  </a:lnTo>
                  <a:lnTo>
                    <a:pt x="1035" y="0"/>
                  </a:lnTo>
                  <a:lnTo>
                    <a:pt x="1035" y="723"/>
                  </a:lnTo>
                  <a:lnTo>
                    <a:pt x="0" y="1347"/>
                  </a:lnTo>
                  <a:lnTo>
                    <a:pt x="0" y="1204"/>
                  </a:lnTo>
                  <a:close/>
                </a:path>
              </a:pathLst>
            </a:custGeom>
            <a:solidFill>
              <a:srgbClr val="717B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5"/>
            <p:cNvSpPr/>
            <p:nvPr/>
          </p:nvSpPr>
          <p:spPr>
            <a:xfrm>
              <a:off x="3362700" y="3114075"/>
              <a:ext cx="2700" cy="18075"/>
            </a:xfrm>
            <a:custGeom>
              <a:avLst/>
              <a:gdLst/>
              <a:ahLst/>
              <a:cxnLst/>
              <a:rect l="l" t="t" r="r" b="b"/>
              <a:pathLst>
                <a:path w="108" h="723" extrusionOk="0">
                  <a:moveTo>
                    <a:pt x="1" y="63"/>
                  </a:moveTo>
                  <a:lnTo>
                    <a:pt x="1" y="642"/>
                  </a:lnTo>
                  <a:lnTo>
                    <a:pt x="108" y="723"/>
                  </a:lnTo>
                  <a:lnTo>
                    <a:pt x="108" y="0"/>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5"/>
            <p:cNvSpPr/>
            <p:nvPr/>
          </p:nvSpPr>
          <p:spPr>
            <a:xfrm>
              <a:off x="3502325" y="3020625"/>
              <a:ext cx="25900" cy="33700"/>
            </a:xfrm>
            <a:custGeom>
              <a:avLst/>
              <a:gdLst/>
              <a:ahLst/>
              <a:cxnLst/>
              <a:rect l="l" t="t" r="r" b="b"/>
              <a:pathLst>
                <a:path w="1036" h="1348" extrusionOk="0">
                  <a:moveTo>
                    <a:pt x="1035" y="0"/>
                  </a:moveTo>
                  <a:lnTo>
                    <a:pt x="1035" y="723"/>
                  </a:lnTo>
                  <a:lnTo>
                    <a:pt x="0" y="1347"/>
                  </a:lnTo>
                  <a:lnTo>
                    <a:pt x="0" y="625"/>
                  </a:lnTo>
                  <a:lnTo>
                    <a:pt x="1035" y="0"/>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5"/>
            <p:cNvSpPr/>
            <p:nvPr/>
          </p:nvSpPr>
          <p:spPr>
            <a:xfrm>
              <a:off x="3502325" y="3020625"/>
              <a:ext cx="25900" cy="33700"/>
            </a:xfrm>
            <a:custGeom>
              <a:avLst/>
              <a:gdLst/>
              <a:ahLst/>
              <a:cxnLst/>
              <a:rect l="l" t="t" r="r" b="b"/>
              <a:pathLst>
                <a:path w="1036" h="1348" extrusionOk="0">
                  <a:moveTo>
                    <a:pt x="919" y="651"/>
                  </a:moveTo>
                  <a:lnTo>
                    <a:pt x="919" y="63"/>
                  </a:lnTo>
                  <a:lnTo>
                    <a:pt x="1035" y="0"/>
                  </a:lnTo>
                  <a:lnTo>
                    <a:pt x="1035" y="0"/>
                  </a:lnTo>
                  <a:lnTo>
                    <a:pt x="1035" y="723"/>
                  </a:lnTo>
                  <a:lnTo>
                    <a:pt x="0" y="1347"/>
                  </a:lnTo>
                  <a:lnTo>
                    <a:pt x="0" y="1205"/>
                  </a:lnTo>
                  <a:close/>
                </a:path>
              </a:pathLst>
            </a:custGeom>
            <a:solidFill>
              <a:srgbClr val="717B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5"/>
            <p:cNvSpPr/>
            <p:nvPr/>
          </p:nvSpPr>
          <p:spPr>
            <a:xfrm>
              <a:off x="3525300" y="3020625"/>
              <a:ext cx="2925" cy="18075"/>
            </a:xfrm>
            <a:custGeom>
              <a:avLst/>
              <a:gdLst/>
              <a:ahLst/>
              <a:cxnLst/>
              <a:rect l="l" t="t" r="r" b="b"/>
              <a:pathLst>
                <a:path w="117" h="723" extrusionOk="0">
                  <a:moveTo>
                    <a:pt x="0" y="63"/>
                  </a:moveTo>
                  <a:lnTo>
                    <a:pt x="0" y="651"/>
                  </a:lnTo>
                  <a:lnTo>
                    <a:pt x="116" y="723"/>
                  </a:lnTo>
                  <a:lnTo>
                    <a:pt x="116" y="0"/>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5"/>
            <p:cNvSpPr/>
            <p:nvPr/>
          </p:nvSpPr>
          <p:spPr>
            <a:xfrm>
              <a:off x="2991375" y="3377450"/>
              <a:ext cx="27000" cy="19425"/>
            </a:xfrm>
            <a:custGeom>
              <a:avLst/>
              <a:gdLst/>
              <a:ahLst/>
              <a:cxnLst/>
              <a:rect l="l" t="t" r="r" b="b"/>
              <a:pathLst>
                <a:path w="1080" h="777" extrusionOk="0">
                  <a:moveTo>
                    <a:pt x="1080" y="1"/>
                  </a:moveTo>
                  <a:lnTo>
                    <a:pt x="991" y="206"/>
                  </a:lnTo>
                  <a:lnTo>
                    <a:pt x="0" y="777"/>
                  </a:lnTo>
                  <a:lnTo>
                    <a:pt x="0" y="42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5"/>
            <p:cNvSpPr/>
            <p:nvPr/>
          </p:nvSpPr>
          <p:spPr>
            <a:xfrm>
              <a:off x="2991375" y="3356725"/>
              <a:ext cx="27000" cy="16075"/>
            </a:xfrm>
            <a:custGeom>
              <a:avLst/>
              <a:gdLst/>
              <a:ahLst/>
              <a:cxnLst/>
              <a:rect l="l" t="t" r="r" b="b"/>
              <a:pathLst>
                <a:path w="1080" h="643" extrusionOk="0">
                  <a:moveTo>
                    <a:pt x="1080" y="116"/>
                  </a:moveTo>
                  <a:lnTo>
                    <a:pt x="188" y="642"/>
                  </a:lnTo>
                  <a:lnTo>
                    <a:pt x="0" y="535"/>
                  </a:lnTo>
                  <a:lnTo>
                    <a:pt x="901" y="0"/>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5"/>
            <p:cNvSpPr/>
            <p:nvPr/>
          </p:nvSpPr>
          <p:spPr>
            <a:xfrm>
              <a:off x="2996050" y="3359625"/>
              <a:ext cx="22550" cy="31250"/>
            </a:xfrm>
            <a:custGeom>
              <a:avLst/>
              <a:gdLst/>
              <a:ahLst/>
              <a:cxnLst/>
              <a:rect l="l" t="t" r="r" b="b"/>
              <a:pathLst>
                <a:path w="902" h="1250" extrusionOk="0">
                  <a:moveTo>
                    <a:pt x="902" y="0"/>
                  </a:moveTo>
                  <a:lnTo>
                    <a:pt x="902" y="714"/>
                  </a:lnTo>
                  <a:lnTo>
                    <a:pt x="1" y="1249"/>
                  </a:lnTo>
                  <a:lnTo>
                    <a:pt x="1" y="526"/>
                  </a:lnTo>
                  <a:lnTo>
                    <a:pt x="893" y="0"/>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5"/>
            <p:cNvSpPr/>
            <p:nvPr/>
          </p:nvSpPr>
          <p:spPr>
            <a:xfrm>
              <a:off x="2991375" y="3370100"/>
              <a:ext cx="4700" cy="20775"/>
            </a:xfrm>
            <a:custGeom>
              <a:avLst/>
              <a:gdLst/>
              <a:ahLst/>
              <a:cxnLst/>
              <a:rect l="l" t="t" r="r" b="b"/>
              <a:pathLst>
                <a:path w="188" h="831" extrusionOk="0">
                  <a:moveTo>
                    <a:pt x="188" y="107"/>
                  </a:moveTo>
                  <a:lnTo>
                    <a:pt x="188" y="830"/>
                  </a:lnTo>
                  <a:lnTo>
                    <a:pt x="0" y="714"/>
                  </a:lnTo>
                  <a:lnTo>
                    <a:pt x="0" y="0"/>
                  </a:ln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5"/>
            <p:cNvSpPr/>
            <p:nvPr/>
          </p:nvSpPr>
          <p:spPr>
            <a:xfrm>
              <a:off x="2695850" y="3184975"/>
              <a:ext cx="527500" cy="193400"/>
            </a:xfrm>
            <a:custGeom>
              <a:avLst/>
              <a:gdLst/>
              <a:ahLst/>
              <a:cxnLst/>
              <a:rect l="l" t="t" r="r" b="b"/>
              <a:pathLst>
                <a:path w="21100" h="7736" extrusionOk="0">
                  <a:moveTo>
                    <a:pt x="10287" y="7548"/>
                  </a:moveTo>
                  <a:lnTo>
                    <a:pt x="20956" y="1"/>
                  </a:lnTo>
                  <a:lnTo>
                    <a:pt x="21099" y="81"/>
                  </a:lnTo>
                  <a:lnTo>
                    <a:pt x="10287" y="7735"/>
                  </a:lnTo>
                  <a:lnTo>
                    <a:pt x="1" y="1883"/>
                  </a:lnTo>
                  <a:lnTo>
                    <a:pt x="144" y="1776"/>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5"/>
            <p:cNvSpPr/>
            <p:nvPr/>
          </p:nvSpPr>
          <p:spPr>
            <a:xfrm>
              <a:off x="3653750" y="3061875"/>
              <a:ext cx="22100" cy="34375"/>
            </a:xfrm>
            <a:custGeom>
              <a:avLst/>
              <a:gdLst/>
              <a:ahLst/>
              <a:cxnLst/>
              <a:rect l="l" t="t" r="r" b="b"/>
              <a:pathLst>
                <a:path w="884" h="1375" extrusionOk="0">
                  <a:moveTo>
                    <a:pt x="1" y="509"/>
                  </a:moveTo>
                  <a:lnTo>
                    <a:pt x="884" y="1"/>
                  </a:lnTo>
                  <a:lnTo>
                    <a:pt x="884" y="866"/>
                  </a:lnTo>
                  <a:lnTo>
                    <a:pt x="1" y="1374"/>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5"/>
            <p:cNvSpPr/>
            <p:nvPr/>
          </p:nvSpPr>
          <p:spPr>
            <a:xfrm>
              <a:off x="3645725" y="3069675"/>
              <a:ext cx="8050" cy="26575"/>
            </a:xfrm>
            <a:custGeom>
              <a:avLst/>
              <a:gdLst/>
              <a:ahLst/>
              <a:cxnLst/>
              <a:rect l="l" t="t" r="r" b="b"/>
              <a:pathLst>
                <a:path w="322" h="1063" extrusionOk="0">
                  <a:moveTo>
                    <a:pt x="322" y="1062"/>
                  </a:moveTo>
                  <a:lnTo>
                    <a:pt x="1" y="866"/>
                  </a:lnTo>
                  <a:lnTo>
                    <a:pt x="1" y="1"/>
                  </a:lnTo>
                  <a:lnTo>
                    <a:pt x="322" y="197"/>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5"/>
            <p:cNvSpPr/>
            <p:nvPr/>
          </p:nvSpPr>
          <p:spPr>
            <a:xfrm>
              <a:off x="3645725" y="3057200"/>
              <a:ext cx="30125" cy="17425"/>
            </a:xfrm>
            <a:custGeom>
              <a:avLst/>
              <a:gdLst/>
              <a:ahLst/>
              <a:cxnLst/>
              <a:rect l="l" t="t" r="r" b="b"/>
              <a:pathLst>
                <a:path w="1205" h="697" extrusionOk="0">
                  <a:moveTo>
                    <a:pt x="1205" y="188"/>
                  </a:moveTo>
                  <a:lnTo>
                    <a:pt x="875" y="0"/>
                  </a:lnTo>
                  <a:lnTo>
                    <a:pt x="1" y="500"/>
                  </a:lnTo>
                  <a:lnTo>
                    <a:pt x="322" y="696"/>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5"/>
            <p:cNvSpPr/>
            <p:nvPr/>
          </p:nvSpPr>
          <p:spPr>
            <a:xfrm>
              <a:off x="2684700" y="3318575"/>
              <a:ext cx="256725" cy="169525"/>
            </a:xfrm>
            <a:custGeom>
              <a:avLst/>
              <a:gdLst/>
              <a:ahLst/>
              <a:cxnLst/>
              <a:rect l="l" t="t" r="r" b="b"/>
              <a:pathLst>
                <a:path w="10269" h="6781" extrusionOk="0">
                  <a:moveTo>
                    <a:pt x="10269" y="5835"/>
                  </a:moveTo>
                  <a:lnTo>
                    <a:pt x="1" y="1"/>
                  </a:lnTo>
                  <a:lnTo>
                    <a:pt x="1" y="946"/>
                  </a:lnTo>
                  <a:lnTo>
                    <a:pt x="10269" y="6781"/>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5"/>
            <p:cNvSpPr/>
            <p:nvPr/>
          </p:nvSpPr>
          <p:spPr>
            <a:xfrm>
              <a:off x="2941400" y="3457750"/>
              <a:ext cx="11400" cy="30350"/>
            </a:xfrm>
            <a:custGeom>
              <a:avLst/>
              <a:gdLst/>
              <a:ahLst/>
              <a:cxnLst/>
              <a:rect l="l" t="t" r="r" b="b"/>
              <a:pathLst>
                <a:path w="456" h="1214" extrusionOk="0">
                  <a:moveTo>
                    <a:pt x="1" y="1214"/>
                  </a:moveTo>
                  <a:lnTo>
                    <a:pt x="456" y="678"/>
                  </a:lnTo>
                  <a:lnTo>
                    <a:pt x="456" y="0"/>
                  </a:lnTo>
                  <a:lnTo>
                    <a:pt x="1" y="268"/>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5"/>
            <p:cNvSpPr/>
            <p:nvPr/>
          </p:nvSpPr>
          <p:spPr>
            <a:xfrm>
              <a:off x="2684700" y="3311900"/>
              <a:ext cx="268100" cy="152550"/>
            </a:xfrm>
            <a:custGeom>
              <a:avLst/>
              <a:gdLst/>
              <a:ahLst/>
              <a:cxnLst/>
              <a:rect l="l" t="t" r="r" b="b"/>
              <a:pathLst>
                <a:path w="10724" h="6102" extrusionOk="0">
                  <a:moveTo>
                    <a:pt x="1" y="268"/>
                  </a:moveTo>
                  <a:lnTo>
                    <a:pt x="456" y="0"/>
                  </a:lnTo>
                  <a:lnTo>
                    <a:pt x="10724" y="5834"/>
                  </a:lnTo>
                  <a:lnTo>
                    <a:pt x="10269" y="6102"/>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5"/>
            <p:cNvSpPr/>
            <p:nvPr/>
          </p:nvSpPr>
          <p:spPr>
            <a:xfrm>
              <a:off x="2952775" y="3454850"/>
              <a:ext cx="28150" cy="39950"/>
            </a:xfrm>
            <a:custGeom>
              <a:avLst/>
              <a:gdLst/>
              <a:ahLst/>
              <a:cxnLst/>
              <a:rect l="l" t="t" r="r" b="b"/>
              <a:pathLst>
                <a:path w="1126" h="1598" extrusionOk="0">
                  <a:moveTo>
                    <a:pt x="1" y="652"/>
                  </a:moveTo>
                  <a:lnTo>
                    <a:pt x="1125" y="0"/>
                  </a:lnTo>
                  <a:lnTo>
                    <a:pt x="1125" y="946"/>
                  </a:lnTo>
                  <a:lnTo>
                    <a:pt x="1" y="1597"/>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35"/>
            <p:cNvSpPr/>
            <p:nvPr/>
          </p:nvSpPr>
          <p:spPr>
            <a:xfrm>
              <a:off x="2941400" y="3464425"/>
              <a:ext cx="11400" cy="30375"/>
            </a:xfrm>
            <a:custGeom>
              <a:avLst/>
              <a:gdLst/>
              <a:ahLst/>
              <a:cxnLst/>
              <a:rect l="l" t="t" r="r" b="b"/>
              <a:pathLst>
                <a:path w="456" h="1215" extrusionOk="0">
                  <a:moveTo>
                    <a:pt x="456" y="1214"/>
                  </a:moveTo>
                  <a:lnTo>
                    <a:pt x="1" y="947"/>
                  </a:lnTo>
                  <a:lnTo>
                    <a:pt x="1" y="1"/>
                  </a:lnTo>
                  <a:lnTo>
                    <a:pt x="456" y="269"/>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35"/>
            <p:cNvSpPr/>
            <p:nvPr/>
          </p:nvSpPr>
          <p:spPr>
            <a:xfrm>
              <a:off x="2941400" y="3448150"/>
              <a:ext cx="39525" cy="23000"/>
            </a:xfrm>
            <a:custGeom>
              <a:avLst/>
              <a:gdLst/>
              <a:ahLst/>
              <a:cxnLst/>
              <a:rect l="l" t="t" r="r" b="b"/>
              <a:pathLst>
                <a:path w="1581" h="920" extrusionOk="0">
                  <a:moveTo>
                    <a:pt x="1580" y="268"/>
                  </a:moveTo>
                  <a:lnTo>
                    <a:pt x="1125" y="1"/>
                  </a:lnTo>
                  <a:lnTo>
                    <a:pt x="1" y="652"/>
                  </a:lnTo>
                  <a:lnTo>
                    <a:pt x="456" y="920"/>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35"/>
            <p:cNvSpPr/>
            <p:nvPr/>
          </p:nvSpPr>
          <p:spPr>
            <a:xfrm>
              <a:off x="2882300" y="3356050"/>
              <a:ext cx="70725" cy="87900"/>
            </a:xfrm>
            <a:custGeom>
              <a:avLst/>
              <a:gdLst/>
              <a:ahLst/>
              <a:cxnLst/>
              <a:rect l="l" t="t" r="r" b="b"/>
              <a:pathLst>
                <a:path w="2829" h="3516" extrusionOk="0">
                  <a:moveTo>
                    <a:pt x="2829" y="1624"/>
                  </a:moveTo>
                  <a:lnTo>
                    <a:pt x="1" y="0"/>
                  </a:lnTo>
                  <a:lnTo>
                    <a:pt x="1" y="1892"/>
                  </a:lnTo>
                  <a:lnTo>
                    <a:pt x="2829" y="3515"/>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35"/>
            <p:cNvSpPr/>
            <p:nvPr/>
          </p:nvSpPr>
          <p:spPr>
            <a:xfrm>
              <a:off x="2886325" y="3362750"/>
              <a:ext cx="62925" cy="74500"/>
            </a:xfrm>
            <a:custGeom>
              <a:avLst/>
              <a:gdLst/>
              <a:ahLst/>
              <a:cxnLst/>
              <a:rect l="l" t="t" r="r" b="b"/>
              <a:pathLst>
                <a:path w="2517" h="2980" extrusionOk="0">
                  <a:moveTo>
                    <a:pt x="2516" y="1436"/>
                  </a:moveTo>
                  <a:lnTo>
                    <a:pt x="0" y="0"/>
                  </a:lnTo>
                  <a:lnTo>
                    <a:pt x="0" y="1543"/>
                  </a:lnTo>
                  <a:lnTo>
                    <a:pt x="2516" y="2980"/>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35"/>
            <p:cNvSpPr/>
            <p:nvPr/>
          </p:nvSpPr>
          <p:spPr>
            <a:xfrm>
              <a:off x="2886325" y="3362750"/>
              <a:ext cx="62925" cy="74500"/>
            </a:xfrm>
            <a:custGeom>
              <a:avLst/>
              <a:gdLst/>
              <a:ahLst/>
              <a:cxnLst/>
              <a:rect l="l" t="t" r="r" b="b"/>
              <a:pathLst>
                <a:path w="2517" h="2980" extrusionOk="0">
                  <a:moveTo>
                    <a:pt x="268" y="152"/>
                  </a:moveTo>
                  <a:lnTo>
                    <a:pt x="268" y="1392"/>
                  </a:lnTo>
                  <a:lnTo>
                    <a:pt x="2516" y="2685"/>
                  </a:lnTo>
                  <a:lnTo>
                    <a:pt x="2516" y="2980"/>
                  </a:lnTo>
                  <a:lnTo>
                    <a:pt x="0" y="1543"/>
                  </a:lnTo>
                  <a:lnTo>
                    <a:pt x="0"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35"/>
            <p:cNvSpPr/>
            <p:nvPr/>
          </p:nvSpPr>
          <p:spPr>
            <a:xfrm>
              <a:off x="2886325" y="3397525"/>
              <a:ext cx="62925" cy="39725"/>
            </a:xfrm>
            <a:custGeom>
              <a:avLst/>
              <a:gdLst/>
              <a:ahLst/>
              <a:cxnLst/>
              <a:rect l="l" t="t" r="r" b="b"/>
              <a:pathLst>
                <a:path w="2517" h="1589" extrusionOk="0">
                  <a:moveTo>
                    <a:pt x="0" y="152"/>
                  </a:moveTo>
                  <a:lnTo>
                    <a:pt x="268" y="1"/>
                  </a:lnTo>
                  <a:lnTo>
                    <a:pt x="2516" y="1294"/>
                  </a:lnTo>
                  <a:lnTo>
                    <a:pt x="2516" y="158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35"/>
            <p:cNvSpPr/>
            <p:nvPr/>
          </p:nvSpPr>
          <p:spPr>
            <a:xfrm>
              <a:off x="2899250" y="3442125"/>
              <a:ext cx="40400" cy="43750"/>
            </a:xfrm>
            <a:custGeom>
              <a:avLst/>
              <a:gdLst/>
              <a:ahLst/>
              <a:cxnLst/>
              <a:rect l="l" t="t" r="r" b="b"/>
              <a:pathLst>
                <a:path w="1616" h="1750" extrusionOk="0">
                  <a:moveTo>
                    <a:pt x="1616" y="911"/>
                  </a:moveTo>
                  <a:lnTo>
                    <a:pt x="1" y="1"/>
                  </a:lnTo>
                  <a:lnTo>
                    <a:pt x="1" y="831"/>
                  </a:lnTo>
                  <a:lnTo>
                    <a:pt x="1616" y="174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35"/>
            <p:cNvSpPr/>
            <p:nvPr/>
          </p:nvSpPr>
          <p:spPr>
            <a:xfrm>
              <a:off x="2900825" y="3445025"/>
              <a:ext cx="37050" cy="37950"/>
            </a:xfrm>
            <a:custGeom>
              <a:avLst/>
              <a:gdLst/>
              <a:ahLst/>
              <a:cxnLst/>
              <a:rect l="l" t="t" r="r" b="b"/>
              <a:pathLst>
                <a:path w="1482" h="1518" extrusionOk="0">
                  <a:moveTo>
                    <a:pt x="1481" y="839"/>
                  </a:moveTo>
                  <a:lnTo>
                    <a:pt x="0" y="1"/>
                  </a:lnTo>
                  <a:lnTo>
                    <a:pt x="0" y="679"/>
                  </a:lnTo>
                  <a:lnTo>
                    <a:pt x="1481" y="1517"/>
                  </a:ln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35"/>
            <p:cNvSpPr/>
            <p:nvPr/>
          </p:nvSpPr>
          <p:spPr>
            <a:xfrm>
              <a:off x="2900825" y="3445025"/>
              <a:ext cx="37050" cy="37950"/>
            </a:xfrm>
            <a:custGeom>
              <a:avLst/>
              <a:gdLst/>
              <a:ahLst/>
              <a:cxnLst/>
              <a:rect l="l" t="t" r="r" b="b"/>
              <a:pathLst>
                <a:path w="1482" h="1518" extrusionOk="0">
                  <a:moveTo>
                    <a:pt x="116" y="63"/>
                  </a:moveTo>
                  <a:lnTo>
                    <a:pt x="116" y="607"/>
                  </a:lnTo>
                  <a:lnTo>
                    <a:pt x="1481" y="1384"/>
                  </a:lnTo>
                  <a:lnTo>
                    <a:pt x="1481" y="1517"/>
                  </a:lnTo>
                  <a:lnTo>
                    <a:pt x="0" y="679"/>
                  </a:lnTo>
                  <a:lnTo>
                    <a:pt x="0"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35"/>
            <p:cNvSpPr/>
            <p:nvPr/>
          </p:nvSpPr>
          <p:spPr>
            <a:xfrm>
              <a:off x="2900825" y="3460200"/>
              <a:ext cx="37050" cy="22775"/>
            </a:xfrm>
            <a:custGeom>
              <a:avLst/>
              <a:gdLst/>
              <a:ahLst/>
              <a:cxnLst/>
              <a:rect l="l" t="t" r="r" b="b"/>
              <a:pathLst>
                <a:path w="1482" h="911" extrusionOk="0">
                  <a:moveTo>
                    <a:pt x="0" y="72"/>
                  </a:moveTo>
                  <a:lnTo>
                    <a:pt x="116" y="0"/>
                  </a:lnTo>
                  <a:lnTo>
                    <a:pt x="1481" y="777"/>
                  </a:lnTo>
                  <a:lnTo>
                    <a:pt x="1481" y="91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35"/>
            <p:cNvSpPr/>
            <p:nvPr/>
          </p:nvSpPr>
          <p:spPr>
            <a:xfrm>
              <a:off x="2690950" y="3323925"/>
              <a:ext cx="40400" cy="43750"/>
            </a:xfrm>
            <a:custGeom>
              <a:avLst/>
              <a:gdLst/>
              <a:ahLst/>
              <a:cxnLst/>
              <a:rect l="l" t="t" r="r" b="b"/>
              <a:pathLst>
                <a:path w="1616" h="1750" extrusionOk="0">
                  <a:moveTo>
                    <a:pt x="1615" y="920"/>
                  </a:moveTo>
                  <a:lnTo>
                    <a:pt x="1" y="1"/>
                  </a:lnTo>
                  <a:lnTo>
                    <a:pt x="1" y="830"/>
                  </a:lnTo>
                  <a:lnTo>
                    <a:pt x="1615" y="174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35"/>
            <p:cNvSpPr/>
            <p:nvPr/>
          </p:nvSpPr>
          <p:spPr>
            <a:xfrm>
              <a:off x="2692525" y="3326825"/>
              <a:ext cx="37025" cy="37950"/>
            </a:xfrm>
            <a:custGeom>
              <a:avLst/>
              <a:gdLst/>
              <a:ahLst/>
              <a:cxnLst/>
              <a:rect l="l" t="t" r="r" b="b"/>
              <a:pathLst>
                <a:path w="1481" h="1518" extrusionOk="0">
                  <a:moveTo>
                    <a:pt x="1481" y="839"/>
                  </a:moveTo>
                  <a:lnTo>
                    <a:pt x="0" y="1"/>
                  </a:lnTo>
                  <a:lnTo>
                    <a:pt x="0" y="679"/>
                  </a:lnTo>
                  <a:lnTo>
                    <a:pt x="1481" y="1517"/>
                  </a:ln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35"/>
            <p:cNvSpPr/>
            <p:nvPr/>
          </p:nvSpPr>
          <p:spPr>
            <a:xfrm>
              <a:off x="2692525" y="3326825"/>
              <a:ext cx="37025" cy="37950"/>
            </a:xfrm>
            <a:custGeom>
              <a:avLst/>
              <a:gdLst/>
              <a:ahLst/>
              <a:cxnLst/>
              <a:rect l="l" t="t" r="r" b="b"/>
              <a:pathLst>
                <a:path w="1481" h="1518" extrusionOk="0">
                  <a:moveTo>
                    <a:pt x="125" y="72"/>
                  </a:moveTo>
                  <a:lnTo>
                    <a:pt x="125" y="616"/>
                  </a:lnTo>
                  <a:lnTo>
                    <a:pt x="1481" y="1383"/>
                  </a:lnTo>
                  <a:lnTo>
                    <a:pt x="1481" y="1517"/>
                  </a:lnTo>
                  <a:lnTo>
                    <a:pt x="0" y="679"/>
                  </a:lnTo>
                  <a:lnTo>
                    <a:pt x="0"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35"/>
            <p:cNvSpPr/>
            <p:nvPr/>
          </p:nvSpPr>
          <p:spPr>
            <a:xfrm>
              <a:off x="2692525" y="3342225"/>
              <a:ext cx="37025" cy="22550"/>
            </a:xfrm>
            <a:custGeom>
              <a:avLst/>
              <a:gdLst/>
              <a:ahLst/>
              <a:cxnLst/>
              <a:rect l="l" t="t" r="r" b="b"/>
              <a:pathLst>
                <a:path w="1481" h="902" extrusionOk="0">
                  <a:moveTo>
                    <a:pt x="0" y="63"/>
                  </a:moveTo>
                  <a:lnTo>
                    <a:pt x="125" y="0"/>
                  </a:lnTo>
                  <a:lnTo>
                    <a:pt x="1481" y="767"/>
                  </a:lnTo>
                  <a:lnTo>
                    <a:pt x="1481" y="90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35"/>
            <p:cNvSpPr/>
            <p:nvPr/>
          </p:nvSpPr>
          <p:spPr>
            <a:xfrm>
              <a:off x="2953000" y="3382150"/>
              <a:ext cx="24350" cy="61800"/>
            </a:xfrm>
            <a:custGeom>
              <a:avLst/>
              <a:gdLst/>
              <a:ahLst/>
              <a:cxnLst/>
              <a:rect l="l" t="t" r="r" b="b"/>
              <a:pathLst>
                <a:path w="974" h="2472" extrusionOk="0">
                  <a:moveTo>
                    <a:pt x="1" y="580"/>
                  </a:moveTo>
                  <a:lnTo>
                    <a:pt x="973" y="0"/>
                  </a:lnTo>
                  <a:lnTo>
                    <a:pt x="973" y="1891"/>
                  </a:lnTo>
                  <a:lnTo>
                    <a:pt x="1" y="247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35"/>
            <p:cNvSpPr/>
            <p:nvPr/>
          </p:nvSpPr>
          <p:spPr>
            <a:xfrm>
              <a:off x="2956800" y="3388825"/>
              <a:ext cx="16750" cy="48425"/>
            </a:xfrm>
            <a:custGeom>
              <a:avLst/>
              <a:gdLst/>
              <a:ahLst/>
              <a:cxnLst/>
              <a:rect l="l" t="t" r="r" b="b"/>
              <a:pathLst>
                <a:path w="670" h="1937" extrusionOk="0">
                  <a:moveTo>
                    <a:pt x="1" y="393"/>
                  </a:moveTo>
                  <a:lnTo>
                    <a:pt x="670" y="1"/>
                  </a:lnTo>
                  <a:lnTo>
                    <a:pt x="670" y="1535"/>
                  </a:lnTo>
                  <a:lnTo>
                    <a:pt x="1" y="1937"/>
                  </a:ln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35"/>
            <p:cNvSpPr/>
            <p:nvPr/>
          </p:nvSpPr>
          <p:spPr>
            <a:xfrm>
              <a:off x="2956800" y="3388825"/>
              <a:ext cx="16750" cy="48425"/>
            </a:xfrm>
            <a:custGeom>
              <a:avLst/>
              <a:gdLst/>
              <a:ahLst/>
              <a:cxnLst/>
              <a:rect l="l" t="t" r="r" b="b"/>
              <a:pathLst>
                <a:path w="670" h="1937" extrusionOk="0">
                  <a:moveTo>
                    <a:pt x="402" y="152"/>
                  </a:moveTo>
                  <a:lnTo>
                    <a:pt x="402" y="1392"/>
                  </a:lnTo>
                  <a:lnTo>
                    <a:pt x="1" y="1642"/>
                  </a:lnTo>
                  <a:lnTo>
                    <a:pt x="1" y="1937"/>
                  </a:lnTo>
                  <a:lnTo>
                    <a:pt x="670" y="1535"/>
                  </a:lnTo>
                  <a:lnTo>
                    <a:pt x="670"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35"/>
            <p:cNvSpPr/>
            <p:nvPr/>
          </p:nvSpPr>
          <p:spPr>
            <a:xfrm>
              <a:off x="2956800" y="3423625"/>
              <a:ext cx="16750" cy="13625"/>
            </a:xfrm>
            <a:custGeom>
              <a:avLst/>
              <a:gdLst/>
              <a:ahLst/>
              <a:cxnLst/>
              <a:rect l="l" t="t" r="r" b="b"/>
              <a:pathLst>
                <a:path w="670" h="545" extrusionOk="0">
                  <a:moveTo>
                    <a:pt x="670" y="143"/>
                  </a:moveTo>
                  <a:lnTo>
                    <a:pt x="402" y="0"/>
                  </a:lnTo>
                  <a:lnTo>
                    <a:pt x="1" y="250"/>
                  </a:lnTo>
                  <a:lnTo>
                    <a:pt x="1" y="545"/>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35"/>
            <p:cNvSpPr/>
            <p:nvPr/>
          </p:nvSpPr>
          <p:spPr>
            <a:xfrm>
              <a:off x="3635025" y="2995650"/>
              <a:ext cx="24325" cy="61800"/>
            </a:xfrm>
            <a:custGeom>
              <a:avLst/>
              <a:gdLst/>
              <a:ahLst/>
              <a:cxnLst/>
              <a:rect l="l" t="t" r="r" b="b"/>
              <a:pathLst>
                <a:path w="973" h="2472" extrusionOk="0">
                  <a:moveTo>
                    <a:pt x="0" y="571"/>
                  </a:moveTo>
                  <a:lnTo>
                    <a:pt x="973" y="0"/>
                  </a:lnTo>
                  <a:lnTo>
                    <a:pt x="973" y="1891"/>
                  </a:lnTo>
                  <a:lnTo>
                    <a:pt x="0" y="2471"/>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5"/>
            <p:cNvSpPr/>
            <p:nvPr/>
          </p:nvSpPr>
          <p:spPr>
            <a:xfrm>
              <a:off x="2695850" y="3251225"/>
              <a:ext cx="70725" cy="87675"/>
            </a:xfrm>
            <a:custGeom>
              <a:avLst/>
              <a:gdLst/>
              <a:ahLst/>
              <a:cxnLst/>
              <a:rect l="l" t="t" r="r" b="b"/>
              <a:pathLst>
                <a:path w="2829" h="3507" extrusionOk="0">
                  <a:moveTo>
                    <a:pt x="2829" y="1615"/>
                  </a:moveTo>
                  <a:lnTo>
                    <a:pt x="1" y="1"/>
                  </a:lnTo>
                  <a:lnTo>
                    <a:pt x="1" y="1892"/>
                  </a:lnTo>
                  <a:lnTo>
                    <a:pt x="2829" y="3506"/>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35"/>
            <p:cNvSpPr/>
            <p:nvPr/>
          </p:nvSpPr>
          <p:spPr>
            <a:xfrm>
              <a:off x="2699875" y="3257700"/>
              <a:ext cx="62925" cy="74725"/>
            </a:xfrm>
            <a:custGeom>
              <a:avLst/>
              <a:gdLst/>
              <a:ahLst/>
              <a:cxnLst/>
              <a:rect l="l" t="t" r="r" b="b"/>
              <a:pathLst>
                <a:path w="2517" h="2989" extrusionOk="0">
                  <a:moveTo>
                    <a:pt x="2516" y="1445"/>
                  </a:moveTo>
                  <a:lnTo>
                    <a:pt x="1" y="0"/>
                  </a:lnTo>
                  <a:lnTo>
                    <a:pt x="1" y="1544"/>
                  </a:lnTo>
                  <a:lnTo>
                    <a:pt x="2516" y="2989"/>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35"/>
            <p:cNvSpPr/>
            <p:nvPr/>
          </p:nvSpPr>
          <p:spPr>
            <a:xfrm>
              <a:off x="2699875" y="3257700"/>
              <a:ext cx="62925" cy="74725"/>
            </a:xfrm>
            <a:custGeom>
              <a:avLst/>
              <a:gdLst/>
              <a:ahLst/>
              <a:cxnLst/>
              <a:rect l="l" t="t" r="r" b="b"/>
              <a:pathLst>
                <a:path w="2517" h="2989" extrusionOk="0">
                  <a:moveTo>
                    <a:pt x="268" y="152"/>
                  </a:moveTo>
                  <a:lnTo>
                    <a:pt x="268" y="1401"/>
                  </a:lnTo>
                  <a:lnTo>
                    <a:pt x="2516" y="2685"/>
                  </a:lnTo>
                  <a:lnTo>
                    <a:pt x="2516" y="2989"/>
                  </a:lnTo>
                  <a:lnTo>
                    <a:pt x="1" y="1544"/>
                  </a:lnTo>
                  <a:lnTo>
                    <a:pt x="1"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35"/>
            <p:cNvSpPr/>
            <p:nvPr/>
          </p:nvSpPr>
          <p:spPr>
            <a:xfrm>
              <a:off x="2699875" y="3292700"/>
              <a:ext cx="62925" cy="39725"/>
            </a:xfrm>
            <a:custGeom>
              <a:avLst/>
              <a:gdLst/>
              <a:ahLst/>
              <a:cxnLst/>
              <a:rect l="l" t="t" r="r" b="b"/>
              <a:pathLst>
                <a:path w="2517" h="1589" extrusionOk="0">
                  <a:moveTo>
                    <a:pt x="1" y="144"/>
                  </a:moveTo>
                  <a:lnTo>
                    <a:pt x="268" y="1"/>
                  </a:lnTo>
                  <a:lnTo>
                    <a:pt x="2516" y="1285"/>
                  </a:lnTo>
                  <a:lnTo>
                    <a:pt x="2516" y="158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35"/>
            <p:cNvSpPr/>
            <p:nvPr/>
          </p:nvSpPr>
          <p:spPr>
            <a:xfrm>
              <a:off x="2769025" y="3280000"/>
              <a:ext cx="106175" cy="129150"/>
            </a:xfrm>
            <a:custGeom>
              <a:avLst/>
              <a:gdLst/>
              <a:ahLst/>
              <a:cxnLst/>
              <a:rect l="l" t="t" r="r" b="b"/>
              <a:pathLst>
                <a:path w="4247" h="5166" extrusionOk="0">
                  <a:moveTo>
                    <a:pt x="4246" y="2391"/>
                  </a:moveTo>
                  <a:lnTo>
                    <a:pt x="0" y="0"/>
                  </a:lnTo>
                  <a:lnTo>
                    <a:pt x="0" y="2775"/>
                  </a:lnTo>
                  <a:lnTo>
                    <a:pt x="4246" y="5166"/>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35"/>
            <p:cNvSpPr/>
            <p:nvPr/>
          </p:nvSpPr>
          <p:spPr>
            <a:xfrm>
              <a:off x="2773700" y="3282675"/>
              <a:ext cx="101500" cy="121350"/>
            </a:xfrm>
            <a:custGeom>
              <a:avLst/>
              <a:gdLst/>
              <a:ahLst/>
              <a:cxnLst/>
              <a:rect l="l" t="t" r="r" b="b"/>
              <a:pathLst>
                <a:path w="4060" h="4854" extrusionOk="0">
                  <a:moveTo>
                    <a:pt x="0" y="0"/>
                  </a:moveTo>
                  <a:lnTo>
                    <a:pt x="0" y="2570"/>
                  </a:lnTo>
                  <a:lnTo>
                    <a:pt x="4059" y="4853"/>
                  </a:lnTo>
                  <a:lnTo>
                    <a:pt x="4059" y="2284"/>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35"/>
            <p:cNvSpPr/>
            <p:nvPr/>
          </p:nvSpPr>
          <p:spPr>
            <a:xfrm>
              <a:off x="2773700" y="3288025"/>
              <a:ext cx="101500" cy="61125"/>
            </a:xfrm>
            <a:custGeom>
              <a:avLst/>
              <a:gdLst/>
              <a:ahLst/>
              <a:cxnLst/>
              <a:rect l="l" t="t" r="r" b="b"/>
              <a:pathLst>
                <a:path w="4060" h="2445" extrusionOk="0">
                  <a:moveTo>
                    <a:pt x="0" y="0"/>
                  </a:moveTo>
                  <a:lnTo>
                    <a:pt x="0" y="215"/>
                  </a:lnTo>
                  <a:lnTo>
                    <a:pt x="4059" y="2445"/>
                  </a:lnTo>
                  <a:lnTo>
                    <a:pt x="4059" y="223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35"/>
            <p:cNvSpPr/>
            <p:nvPr/>
          </p:nvSpPr>
          <p:spPr>
            <a:xfrm>
              <a:off x="2773700" y="3297625"/>
              <a:ext cx="101500" cy="61125"/>
            </a:xfrm>
            <a:custGeom>
              <a:avLst/>
              <a:gdLst/>
              <a:ahLst/>
              <a:cxnLst/>
              <a:rect l="l" t="t" r="r" b="b"/>
              <a:pathLst>
                <a:path w="4060" h="2445" extrusionOk="0">
                  <a:moveTo>
                    <a:pt x="0" y="0"/>
                  </a:moveTo>
                  <a:lnTo>
                    <a:pt x="0" y="223"/>
                  </a:lnTo>
                  <a:lnTo>
                    <a:pt x="4059" y="2444"/>
                  </a:lnTo>
                  <a:lnTo>
                    <a:pt x="4059" y="223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35"/>
            <p:cNvSpPr/>
            <p:nvPr/>
          </p:nvSpPr>
          <p:spPr>
            <a:xfrm>
              <a:off x="2773700" y="3307425"/>
              <a:ext cx="101500" cy="61125"/>
            </a:xfrm>
            <a:custGeom>
              <a:avLst/>
              <a:gdLst/>
              <a:ahLst/>
              <a:cxnLst/>
              <a:rect l="l" t="t" r="r" b="b"/>
              <a:pathLst>
                <a:path w="4060" h="2445" extrusionOk="0">
                  <a:moveTo>
                    <a:pt x="0" y="1"/>
                  </a:moveTo>
                  <a:lnTo>
                    <a:pt x="0" y="215"/>
                  </a:lnTo>
                  <a:lnTo>
                    <a:pt x="4059" y="2445"/>
                  </a:lnTo>
                  <a:lnTo>
                    <a:pt x="4059" y="222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35"/>
            <p:cNvSpPr/>
            <p:nvPr/>
          </p:nvSpPr>
          <p:spPr>
            <a:xfrm>
              <a:off x="2773700" y="3317025"/>
              <a:ext cx="101500" cy="61125"/>
            </a:xfrm>
            <a:custGeom>
              <a:avLst/>
              <a:gdLst/>
              <a:ahLst/>
              <a:cxnLst/>
              <a:rect l="l" t="t" r="r" b="b"/>
              <a:pathLst>
                <a:path w="4060" h="2445" extrusionOk="0">
                  <a:moveTo>
                    <a:pt x="0" y="0"/>
                  </a:moveTo>
                  <a:lnTo>
                    <a:pt x="0" y="214"/>
                  </a:lnTo>
                  <a:lnTo>
                    <a:pt x="4059" y="2445"/>
                  </a:lnTo>
                  <a:lnTo>
                    <a:pt x="4059" y="223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35"/>
            <p:cNvSpPr/>
            <p:nvPr/>
          </p:nvSpPr>
          <p:spPr>
            <a:xfrm>
              <a:off x="2773700" y="3326600"/>
              <a:ext cx="101500" cy="61150"/>
            </a:xfrm>
            <a:custGeom>
              <a:avLst/>
              <a:gdLst/>
              <a:ahLst/>
              <a:cxnLst/>
              <a:rect l="l" t="t" r="r" b="b"/>
              <a:pathLst>
                <a:path w="4060" h="2446" extrusionOk="0">
                  <a:moveTo>
                    <a:pt x="0" y="1"/>
                  </a:moveTo>
                  <a:lnTo>
                    <a:pt x="0" y="224"/>
                  </a:lnTo>
                  <a:lnTo>
                    <a:pt x="4059" y="2445"/>
                  </a:lnTo>
                  <a:lnTo>
                    <a:pt x="4059" y="223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35"/>
            <p:cNvSpPr/>
            <p:nvPr/>
          </p:nvSpPr>
          <p:spPr>
            <a:xfrm>
              <a:off x="2773700" y="3336425"/>
              <a:ext cx="101500" cy="61125"/>
            </a:xfrm>
            <a:custGeom>
              <a:avLst/>
              <a:gdLst/>
              <a:ahLst/>
              <a:cxnLst/>
              <a:rect l="l" t="t" r="r" b="b"/>
              <a:pathLst>
                <a:path w="4060" h="2445" extrusionOk="0">
                  <a:moveTo>
                    <a:pt x="0" y="0"/>
                  </a:moveTo>
                  <a:lnTo>
                    <a:pt x="0" y="214"/>
                  </a:lnTo>
                  <a:lnTo>
                    <a:pt x="4059" y="2445"/>
                  </a:lnTo>
                  <a:lnTo>
                    <a:pt x="4059" y="223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35"/>
            <p:cNvSpPr/>
            <p:nvPr/>
          </p:nvSpPr>
          <p:spPr>
            <a:xfrm>
              <a:off x="2813625" y="3330175"/>
              <a:ext cx="23425" cy="29900"/>
            </a:xfrm>
            <a:custGeom>
              <a:avLst/>
              <a:gdLst/>
              <a:ahLst/>
              <a:cxnLst/>
              <a:rect l="l" t="t" r="r" b="b"/>
              <a:pathLst>
                <a:path w="937" h="1196" extrusionOk="0">
                  <a:moveTo>
                    <a:pt x="937" y="536"/>
                  </a:moveTo>
                  <a:lnTo>
                    <a:pt x="0" y="1"/>
                  </a:lnTo>
                  <a:lnTo>
                    <a:pt x="0" y="661"/>
                  </a:lnTo>
                  <a:lnTo>
                    <a:pt x="937" y="1196"/>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5"/>
            <p:cNvSpPr/>
            <p:nvPr/>
          </p:nvSpPr>
          <p:spPr>
            <a:xfrm>
              <a:off x="3002750" y="2297350"/>
              <a:ext cx="483100" cy="280600"/>
            </a:xfrm>
            <a:custGeom>
              <a:avLst/>
              <a:gdLst/>
              <a:ahLst/>
              <a:cxnLst/>
              <a:rect l="l" t="t" r="r" b="b"/>
              <a:pathLst>
                <a:path w="19324" h="11224" extrusionOk="0">
                  <a:moveTo>
                    <a:pt x="16879" y="5879"/>
                  </a:moveTo>
                  <a:lnTo>
                    <a:pt x="19323" y="11223"/>
                  </a:lnTo>
                  <a:lnTo>
                    <a:pt x="10081" y="9805"/>
                  </a:lnTo>
                  <a:lnTo>
                    <a:pt x="12668" y="8315"/>
                  </a:lnTo>
                  <a:lnTo>
                    <a:pt x="0" y="946"/>
                  </a:lnTo>
                  <a:lnTo>
                    <a:pt x="1633" y="0"/>
                  </a:lnTo>
                  <a:lnTo>
                    <a:pt x="14301" y="7369"/>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5"/>
            <p:cNvSpPr/>
            <p:nvPr/>
          </p:nvSpPr>
          <p:spPr>
            <a:xfrm>
              <a:off x="4023100" y="3003225"/>
              <a:ext cx="483300" cy="280375"/>
            </a:xfrm>
            <a:custGeom>
              <a:avLst/>
              <a:gdLst/>
              <a:ahLst/>
              <a:cxnLst/>
              <a:rect l="l" t="t" r="r" b="b"/>
              <a:pathLst>
                <a:path w="19332" h="11215" extrusionOk="0">
                  <a:moveTo>
                    <a:pt x="16879" y="5879"/>
                  </a:moveTo>
                  <a:lnTo>
                    <a:pt x="19332" y="11214"/>
                  </a:lnTo>
                  <a:lnTo>
                    <a:pt x="10090" y="9796"/>
                  </a:lnTo>
                  <a:lnTo>
                    <a:pt x="12668" y="8306"/>
                  </a:lnTo>
                  <a:lnTo>
                    <a:pt x="0" y="937"/>
                  </a:lnTo>
                  <a:lnTo>
                    <a:pt x="1633" y="0"/>
                  </a:lnTo>
                  <a:lnTo>
                    <a:pt x="14301" y="7369"/>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5"/>
            <p:cNvSpPr/>
            <p:nvPr/>
          </p:nvSpPr>
          <p:spPr>
            <a:xfrm>
              <a:off x="5359025" y="2688750"/>
              <a:ext cx="94350" cy="55575"/>
            </a:xfrm>
            <a:custGeom>
              <a:avLst/>
              <a:gdLst/>
              <a:ahLst/>
              <a:cxnLst/>
              <a:rect l="l" t="t" r="r" b="b"/>
              <a:pathLst>
                <a:path w="3774" h="2223" extrusionOk="0">
                  <a:moveTo>
                    <a:pt x="714" y="1830"/>
                  </a:moveTo>
                  <a:cubicBezTo>
                    <a:pt x="1401" y="2222"/>
                    <a:pt x="2480" y="2222"/>
                    <a:pt x="3122" y="1830"/>
                  </a:cubicBezTo>
                  <a:cubicBezTo>
                    <a:pt x="3774" y="1437"/>
                    <a:pt x="3747" y="795"/>
                    <a:pt x="3060" y="402"/>
                  </a:cubicBezTo>
                  <a:cubicBezTo>
                    <a:pt x="2373" y="1"/>
                    <a:pt x="1294" y="1"/>
                    <a:pt x="651" y="393"/>
                  </a:cubicBezTo>
                  <a:cubicBezTo>
                    <a:pt x="0" y="795"/>
                    <a:pt x="36" y="1428"/>
                    <a:pt x="714" y="183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5"/>
            <p:cNvSpPr/>
            <p:nvPr/>
          </p:nvSpPr>
          <p:spPr>
            <a:xfrm>
              <a:off x="5009525" y="2716625"/>
              <a:ext cx="402825" cy="252275"/>
            </a:xfrm>
            <a:custGeom>
              <a:avLst/>
              <a:gdLst/>
              <a:ahLst/>
              <a:cxnLst/>
              <a:rect l="l" t="t" r="r" b="b"/>
              <a:pathLst>
                <a:path w="16113" h="10091" extrusionOk="0">
                  <a:moveTo>
                    <a:pt x="3204" y="6228"/>
                  </a:moveTo>
                  <a:cubicBezTo>
                    <a:pt x="1080" y="5006"/>
                    <a:pt x="991" y="3016"/>
                    <a:pt x="2998" y="1803"/>
                  </a:cubicBezTo>
                  <a:cubicBezTo>
                    <a:pt x="4997" y="581"/>
                    <a:pt x="8360" y="590"/>
                    <a:pt x="10474" y="1812"/>
                  </a:cubicBezTo>
                  <a:cubicBezTo>
                    <a:pt x="10474" y="1812"/>
                    <a:pt x="10474" y="1812"/>
                    <a:pt x="10483" y="1812"/>
                  </a:cubicBezTo>
                  <a:lnTo>
                    <a:pt x="6558" y="4203"/>
                  </a:lnTo>
                  <a:lnTo>
                    <a:pt x="9020" y="5621"/>
                  </a:lnTo>
                  <a:lnTo>
                    <a:pt x="9020" y="5621"/>
                  </a:lnTo>
                  <a:lnTo>
                    <a:pt x="10376" y="6406"/>
                  </a:lnTo>
                  <a:cubicBezTo>
                    <a:pt x="8351" y="7459"/>
                    <a:pt x="5220" y="7396"/>
                    <a:pt x="3204" y="6228"/>
                  </a:cubicBezTo>
                  <a:close/>
                  <a:moveTo>
                    <a:pt x="14542" y="7432"/>
                  </a:moveTo>
                  <a:lnTo>
                    <a:pt x="12107" y="6023"/>
                  </a:lnTo>
                  <a:lnTo>
                    <a:pt x="11447" y="5639"/>
                  </a:lnTo>
                  <a:lnTo>
                    <a:pt x="10189" y="4916"/>
                  </a:lnTo>
                  <a:lnTo>
                    <a:pt x="12080" y="3757"/>
                  </a:lnTo>
                  <a:lnTo>
                    <a:pt x="12356" y="3587"/>
                  </a:lnTo>
                  <a:lnTo>
                    <a:pt x="14953" y="5086"/>
                  </a:lnTo>
                  <a:lnTo>
                    <a:pt x="16112" y="4381"/>
                  </a:lnTo>
                  <a:lnTo>
                    <a:pt x="13525" y="2882"/>
                  </a:lnTo>
                  <a:lnTo>
                    <a:pt x="15363" y="1767"/>
                  </a:lnTo>
                  <a:lnTo>
                    <a:pt x="12901" y="340"/>
                  </a:lnTo>
                  <a:lnTo>
                    <a:pt x="11099" y="1437"/>
                  </a:lnTo>
                  <a:cubicBezTo>
                    <a:pt x="11090" y="1437"/>
                    <a:pt x="11090" y="1437"/>
                    <a:pt x="11090" y="1437"/>
                  </a:cubicBezTo>
                  <a:cubicBezTo>
                    <a:pt x="8610" y="1"/>
                    <a:pt x="4693" y="1"/>
                    <a:pt x="2347" y="1428"/>
                  </a:cubicBezTo>
                  <a:cubicBezTo>
                    <a:pt x="1" y="2856"/>
                    <a:pt x="108" y="5175"/>
                    <a:pt x="2588" y="6602"/>
                  </a:cubicBezTo>
                  <a:cubicBezTo>
                    <a:pt x="4961" y="7976"/>
                    <a:pt x="8663" y="8039"/>
                    <a:pt x="11027" y="6781"/>
                  </a:cubicBezTo>
                  <a:lnTo>
                    <a:pt x="12142" y="7432"/>
                  </a:lnTo>
                  <a:lnTo>
                    <a:pt x="8940" y="9377"/>
                  </a:lnTo>
                  <a:lnTo>
                    <a:pt x="10171" y="10091"/>
                  </a:lnTo>
                  <a:lnTo>
                    <a:pt x="13373" y="8137"/>
                  </a:lnTo>
                  <a:lnTo>
                    <a:pt x="13382" y="8137"/>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5"/>
            <p:cNvSpPr/>
            <p:nvPr/>
          </p:nvSpPr>
          <p:spPr>
            <a:xfrm>
              <a:off x="4361875" y="2058500"/>
              <a:ext cx="61575" cy="45075"/>
            </a:xfrm>
            <a:custGeom>
              <a:avLst/>
              <a:gdLst/>
              <a:ahLst/>
              <a:cxnLst/>
              <a:rect l="l" t="t" r="r" b="b"/>
              <a:pathLst>
                <a:path w="2463" h="1803" extrusionOk="0">
                  <a:moveTo>
                    <a:pt x="9" y="464"/>
                  </a:moveTo>
                  <a:cubicBezTo>
                    <a:pt x="18" y="303"/>
                    <a:pt x="143" y="116"/>
                    <a:pt x="286" y="36"/>
                  </a:cubicBezTo>
                  <a:cubicBezTo>
                    <a:pt x="366" y="0"/>
                    <a:pt x="428" y="0"/>
                    <a:pt x="473" y="36"/>
                  </a:cubicBezTo>
                  <a:lnTo>
                    <a:pt x="473" y="36"/>
                  </a:lnTo>
                  <a:lnTo>
                    <a:pt x="473" y="36"/>
                  </a:lnTo>
                  <a:lnTo>
                    <a:pt x="473" y="36"/>
                  </a:lnTo>
                  <a:lnTo>
                    <a:pt x="2462" y="1213"/>
                  </a:lnTo>
                  <a:lnTo>
                    <a:pt x="2061" y="1802"/>
                  </a:lnTo>
                  <a:lnTo>
                    <a:pt x="72" y="633"/>
                  </a:lnTo>
                  <a:cubicBezTo>
                    <a:pt x="72" y="633"/>
                    <a:pt x="72" y="633"/>
                    <a:pt x="72" y="633"/>
                  </a:cubicBezTo>
                  <a:lnTo>
                    <a:pt x="72" y="633"/>
                  </a:lnTo>
                  <a:lnTo>
                    <a:pt x="72" y="633"/>
                  </a:lnTo>
                  <a:cubicBezTo>
                    <a:pt x="27" y="598"/>
                    <a:pt x="0" y="544"/>
                    <a:pt x="9" y="464"/>
                  </a:cubicBez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35"/>
            <p:cNvSpPr/>
            <p:nvPr/>
          </p:nvSpPr>
          <p:spPr>
            <a:xfrm>
              <a:off x="4411600" y="2087025"/>
              <a:ext cx="13625" cy="18325"/>
            </a:xfrm>
            <a:custGeom>
              <a:avLst/>
              <a:gdLst/>
              <a:ahLst/>
              <a:cxnLst/>
              <a:rect l="l" t="t" r="r" b="b"/>
              <a:pathLst>
                <a:path w="545" h="733" extrusionOk="0">
                  <a:moveTo>
                    <a:pt x="9" y="501"/>
                  </a:moveTo>
                  <a:cubicBezTo>
                    <a:pt x="1" y="661"/>
                    <a:pt x="108" y="732"/>
                    <a:pt x="250" y="661"/>
                  </a:cubicBezTo>
                  <a:cubicBezTo>
                    <a:pt x="402" y="581"/>
                    <a:pt x="527" y="393"/>
                    <a:pt x="536" y="233"/>
                  </a:cubicBezTo>
                  <a:cubicBezTo>
                    <a:pt x="545" y="72"/>
                    <a:pt x="438" y="1"/>
                    <a:pt x="286" y="72"/>
                  </a:cubicBezTo>
                  <a:cubicBezTo>
                    <a:pt x="143" y="144"/>
                    <a:pt x="18" y="340"/>
                    <a:pt x="9" y="50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5"/>
            <p:cNvSpPr/>
            <p:nvPr/>
          </p:nvSpPr>
          <p:spPr>
            <a:xfrm>
              <a:off x="4408475" y="2083925"/>
              <a:ext cx="18100" cy="21650"/>
            </a:xfrm>
            <a:custGeom>
              <a:avLst/>
              <a:gdLst/>
              <a:ahLst/>
              <a:cxnLst/>
              <a:rect l="l" t="t" r="r" b="b"/>
              <a:pathLst>
                <a:path w="724" h="866" extrusionOk="0">
                  <a:moveTo>
                    <a:pt x="10" y="589"/>
                  </a:moveTo>
                  <a:cubicBezTo>
                    <a:pt x="27" y="375"/>
                    <a:pt x="188" y="134"/>
                    <a:pt x="375" y="45"/>
                  </a:cubicBezTo>
                  <a:cubicBezTo>
                    <a:pt x="465" y="0"/>
                    <a:pt x="545" y="0"/>
                    <a:pt x="598" y="36"/>
                  </a:cubicBezTo>
                  <a:lnTo>
                    <a:pt x="598" y="36"/>
                  </a:lnTo>
                  <a:lnTo>
                    <a:pt x="607" y="36"/>
                  </a:lnTo>
                  <a:lnTo>
                    <a:pt x="607" y="36"/>
                  </a:lnTo>
                  <a:lnTo>
                    <a:pt x="723" y="107"/>
                  </a:lnTo>
                  <a:lnTo>
                    <a:pt x="206" y="865"/>
                  </a:lnTo>
                  <a:lnTo>
                    <a:pt x="90" y="803"/>
                  </a:lnTo>
                  <a:cubicBezTo>
                    <a:pt x="90" y="803"/>
                    <a:pt x="90" y="803"/>
                    <a:pt x="90" y="803"/>
                  </a:cubicBezTo>
                  <a:lnTo>
                    <a:pt x="90" y="803"/>
                  </a:lnTo>
                  <a:lnTo>
                    <a:pt x="90" y="803"/>
                  </a:lnTo>
                  <a:cubicBezTo>
                    <a:pt x="36" y="758"/>
                    <a:pt x="1" y="687"/>
                    <a:pt x="10" y="589"/>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5"/>
            <p:cNvSpPr/>
            <p:nvPr/>
          </p:nvSpPr>
          <p:spPr>
            <a:xfrm>
              <a:off x="4411150" y="2084125"/>
              <a:ext cx="17650" cy="23450"/>
            </a:xfrm>
            <a:custGeom>
              <a:avLst/>
              <a:gdLst/>
              <a:ahLst/>
              <a:cxnLst/>
              <a:rect l="l" t="t" r="r" b="b"/>
              <a:pathLst>
                <a:path w="706" h="938" extrusionOk="0">
                  <a:moveTo>
                    <a:pt x="10" y="643"/>
                  </a:moveTo>
                  <a:cubicBezTo>
                    <a:pt x="1" y="848"/>
                    <a:pt x="143" y="938"/>
                    <a:pt x="331" y="848"/>
                  </a:cubicBezTo>
                  <a:cubicBezTo>
                    <a:pt x="518" y="750"/>
                    <a:pt x="679" y="509"/>
                    <a:pt x="688" y="304"/>
                  </a:cubicBezTo>
                  <a:cubicBezTo>
                    <a:pt x="705" y="99"/>
                    <a:pt x="563" y="1"/>
                    <a:pt x="375" y="99"/>
                  </a:cubicBezTo>
                  <a:cubicBezTo>
                    <a:pt x="188" y="188"/>
                    <a:pt x="27" y="438"/>
                    <a:pt x="10" y="643"/>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5"/>
            <p:cNvSpPr/>
            <p:nvPr/>
          </p:nvSpPr>
          <p:spPr>
            <a:xfrm>
              <a:off x="4414725" y="2090150"/>
              <a:ext cx="57575" cy="43525"/>
            </a:xfrm>
            <a:custGeom>
              <a:avLst/>
              <a:gdLst/>
              <a:ahLst/>
              <a:cxnLst/>
              <a:rect l="l" t="t" r="r" b="b"/>
              <a:pathLst>
                <a:path w="2303" h="1741" extrusionOk="0">
                  <a:moveTo>
                    <a:pt x="0" y="358"/>
                  </a:moveTo>
                  <a:cubicBezTo>
                    <a:pt x="0" y="402"/>
                    <a:pt x="9" y="447"/>
                    <a:pt x="36" y="474"/>
                  </a:cubicBezTo>
                  <a:lnTo>
                    <a:pt x="36" y="474"/>
                  </a:lnTo>
                  <a:lnTo>
                    <a:pt x="36" y="474"/>
                  </a:lnTo>
                  <a:cubicBezTo>
                    <a:pt x="45" y="483"/>
                    <a:pt x="54" y="483"/>
                    <a:pt x="54" y="491"/>
                  </a:cubicBezTo>
                  <a:lnTo>
                    <a:pt x="1446" y="1562"/>
                  </a:lnTo>
                  <a:lnTo>
                    <a:pt x="1624" y="1696"/>
                  </a:lnTo>
                  <a:cubicBezTo>
                    <a:pt x="1695" y="1740"/>
                    <a:pt x="1785" y="1740"/>
                    <a:pt x="1892" y="1687"/>
                  </a:cubicBezTo>
                  <a:cubicBezTo>
                    <a:pt x="2106" y="1580"/>
                    <a:pt x="2293" y="1294"/>
                    <a:pt x="2302" y="1053"/>
                  </a:cubicBezTo>
                  <a:lnTo>
                    <a:pt x="2302" y="1036"/>
                  </a:lnTo>
                  <a:cubicBezTo>
                    <a:pt x="2302" y="929"/>
                    <a:pt x="2266" y="848"/>
                    <a:pt x="2204" y="813"/>
                  </a:cubicBezTo>
                  <a:lnTo>
                    <a:pt x="2204" y="813"/>
                  </a:lnTo>
                  <a:lnTo>
                    <a:pt x="2204" y="813"/>
                  </a:lnTo>
                  <a:lnTo>
                    <a:pt x="366" y="19"/>
                  </a:lnTo>
                  <a:cubicBezTo>
                    <a:pt x="357" y="10"/>
                    <a:pt x="339" y="10"/>
                    <a:pt x="331" y="10"/>
                  </a:cubicBezTo>
                  <a:lnTo>
                    <a:pt x="322" y="1"/>
                  </a:lnTo>
                  <a:lnTo>
                    <a:pt x="322" y="1"/>
                  </a:lnTo>
                  <a:cubicBezTo>
                    <a:pt x="295" y="1"/>
                    <a:pt x="259" y="1"/>
                    <a:pt x="223" y="28"/>
                  </a:cubicBezTo>
                  <a:cubicBezTo>
                    <a:pt x="206" y="37"/>
                    <a:pt x="188" y="45"/>
                    <a:pt x="170" y="54"/>
                  </a:cubicBezTo>
                  <a:cubicBezTo>
                    <a:pt x="81" y="126"/>
                    <a:pt x="9" y="251"/>
                    <a:pt x="0" y="358"/>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35"/>
            <p:cNvSpPr/>
            <p:nvPr/>
          </p:nvSpPr>
          <p:spPr>
            <a:xfrm>
              <a:off x="4414725" y="2091500"/>
              <a:ext cx="49525" cy="38150"/>
            </a:xfrm>
            <a:custGeom>
              <a:avLst/>
              <a:gdLst/>
              <a:ahLst/>
              <a:cxnLst/>
              <a:rect l="l" t="t" r="r" b="b"/>
              <a:pathLst>
                <a:path w="1981" h="1526" extrusionOk="0">
                  <a:moveTo>
                    <a:pt x="0" y="304"/>
                  </a:moveTo>
                  <a:cubicBezTo>
                    <a:pt x="0" y="348"/>
                    <a:pt x="9" y="393"/>
                    <a:pt x="36" y="420"/>
                  </a:cubicBezTo>
                  <a:lnTo>
                    <a:pt x="36" y="420"/>
                  </a:lnTo>
                  <a:lnTo>
                    <a:pt x="36" y="420"/>
                  </a:lnTo>
                  <a:cubicBezTo>
                    <a:pt x="45" y="429"/>
                    <a:pt x="54" y="429"/>
                    <a:pt x="54" y="437"/>
                  </a:cubicBezTo>
                  <a:lnTo>
                    <a:pt x="1446" y="1508"/>
                  </a:lnTo>
                  <a:cubicBezTo>
                    <a:pt x="1597" y="1526"/>
                    <a:pt x="1758" y="1517"/>
                    <a:pt x="1910" y="1472"/>
                  </a:cubicBezTo>
                  <a:cubicBezTo>
                    <a:pt x="1936" y="1463"/>
                    <a:pt x="1972" y="1454"/>
                    <a:pt x="1972" y="1419"/>
                  </a:cubicBezTo>
                  <a:cubicBezTo>
                    <a:pt x="1981" y="1392"/>
                    <a:pt x="1954" y="1374"/>
                    <a:pt x="1927" y="1356"/>
                  </a:cubicBezTo>
                  <a:cubicBezTo>
                    <a:pt x="1419" y="973"/>
                    <a:pt x="723" y="866"/>
                    <a:pt x="268" y="420"/>
                  </a:cubicBezTo>
                  <a:cubicBezTo>
                    <a:pt x="170" y="330"/>
                    <a:pt x="99" y="116"/>
                    <a:pt x="170" y="0"/>
                  </a:cubicBezTo>
                  <a:cubicBezTo>
                    <a:pt x="81" y="72"/>
                    <a:pt x="9" y="197"/>
                    <a:pt x="0" y="30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35"/>
            <p:cNvSpPr/>
            <p:nvPr/>
          </p:nvSpPr>
          <p:spPr>
            <a:xfrm>
              <a:off x="4582650" y="2128750"/>
              <a:ext cx="223725" cy="112875"/>
            </a:xfrm>
            <a:custGeom>
              <a:avLst/>
              <a:gdLst/>
              <a:ahLst/>
              <a:cxnLst/>
              <a:rect l="l" t="t" r="r" b="b"/>
              <a:pathLst>
                <a:path w="8949" h="4515" extrusionOk="0">
                  <a:moveTo>
                    <a:pt x="1" y="3390"/>
                  </a:moveTo>
                  <a:lnTo>
                    <a:pt x="2526" y="4514"/>
                  </a:lnTo>
                  <a:lnTo>
                    <a:pt x="4497" y="3783"/>
                  </a:lnTo>
                  <a:lnTo>
                    <a:pt x="8949" y="2569"/>
                  </a:lnTo>
                  <a:lnTo>
                    <a:pt x="5148" y="232"/>
                  </a:lnTo>
                  <a:cubicBezTo>
                    <a:pt x="4809" y="9"/>
                    <a:pt x="4328" y="0"/>
                    <a:pt x="3783" y="259"/>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5"/>
            <p:cNvSpPr/>
            <p:nvPr/>
          </p:nvSpPr>
          <p:spPr>
            <a:xfrm>
              <a:off x="4645775" y="2187175"/>
              <a:ext cx="174200" cy="197400"/>
            </a:xfrm>
            <a:custGeom>
              <a:avLst/>
              <a:gdLst/>
              <a:ahLst/>
              <a:cxnLst/>
              <a:rect l="l" t="t" r="r" b="b"/>
              <a:pathLst>
                <a:path w="6968" h="7896" extrusionOk="0">
                  <a:moveTo>
                    <a:pt x="1" y="7887"/>
                  </a:moveTo>
                  <a:cubicBezTo>
                    <a:pt x="1" y="7887"/>
                    <a:pt x="1" y="7887"/>
                    <a:pt x="1" y="7896"/>
                  </a:cubicBezTo>
                  <a:lnTo>
                    <a:pt x="5050" y="4871"/>
                  </a:lnTo>
                  <a:cubicBezTo>
                    <a:pt x="6147" y="4122"/>
                    <a:pt x="6968" y="2641"/>
                    <a:pt x="6968" y="1463"/>
                  </a:cubicBezTo>
                  <a:cubicBezTo>
                    <a:pt x="6968" y="875"/>
                    <a:pt x="6763" y="447"/>
                    <a:pt x="6424" y="232"/>
                  </a:cubicBezTo>
                  <a:cubicBezTo>
                    <a:pt x="6085" y="9"/>
                    <a:pt x="5603" y="0"/>
                    <a:pt x="5050" y="259"/>
                  </a:cubicBezTo>
                  <a:lnTo>
                    <a:pt x="1" y="2177"/>
                  </a:lnTo>
                  <a:lnTo>
                    <a:pt x="1" y="2186"/>
                  </a:lnTo>
                  <a:cubicBezTo>
                    <a:pt x="1" y="2186"/>
                    <a:pt x="2730" y="4077"/>
                    <a:pt x="1" y="788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5"/>
            <p:cNvSpPr/>
            <p:nvPr/>
          </p:nvSpPr>
          <p:spPr>
            <a:xfrm>
              <a:off x="4553907" y="2212150"/>
              <a:ext cx="138943" cy="172425"/>
            </a:xfrm>
            <a:custGeom>
              <a:avLst/>
              <a:gdLst/>
              <a:ahLst/>
              <a:cxnLst/>
              <a:rect l="l" t="t" r="r" b="b"/>
              <a:pathLst>
                <a:path w="5755" h="6897" extrusionOk="0">
                  <a:moveTo>
                    <a:pt x="1" y="4631"/>
                  </a:moveTo>
                  <a:cubicBezTo>
                    <a:pt x="1" y="4631"/>
                    <a:pt x="3873" y="6897"/>
                    <a:pt x="3873" y="6897"/>
                  </a:cubicBezTo>
                  <a:cubicBezTo>
                    <a:pt x="3873" y="6888"/>
                    <a:pt x="3873" y="6888"/>
                    <a:pt x="3873" y="6888"/>
                  </a:cubicBezTo>
                  <a:cubicBezTo>
                    <a:pt x="4943" y="5496"/>
                    <a:pt x="5755" y="3551"/>
                    <a:pt x="4631" y="1945"/>
                  </a:cubicBezTo>
                  <a:cubicBezTo>
                    <a:pt x="3917" y="928"/>
                    <a:pt x="2847" y="125"/>
                    <a:pt x="1589" y="10"/>
                  </a:cubicBezTo>
                  <a:cubicBezTo>
                    <a:pt x="1500" y="1"/>
                    <a:pt x="1384" y="1"/>
                    <a:pt x="1321" y="72"/>
                  </a:cubicBezTo>
                  <a:cubicBezTo>
                    <a:pt x="1116" y="313"/>
                    <a:pt x="1196" y="973"/>
                    <a:pt x="1205" y="1267"/>
                  </a:cubicBezTo>
                  <a:cubicBezTo>
                    <a:pt x="1223" y="1713"/>
                    <a:pt x="1259" y="2168"/>
                    <a:pt x="1125" y="2606"/>
                  </a:cubicBezTo>
                  <a:cubicBezTo>
                    <a:pt x="902" y="3337"/>
                    <a:pt x="465" y="4024"/>
                    <a:pt x="1" y="463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5"/>
            <p:cNvSpPr/>
            <p:nvPr/>
          </p:nvSpPr>
          <p:spPr>
            <a:xfrm>
              <a:off x="4476950" y="2321200"/>
              <a:ext cx="168850" cy="107975"/>
            </a:xfrm>
            <a:custGeom>
              <a:avLst/>
              <a:gdLst/>
              <a:ahLst/>
              <a:cxnLst/>
              <a:rect l="l" t="t" r="r" b="b"/>
              <a:pathLst>
                <a:path w="6754" h="4319" extrusionOk="0">
                  <a:moveTo>
                    <a:pt x="3230" y="4319"/>
                  </a:moveTo>
                  <a:lnTo>
                    <a:pt x="6754" y="2160"/>
                  </a:lnTo>
                  <a:lnTo>
                    <a:pt x="3069" y="1"/>
                  </a:lnTo>
                  <a:lnTo>
                    <a:pt x="0" y="1848"/>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5"/>
            <p:cNvSpPr/>
            <p:nvPr/>
          </p:nvSpPr>
          <p:spPr>
            <a:xfrm>
              <a:off x="4721375" y="2237350"/>
              <a:ext cx="110200" cy="143200"/>
            </a:xfrm>
            <a:custGeom>
              <a:avLst/>
              <a:gdLst/>
              <a:ahLst/>
              <a:cxnLst/>
              <a:rect l="l" t="t" r="r" b="b"/>
              <a:pathLst>
                <a:path w="4408" h="5728" extrusionOk="0">
                  <a:moveTo>
                    <a:pt x="1" y="4006"/>
                  </a:moveTo>
                  <a:cubicBezTo>
                    <a:pt x="1" y="2668"/>
                    <a:pt x="946" y="1044"/>
                    <a:pt x="2106" y="366"/>
                  </a:cubicBezTo>
                  <a:cubicBezTo>
                    <a:pt x="2686" y="36"/>
                    <a:pt x="3212" y="1"/>
                    <a:pt x="3596" y="215"/>
                  </a:cubicBezTo>
                  <a:lnTo>
                    <a:pt x="3596" y="215"/>
                  </a:lnTo>
                  <a:lnTo>
                    <a:pt x="3596" y="215"/>
                  </a:lnTo>
                  <a:cubicBezTo>
                    <a:pt x="3596" y="215"/>
                    <a:pt x="3596" y="215"/>
                    <a:pt x="3596" y="215"/>
                  </a:cubicBezTo>
                  <a:lnTo>
                    <a:pt x="4408" y="634"/>
                  </a:lnTo>
                  <a:lnTo>
                    <a:pt x="1366" y="5728"/>
                  </a:lnTo>
                  <a:lnTo>
                    <a:pt x="625" y="5362"/>
                  </a:lnTo>
                  <a:cubicBezTo>
                    <a:pt x="625" y="5353"/>
                    <a:pt x="616" y="5353"/>
                    <a:pt x="616" y="5353"/>
                  </a:cubicBezTo>
                  <a:lnTo>
                    <a:pt x="616" y="5353"/>
                  </a:lnTo>
                  <a:lnTo>
                    <a:pt x="616" y="5353"/>
                  </a:lnTo>
                  <a:cubicBezTo>
                    <a:pt x="233" y="5130"/>
                    <a:pt x="1" y="4666"/>
                    <a:pt x="1" y="400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5"/>
            <p:cNvSpPr/>
            <p:nvPr/>
          </p:nvSpPr>
          <p:spPr>
            <a:xfrm>
              <a:off x="4739675" y="2238925"/>
              <a:ext cx="105525" cy="154575"/>
            </a:xfrm>
            <a:custGeom>
              <a:avLst/>
              <a:gdLst/>
              <a:ahLst/>
              <a:cxnLst/>
              <a:rect l="l" t="t" r="r" b="b"/>
              <a:pathLst>
                <a:path w="4221" h="6183" extrusionOk="0">
                  <a:moveTo>
                    <a:pt x="0" y="4309"/>
                  </a:moveTo>
                  <a:cubicBezTo>
                    <a:pt x="0" y="5638"/>
                    <a:pt x="946" y="6182"/>
                    <a:pt x="2106" y="5504"/>
                  </a:cubicBezTo>
                  <a:cubicBezTo>
                    <a:pt x="3274" y="4835"/>
                    <a:pt x="4220" y="3212"/>
                    <a:pt x="4220" y="1874"/>
                  </a:cubicBezTo>
                  <a:cubicBezTo>
                    <a:pt x="4220" y="535"/>
                    <a:pt x="3274" y="0"/>
                    <a:pt x="2106" y="669"/>
                  </a:cubicBezTo>
                  <a:cubicBezTo>
                    <a:pt x="946" y="1347"/>
                    <a:pt x="0" y="2971"/>
                    <a:pt x="0" y="430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35"/>
            <p:cNvSpPr/>
            <p:nvPr/>
          </p:nvSpPr>
          <p:spPr>
            <a:xfrm>
              <a:off x="4761525" y="2273250"/>
              <a:ext cx="61800" cy="85900"/>
            </a:xfrm>
            <a:custGeom>
              <a:avLst/>
              <a:gdLst/>
              <a:ahLst/>
              <a:cxnLst/>
              <a:rect l="l" t="t" r="r" b="b"/>
              <a:pathLst>
                <a:path w="2472" h="3436" extrusionOk="0">
                  <a:moveTo>
                    <a:pt x="1" y="2686"/>
                  </a:moveTo>
                  <a:cubicBezTo>
                    <a:pt x="1" y="2909"/>
                    <a:pt x="45" y="3436"/>
                    <a:pt x="482" y="3436"/>
                  </a:cubicBezTo>
                  <a:cubicBezTo>
                    <a:pt x="634" y="3436"/>
                    <a:pt x="812" y="3373"/>
                    <a:pt x="1009" y="3266"/>
                  </a:cubicBezTo>
                  <a:cubicBezTo>
                    <a:pt x="1803" y="2802"/>
                    <a:pt x="2472" y="1651"/>
                    <a:pt x="2472" y="741"/>
                  </a:cubicBezTo>
                  <a:cubicBezTo>
                    <a:pt x="2472" y="518"/>
                    <a:pt x="2427" y="1"/>
                    <a:pt x="1990" y="1"/>
                  </a:cubicBezTo>
                  <a:cubicBezTo>
                    <a:pt x="1838" y="1"/>
                    <a:pt x="1651" y="63"/>
                    <a:pt x="1464" y="170"/>
                  </a:cubicBezTo>
                  <a:cubicBezTo>
                    <a:pt x="1437" y="188"/>
                    <a:pt x="1410" y="206"/>
                    <a:pt x="1383" y="224"/>
                  </a:cubicBezTo>
                  <a:cubicBezTo>
                    <a:pt x="1294" y="278"/>
                    <a:pt x="1205" y="340"/>
                    <a:pt x="1125" y="411"/>
                  </a:cubicBezTo>
                  <a:cubicBezTo>
                    <a:pt x="1089" y="447"/>
                    <a:pt x="1053" y="483"/>
                    <a:pt x="1009" y="518"/>
                  </a:cubicBezTo>
                  <a:cubicBezTo>
                    <a:pt x="616" y="902"/>
                    <a:pt x="286" y="1437"/>
                    <a:pt x="117" y="1972"/>
                  </a:cubicBezTo>
                  <a:cubicBezTo>
                    <a:pt x="117" y="1972"/>
                    <a:pt x="117" y="1972"/>
                    <a:pt x="117" y="1981"/>
                  </a:cubicBezTo>
                  <a:cubicBezTo>
                    <a:pt x="72" y="2124"/>
                    <a:pt x="36" y="2276"/>
                    <a:pt x="18" y="2419"/>
                  </a:cubicBezTo>
                  <a:cubicBezTo>
                    <a:pt x="1" y="2508"/>
                    <a:pt x="1" y="2597"/>
                    <a:pt x="1" y="2686"/>
                  </a:cubicBez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35"/>
            <p:cNvSpPr/>
            <p:nvPr/>
          </p:nvSpPr>
          <p:spPr>
            <a:xfrm>
              <a:off x="4764650" y="2273475"/>
              <a:ext cx="58675" cy="85675"/>
            </a:xfrm>
            <a:custGeom>
              <a:avLst/>
              <a:gdLst/>
              <a:ahLst/>
              <a:cxnLst/>
              <a:rect l="l" t="t" r="r" b="b"/>
              <a:pathLst>
                <a:path w="2347" h="3427" extrusionOk="0">
                  <a:moveTo>
                    <a:pt x="99" y="3239"/>
                  </a:moveTo>
                  <a:cubicBezTo>
                    <a:pt x="250" y="3239"/>
                    <a:pt x="438" y="3177"/>
                    <a:pt x="634" y="3070"/>
                  </a:cubicBezTo>
                  <a:cubicBezTo>
                    <a:pt x="1419" y="2615"/>
                    <a:pt x="2088" y="1455"/>
                    <a:pt x="2088" y="554"/>
                  </a:cubicBezTo>
                  <a:cubicBezTo>
                    <a:pt x="2088" y="420"/>
                    <a:pt x="2070" y="170"/>
                    <a:pt x="1963" y="1"/>
                  </a:cubicBezTo>
                  <a:cubicBezTo>
                    <a:pt x="2311" y="72"/>
                    <a:pt x="2347" y="527"/>
                    <a:pt x="2347" y="732"/>
                  </a:cubicBezTo>
                  <a:cubicBezTo>
                    <a:pt x="2347" y="1642"/>
                    <a:pt x="1678" y="2793"/>
                    <a:pt x="884" y="3257"/>
                  </a:cubicBezTo>
                  <a:cubicBezTo>
                    <a:pt x="696" y="3364"/>
                    <a:pt x="509" y="3427"/>
                    <a:pt x="357" y="3427"/>
                  </a:cubicBezTo>
                  <a:cubicBezTo>
                    <a:pt x="179" y="3427"/>
                    <a:pt x="72" y="3337"/>
                    <a:pt x="1" y="3230"/>
                  </a:cubicBezTo>
                  <a:cubicBezTo>
                    <a:pt x="27" y="3239"/>
                    <a:pt x="63" y="3239"/>
                    <a:pt x="99" y="3239"/>
                  </a:cubicBez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5"/>
            <p:cNvSpPr/>
            <p:nvPr/>
          </p:nvSpPr>
          <p:spPr>
            <a:xfrm>
              <a:off x="4761975" y="2278825"/>
              <a:ext cx="43300" cy="61375"/>
            </a:xfrm>
            <a:custGeom>
              <a:avLst/>
              <a:gdLst/>
              <a:ahLst/>
              <a:cxnLst/>
              <a:rect l="l" t="t" r="r" b="b"/>
              <a:pathLst>
                <a:path w="1732" h="2455" extrusionOk="0">
                  <a:moveTo>
                    <a:pt x="0" y="2196"/>
                  </a:moveTo>
                  <a:cubicBezTo>
                    <a:pt x="45" y="2258"/>
                    <a:pt x="90" y="2303"/>
                    <a:pt x="152" y="2338"/>
                  </a:cubicBezTo>
                  <a:lnTo>
                    <a:pt x="152" y="2338"/>
                  </a:lnTo>
                  <a:cubicBezTo>
                    <a:pt x="152" y="2338"/>
                    <a:pt x="152" y="2338"/>
                    <a:pt x="152" y="2338"/>
                  </a:cubicBezTo>
                  <a:lnTo>
                    <a:pt x="375" y="2454"/>
                  </a:lnTo>
                  <a:lnTo>
                    <a:pt x="1731" y="179"/>
                  </a:lnTo>
                  <a:lnTo>
                    <a:pt x="1731" y="179"/>
                  </a:lnTo>
                  <a:lnTo>
                    <a:pt x="1713" y="170"/>
                  </a:lnTo>
                  <a:cubicBezTo>
                    <a:pt x="1695" y="153"/>
                    <a:pt x="1678" y="144"/>
                    <a:pt x="1651" y="135"/>
                  </a:cubicBezTo>
                  <a:lnTo>
                    <a:pt x="1481" y="46"/>
                  </a:lnTo>
                  <a:lnTo>
                    <a:pt x="1481" y="46"/>
                  </a:lnTo>
                  <a:lnTo>
                    <a:pt x="1481" y="46"/>
                  </a:lnTo>
                  <a:cubicBezTo>
                    <a:pt x="1446" y="28"/>
                    <a:pt x="1401" y="10"/>
                    <a:pt x="1365" y="1"/>
                  </a:cubicBezTo>
                  <a:cubicBezTo>
                    <a:pt x="1276" y="55"/>
                    <a:pt x="1187" y="117"/>
                    <a:pt x="1107" y="188"/>
                  </a:cubicBezTo>
                  <a:cubicBezTo>
                    <a:pt x="1071" y="224"/>
                    <a:pt x="1035" y="260"/>
                    <a:pt x="991" y="295"/>
                  </a:cubicBezTo>
                  <a:cubicBezTo>
                    <a:pt x="598" y="679"/>
                    <a:pt x="268" y="1214"/>
                    <a:pt x="99" y="1749"/>
                  </a:cubicBezTo>
                  <a:cubicBezTo>
                    <a:pt x="99" y="1749"/>
                    <a:pt x="99" y="1749"/>
                    <a:pt x="99" y="1758"/>
                  </a:cubicBezTo>
                  <a:cubicBezTo>
                    <a:pt x="54" y="1901"/>
                    <a:pt x="18" y="2053"/>
                    <a:pt x="0" y="2196"/>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5"/>
            <p:cNvSpPr/>
            <p:nvPr/>
          </p:nvSpPr>
          <p:spPr>
            <a:xfrm>
              <a:off x="4764425" y="2280625"/>
              <a:ext cx="47075" cy="62025"/>
            </a:xfrm>
            <a:custGeom>
              <a:avLst/>
              <a:gdLst/>
              <a:ahLst/>
              <a:cxnLst/>
              <a:rect l="l" t="t" r="r" b="b"/>
              <a:pathLst>
                <a:path w="1883" h="2481" extrusionOk="0">
                  <a:moveTo>
                    <a:pt x="1" y="1776"/>
                  </a:moveTo>
                  <a:cubicBezTo>
                    <a:pt x="1" y="2079"/>
                    <a:pt x="108" y="2284"/>
                    <a:pt x="277" y="2382"/>
                  </a:cubicBezTo>
                  <a:cubicBezTo>
                    <a:pt x="447" y="2480"/>
                    <a:pt x="679" y="2463"/>
                    <a:pt x="937" y="2311"/>
                  </a:cubicBezTo>
                  <a:cubicBezTo>
                    <a:pt x="1455" y="2016"/>
                    <a:pt x="1883" y="1285"/>
                    <a:pt x="1883" y="687"/>
                  </a:cubicBezTo>
                  <a:cubicBezTo>
                    <a:pt x="1883" y="411"/>
                    <a:pt x="1785" y="214"/>
                    <a:pt x="1633" y="107"/>
                  </a:cubicBezTo>
                  <a:cubicBezTo>
                    <a:pt x="1633" y="98"/>
                    <a:pt x="1624" y="98"/>
                    <a:pt x="1615" y="98"/>
                  </a:cubicBezTo>
                  <a:cubicBezTo>
                    <a:pt x="1597" y="81"/>
                    <a:pt x="1580" y="72"/>
                    <a:pt x="1553" y="63"/>
                  </a:cubicBezTo>
                  <a:cubicBezTo>
                    <a:pt x="1410" y="0"/>
                    <a:pt x="1223" y="18"/>
                    <a:pt x="1009" y="116"/>
                  </a:cubicBezTo>
                  <a:cubicBezTo>
                    <a:pt x="973" y="152"/>
                    <a:pt x="937" y="188"/>
                    <a:pt x="893" y="223"/>
                  </a:cubicBezTo>
                  <a:cubicBezTo>
                    <a:pt x="500" y="607"/>
                    <a:pt x="170" y="1142"/>
                    <a:pt x="1" y="1677"/>
                  </a:cubicBezTo>
                  <a:cubicBezTo>
                    <a:pt x="1" y="1713"/>
                    <a:pt x="1" y="1749"/>
                    <a:pt x="1" y="1776"/>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5"/>
            <p:cNvSpPr/>
            <p:nvPr/>
          </p:nvSpPr>
          <p:spPr>
            <a:xfrm>
              <a:off x="4780700" y="2302700"/>
              <a:ext cx="16325" cy="20550"/>
            </a:xfrm>
            <a:custGeom>
              <a:avLst/>
              <a:gdLst/>
              <a:ahLst/>
              <a:cxnLst/>
              <a:rect l="l" t="t" r="r" b="b"/>
              <a:pathLst>
                <a:path w="653" h="822" extrusionOk="0">
                  <a:moveTo>
                    <a:pt x="1" y="554"/>
                  </a:moveTo>
                  <a:cubicBezTo>
                    <a:pt x="1" y="366"/>
                    <a:pt x="126" y="143"/>
                    <a:pt x="286" y="54"/>
                  </a:cubicBezTo>
                  <a:cubicBezTo>
                    <a:pt x="367" y="1"/>
                    <a:pt x="438" y="1"/>
                    <a:pt x="492" y="27"/>
                  </a:cubicBezTo>
                  <a:lnTo>
                    <a:pt x="492" y="27"/>
                  </a:lnTo>
                  <a:lnTo>
                    <a:pt x="492" y="27"/>
                  </a:lnTo>
                  <a:lnTo>
                    <a:pt x="652" y="117"/>
                  </a:lnTo>
                  <a:lnTo>
                    <a:pt x="242" y="821"/>
                  </a:lnTo>
                  <a:lnTo>
                    <a:pt x="81" y="741"/>
                  </a:lnTo>
                  <a:lnTo>
                    <a:pt x="81" y="732"/>
                  </a:lnTo>
                  <a:lnTo>
                    <a:pt x="81" y="732"/>
                  </a:lnTo>
                  <a:lnTo>
                    <a:pt x="81" y="732"/>
                  </a:lnTo>
                  <a:cubicBezTo>
                    <a:pt x="28" y="705"/>
                    <a:pt x="1" y="643"/>
                    <a:pt x="1" y="554"/>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5"/>
            <p:cNvSpPr/>
            <p:nvPr/>
          </p:nvSpPr>
          <p:spPr>
            <a:xfrm>
              <a:off x="4784500" y="2303825"/>
              <a:ext cx="14525" cy="21200"/>
            </a:xfrm>
            <a:custGeom>
              <a:avLst/>
              <a:gdLst/>
              <a:ahLst/>
              <a:cxnLst/>
              <a:rect l="l" t="t" r="r" b="b"/>
              <a:pathLst>
                <a:path w="581" h="848" extrusionOk="0">
                  <a:moveTo>
                    <a:pt x="1" y="589"/>
                  </a:moveTo>
                  <a:cubicBezTo>
                    <a:pt x="1" y="776"/>
                    <a:pt x="125" y="848"/>
                    <a:pt x="286" y="749"/>
                  </a:cubicBezTo>
                  <a:cubicBezTo>
                    <a:pt x="447" y="660"/>
                    <a:pt x="580" y="437"/>
                    <a:pt x="580" y="250"/>
                  </a:cubicBezTo>
                  <a:cubicBezTo>
                    <a:pt x="580" y="72"/>
                    <a:pt x="447" y="0"/>
                    <a:pt x="286" y="89"/>
                  </a:cubicBezTo>
                  <a:cubicBezTo>
                    <a:pt x="125" y="179"/>
                    <a:pt x="1" y="402"/>
                    <a:pt x="1" y="589"/>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5"/>
            <p:cNvSpPr/>
            <p:nvPr/>
          </p:nvSpPr>
          <p:spPr>
            <a:xfrm>
              <a:off x="4699075" y="2189625"/>
              <a:ext cx="165950" cy="154800"/>
            </a:xfrm>
            <a:custGeom>
              <a:avLst/>
              <a:gdLst/>
              <a:ahLst/>
              <a:cxnLst/>
              <a:rect l="l" t="t" r="r" b="b"/>
              <a:pathLst>
                <a:path w="6638" h="6192" extrusionOk="0">
                  <a:moveTo>
                    <a:pt x="72" y="5416"/>
                  </a:moveTo>
                  <a:lnTo>
                    <a:pt x="72" y="5416"/>
                  </a:lnTo>
                  <a:cubicBezTo>
                    <a:pt x="99" y="5532"/>
                    <a:pt x="143" y="5639"/>
                    <a:pt x="197" y="5737"/>
                  </a:cubicBezTo>
                  <a:cubicBezTo>
                    <a:pt x="224" y="5781"/>
                    <a:pt x="251" y="5808"/>
                    <a:pt x="277" y="5844"/>
                  </a:cubicBezTo>
                  <a:cubicBezTo>
                    <a:pt x="607" y="6192"/>
                    <a:pt x="1446" y="6174"/>
                    <a:pt x="1847" y="6138"/>
                  </a:cubicBezTo>
                  <a:cubicBezTo>
                    <a:pt x="2088" y="6120"/>
                    <a:pt x="2338" y="6085"/>
                    <a:pt x="2579" y="6013"/>
                  </a:cubicBezTo>
                  <a:cubicBezTo>
                    <a:pt x="2632" y="6004"/>
                    <a:pt x="2686" y="5987"/>
                    <a:pt x="2740" y="5969"/>
                  </a:cubicBezTo>
                  <a:cubicBezTo>
                    <a:pt x="2748" y="5969"/>
                    <a:pt x="2757" y="5969"/>
                    <a:pt x="2766" y="5960"/>
                  </a:cubicBezTo>
                  <a:cubicBezTo>
                    <a:pt x="2811" y="5951"/>
                    <a:pt x="2864" y="5933"/>
                    <a:pt x="2909" y="5915"/>
                  </a:cubicBezTo>
                  <a:cubicBezTo>
                    <a:pt x="2936" y="5906"/>
                    <a:pt x="2971" y="5888"/>
                    <a:pt x="3007" y="5880"/>
                  </a:cubicBezTo>
                  <a:cubicBezTo>
                    <a:pt x="3016" y="5871"/>
                    <a:pt x="3034" y="5871"/>
                    <a:pt x="3052" y="5862"/>
                  </a:cubicBezTo>
                  <a:cubicBezTo>
                    <a:pt x="3079" y="5853"/>
                    <a:pt x="3114" y="5835"/>
                    <a:pt x="3141" y="5817"/>
                  </a:cubicBezTo>
                  <a:cubicBezTo>
                    <a:pt x="3186" y="5799"/>
                    <a:pt x="3230" y="5781"/>
                    <a:pt x="3275" y="5764"/>
                  </a:cubicBezTo>
                  <a:cubicBezTo>
                    <a:pt x="3667" y="5567"/>
                    <a:pt x="4015" y="5184"/>
                    <a:pt x="4363" y="4907"/>
                  </a:cubicBezTo>
                  <a:cubicBezTo>
                    <a:pt x="4586" y="4729"/>
                    <a:pt x="4818" y="4550"/>
                    <a:pt x="5077" y="4425"/>
                  </a:cubicBezTo>
                  <a:cubicBezTo>
                    <a:pt x="5576" y="4211"/>
                    <a:pt x="6058" y="4416"/>
                    <a:pt x="6361" y="3890"/>
                  </a:cubicBezTo>
                  <a:cubicBezTo>
                    <a:pt x="6531" y="3614"/>
                    <a:pt x="6638" y="3301"/>
                    <a:pt x="6638" y="2971"/>
                  </a:cubicBezTo>
                  <a:lnTo>
                    <a:pt x="6638" y="2784"/>
                  </a:lnTo>
                  <a:cubicBezTo>
                    <a:pt x="6638" y="2035"/>
                    <a:pt x="6433" y="1473"/>
                    <a:pt x="6094" y="1151"/>
                  </a:cubicBezTo>
                  <a:cubicBezTo>
                    <a:pt x="5683" y="768"/>
                    <a:pt x="5130" y="456"/>
                    <a:pt x="4622" y="215"/>
                  </a:cubicBezTo>
                  <a:cubicBezTo>
                    <a:pt x="4426" y="117"/>
                    <a:pt x="4238" y="36"/>
                    <a:pt x="4015" y="18"/>
                  </a:cubicBezTo>
                  <a:cubicBezTo>
                    <a:pt x="3765" y="1"/>
                    <a:pt x="3507" y="36"/>
                    <a:pt x="3266" y="99"/>
                  </a:cubicBezTo>
                  <a:cubicBezTo>
                    <a:pt x="1972" y="447"/>
                    <a:pt x="955" y="1446"/>
                    <a:pt x="447" y="2668"/>
                  </a:cubicBezTo>
                  <a:cubicBezTo>
                    <a:pt x="251" y="3141"/>
                    <a:pt x="117" y="3649"/>
                    <a:pt x="63" y="4167"/>
                  </a:cubicBezTo>
                  <a:cubicBezTo>
                    <a:pt x="45" y="4301"/>
                    <a:pt x="28" y="4443"/>
                    <a:pt x="19" y="4595"/>
                  </a:cubicBezTo>
                  <a:cubicBezTo>
                    <a:pt x="1" y="4871"/>
                    <a:pt x="1" y="5148"/>
                    <a:pt x="72" y="541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5"/>
            <p:cNvSpPr/>
            <p:nvPr/>
          </p:nvSpPr>
          <p:spPr>
            <a:xfrm>
              <a:off x="4700875" y="2216625"/>
              <a:ext cx="161925" cy="125800"/>
            </a:xfrm>
            <a:custGeom>
              <a:avLst/>
              <a:gdLst/>
              <a:ahLst/>
              <a:cxnLst/>
              <a:rect l="l" t="t" r="r" b="b"/>
              <a:pathLst>
                <a:path w="6477" h="5032" extrusionOk="0">
                  <a:moveTo>
                    <a:pt x="0" y="4336"/>
                  </a:moveTo>
                  <a:cubicBezTo>
                    <a:pt x="27" y="4452"/>
                    <a:pt x="71" y="4559"/>
                    <a:pt x="125" y="4657"/>
                  </a:cubicBezTo>
                  <a:cubicBezTo>
                    <a:pt x="152" y="4701"/>
                    <a:pt x="179" y="4728"/>
                    <a:pt x="205" y="4764"/>
                  </a:cubicBezTo>
                  <a:cubicBezTo>
                    <a:pt x="580" y="5031"/>
                    <a:pt x="1312" y="5014"/>
                    <a:pt x="1686" y="4987"/>
                  </a:cubicBezTo>
                  <a:cubicBezTo>
                    <a:pt x="1927" y="4969"/>
                    <a:pt x="2177" y="4924"/>
                    <a:pt x="2418" y="4862"/>
                  </a:cubicBezTo>
                  <a:cubicBezTo>
                    <a:pt x="2471" y="4844"/>
                    <a:pt x="2525" y="4826"/>
                    <a:pt x="2578" y="4808"/>
                  </a:cubicBezTo>
                  <a:cubicBezTo>
                    <a:pt x="2587" y="4808"/>
                    <a:pt x="2596" y="4808"/>
                    <a:pt x="2605" y="4808"/>
                  </a:cubicBezTo>
                  <a:cubicBezTo>
                    <a:pt x="2650" y="4791"/>
                    <a:pt x="2703" y="4773"/>
                    <a:pt x="2748" y="4755"/>
                  </a:cubicBezTo>
                  <a:cubicBezTo>
                    <a:pt x="2775" y="4746"/>
                    <a:pt x="2810" y="4737"/>
                    <a:pt x="2837" y="4719"/>
                  </a:cubicBezTo>
                  <a:cubicBezTo>
                    <a:pt x="2855" y="4719"/>
                    <a:pt x="2873" y="4710"/>
                    <a:pt x="2891" y="4701"/>
                  </a:cubicBezTo>
                  <a:cubicBezTo>
                    <a:pt x="2917" y="4692"/>
                    <a:pt x="2953" y="4675"/>
                    <a:pt x="2980" y="4666"/>
                  </a:cubicBezTo>
                  <a:cubicBezTo>
                    <a:pt x="3024" y="4648"/>
                    <a:pt x="3069" y="4621"/>
                    <a:pt x="3114" y="4603"/>
                  </a:cubicBezTo>
                  <a:cubicBezTo>
                    <a:pt x="3506" y="4407"/>
                    <a:pt x="3854" y="4032"/>
                    <a:pt x="4202" y="3756"/>
                  </a:cubicBezTo>
                  <a:cubicBezTo>
                    <a:pt x="4425" y="3577"/>
                    <a:pt x="4657" y="3390"/>
                    <a:pt x="4916" y="3274"/>
                  </a:cubicBezTo>
                  <a:cubicBezTo>
                    <a:pt x="5415" y="3051"/>
                    <a:pt x="5897" y="3265"/>
                    <a:pt x="6200" y="2730"/>
                  </a:cubicBezTo>
                  <a:cubicBezTo>
                    <a:pt x="6370" y="2453"/>
                    <a:pt x="6477" y="2141"/>
                    <a:pt x="6477" y="1820"/>
                  </a:cubicBezTo>
                  <a:lnTo>
                    <a:pt x="6477" y="1624"/>
                  </a:lnTo>
                  <a:cubicBezTo>
                    <a:pt x="6477" y="883"/>
                    <a:pt x="6272" y="321"/>
                    <a:pt x="5933" y="0"/>
                  </a:cubicBezTo>
                  <a:cubicBezTo>
                    <a:pt x="5879" y="0"/>
                    <a:pt x="5834" y="0"/>
                    <a:pt x="5790" y="9"/>
                  </a:cubicBezTo>
                  <a:cubicBezTo>
                    <a:pt x="4746" y="152"/>
                    <a:pt x="3916" y="821"/>
                    <a:pt x="3346" y="1677"/>
                  </a:cubicBezTo>
                  <a:cubicBezTo>
                    <a:pt x="3060" y="2105"/>
                    <a:pt x="2837" y="2578"/>
                    <a:pt x="2668" y="3060"/>
                  </a:cubicBezTo>
                  <a:cubicBezTo>
                    <a:pt x="2578" y="3301"/>
                    <a:pt x="2507" y="3542"/>
                    <a:pt x="2453" y="3783"/>
                  </a:cubicBezTo>
                  <a:cubicBezTo>
                    <a:pt x="2436" y="3863"/>
                    <a:pt x="2427" y="3934"/>
                    <a:pt x="2418" y="4006"/>
                  </a:cubicBezTo>
                  <a:cubicBezTo>
                    <a:pt x="2391" y="4193"/>
                    <a:pt x="2373" y="4371"/>
                    <a:pt x="2239" y="4523"/>
                  </a:cubicBezTo>
                  <a:cubicBezTo>
                    <a:pt x="2123" y="4648"/>
                    <a:pt x="1954" y="4728"/>
                    <a:pt x="1775" y="4773"/>
                  </a:cubicBezTo>
                  <a:cubicBezTo>
                    <a:pt x="1267" y="4907"/>
                    <a:pt x="723" y="4773"/>
                    <a:pt x="268" y="4514"/>
                  </a:cubicBezTo>
                  <a:cubicBezTo>
                    <a:pt x="170" y="4461"/>
                    <a:pt x="80" y="4398"/>
                    <a:pt x="0" y="4336"/>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5"/>
            <p:cNvSpPr/>
            <p:nvPr/>
          </p:nvSpPr>
          <p:spPr>
            <a:xfrm>
              <a:off x="4700875" y="2218400"/>
              <a:ext cx="164150" cy="126025"/>
            </a:xfrm>
            <a:custGeom>
              <a:avLst/>
              <a:gdLst/>
              <a:ahLst/>
              <a:cxnLst/>
              <a:rect l="l" t="t" r="r" b="b"/>
              <a:pathLst>
                <a:path w="6566" h="5041" extrusionOk="0">
                  <a:moveTo>
                    <a:pt x="0" y="4265"/>
                  </a:moveTo>
                  <a:cubicBezTo>
                    <a:pt x="27" y="4372"/>
                    <a:pt x="71" y="4488"/>
                    <a:pt x="125" y="4586"/>
                  </a:cubicBezTo>
                  <a:cubicBezTo>
                    <a:pt x="384" y="5041"/>
                    <a:pt x="1329" y="5023"/>
                    <a:pt x="1775" y="4987"/>
                  </a:cubicBezTo>
                  <a:cubicBezTo>
                    <a:pt x="2016" y="4969"/>
                    <a:pt x="2266" y="4934"/>
                    <a:pt x="2507" y="4862"/>
                  </a:cubicBezTo>
                  <a:cubicBezTo>
                    <a:pt x="2560" y="4853"/>
                    <a:pt x="2614" y="4836"/>
                    <a:pt x="2668" y="4818"/>
                  </a:cubicBezTo>
                  <a:cubicBezTo>
                    <a:pt x="2676" y="4818"/>
                    <a:pt x="2685" y="4818"/>
                    <a:pt x="2694" y="4809"/>
                  </a:cubicBezTo>
                  <a:cubicBezTo>
                    <a:pt x="2739" y="4800"/>
                    <a:pt x="2792" y="4782"/>
                    <a:pt x="2837" y="4764"/>
                  </a:cubicBezTo>
                  <a:cubicBezTo>
                    <a:pt x="2864" y="4755"/>
                    <a:pt x="2899" y="4737"/>
                    <a:pt x="2935" y="4729"/>
                  </a:cubicBezTo>
                  <a:cubicBezTo>
                    <a:pt x="2944" y="4720"/>
                    <a:pt x="2962" y="4720"/>
                    <a:pt x="2980" y="4711"/>
                  </a:cubicBezTo>
                  <a:cubicBezTo>
                    <a:pt x="3007" y="4702"/>
                    <a:pt x="3042" y="4684"/>
                    <a:pt x="3069" y="4666"/>
                  </a:cubicBezTo>
                  <a:cubicBezTo>
                    <a:pt x="3114" y="4648"/>
                    <a:pt x="3158" y="4630"/>
                    <a:pt x="3203" y="4613"/>
                  </a:cubicBezTo>
                  <a:cubicBezTo>
                    <a:pt x="3595" y="4416"/>
                    <a:pt x="3943" y="4033"/>
                    <a:pt x="4291" y="3756"/>
                  </a:cubicBezTo>
                  <a:cubicBezTo>
                    <a:pt x="4514" y="3578"/>
                    <a:pt x="4746" y="3399"/>
                    <a:pt x="5005" y="3274"/>
                  </a:cubicBezTo>
                  <a:cubicBezTo>
                    <a:pt x="5504" y="3060"/>
                    <a:pt x="5986" y="3265"/>
                    <a:pt x="6289" y="2739"/>
                  </a:cubicBezTo>
                  <a:cubicBezTo>
                    <a:pt x="6459" y="2463"/>
                    <a:pt x="6566" y="2150"/>
                    <a:pt x="6566" y="1820"/>
                  </a:cubicBezTo>
                  <a:lnTo>
                    <a:pt x="6566" y="1633"/>
                  </a:lnTo>
                  <a:cubicBezTo>
                    <a:pt x="6566" y="884"/>
                    <a:pt x="6361" y="322"/>
                    <a:pt x="6022" y="0"/>
                  </a:cubicBezTo>
                  <a:cubicBezTo>
                    <a:pt x="5968" y="0"/>
                    <a:pt x="5924" y="9"/>
                    <a:pt x="5879" y="18"/>
                  </a:cubicBezTo>
                  <a:cubicBezTo>
                    <a:pt x="4835" y="161"/>
                    <a:pt x="4006" y="830"/>
                    <a:pt x="3435" y="1678"/>
                  </a:cubicBezTo>
                  <a:cubicBezTo>
                    <a:pt x="3149" y="2115"/>
                    <a:pt x="2926" y="2579"/>
                    <a:pt x="2757" y="3069"/>
                  </a:cubicBezTo>
                  <a:cubicBezTo>
                    <a:pt x="2668" y="3310"/>
                    <a:pt x="2596" y="3551"/>
                    <a:pt x="2543" y="3792"/>
                  </a:cubicBezTo>
                  <a:cubicBezTo>
                    <a:pt x="2525" y="3863"/>
                    <a:pt x="2516" y="3943"/>
                    <a:pt x="2507" y="4015"/>
                  </a:cubicBezTo>
                  <a:cubicBezTo>
                    <a:pt x="2480" y="4193"/>
                    <a:pt x="2462" y="4381"/>
                    <a:pt x="2329" y="4523"/>
                  </a:cubicBezTo>
                  <a:cubicBezTo>
                    <a:pt x="2213" y="4657"/>
                    <a:pt x="2043" y="4737"/>
                    <a:pt x="1874" y="4782"/>
                  </a:cubicBezTo>
                  <a:cubicBezTo>
                    <a:pt x="1356" y="4916"/>
                    <a:pt x="812" y="4782"/>
                    <a:pt x="357" y="4523"/>
                  </a:cubicBezTo>
                  <a:cubicBezTo>
                    <a:pt x="214" y="4443"/>
                    <a:pt x="98" y="4363"/>
                    <a:pt x="0" y="426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35"/>
            <p:cNvSpPr/>
            <p:nvPr/>
          </p:nvSpPr>
          <p:spPr>
            <a:xfrm>
              <a:off x="4721825" y="2192975"/>
              <a:ext cx="101500" cy="98825"/>
            </a:xfrm>
            <a:custGeom>
              <a:avLst/>
              <a:gdLst/>
              <a:ahLst/>
              <a:cxnLst/>
              <a:rect l="l" t="t" r="r" b="b"/>
              <a:pathLst>
                <a:path w="4060" h="3953" extrusionOk="0">
                  <a:moveTo>
                    <a:pt x="598" y="1865"/>
                  </a:moveTo>
                  <a:cubicBezTo>
                    <a:pt x="643" y="1794"/>
                    <a:pt x="679" y="1722"/>
                    <a:pt x="723" y="1642"/>
                  </a:cubicBezTo>
                  <a:cubicBezTo>
                    <a:pt x="1036" y="1080"/>
                    <a:pt x="1482" y="571"/>
                    <a:pt x="2044" y="241"/>
                  </a:cubicBezTo>
                  <a:cubicBezTo>
                    <a:pt x="2311" y="81"/>
                    <a:pt x="2588" y="0"/>
                    <a:pt x="2891" y="90"/>
                  </a:cubicBezTo>
                  <a:cubicBezTo>
                    <a:pt x="3203" y="188"/>
                    <a:pt x="3480" y="357"/>
                    <a:pt x="3748" y="553"/>
                  </a:cubicBezTo>
                  <a:cubicBezTo>
                    <a:pt x="3828" y="607"/>
                    <a:pt x="3997" y="705"/>
                    <a:pt x="4024" y="812"/>
                  </a:cubicBezTo>
                  <a:cubicBezTo>
                    <a:pt x="4060" y="982"/>
                    <a:pt x="3837" y="955"/>
                    <a:pt x="3730" y="982"/>
                  </a:cubicBezTo>
                  <a:cubicBezTo>
                    <a:pt x="3498" y="1026"/>
                    <a:pt x="3257" y="1151"/>
                    <a:pt x="3025" y="1231"/>
                  </a:cubicBezTo>
                  <a:cubicBezTo>
                    <a:pt x="2784" y="1321"/>
                    <a:pt x="2543" y="1410"/>
                    <a:pt x="2302" y="1526"/>
                  </a:cubicBezTo>
                  <a:cubicBezTo>
                    <a:pt x="1794" y="1776"/>
                    <a:pt x="1348" y="2141"/>
                    <a:pt x="955" y="2552"/>
                  </a:cubicBezTo>
                  <a:cubicBezTo>
                    <a:pt x="768" y="2739"/>
                    <a:pt x="589" y="2953"/>
                    <a:pt x="447" y="3176"/>
                  </a:cubicBezTo>
                  <a:cubicBezTo>
                    <a:pt x="286" y="3426"/>
                    <a:pt x="170" y="3685"/>
                    <a:pt x="54" y="3952"/>
                  </a:cubicBezTo>
                  <a:cubicBezTo>
                    <a:pt x="1" y="3801"/>
                    <a:pt x="27" y="3640"/>
                    <a:pt x="63" y="3480"/>
                  </a:cubicBezTo>
                  <a:cubicBezTo>
                    <a:pt x="179" y="2926"/>
                    <a:pt x="349" y="2373"/>
                    <a:pt x="598" y="186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5"/>
            <p:cNvSpPr/>
            <p:nvPr/>
          </p:nvSpPr>
          <p:spPr>
            <a:xfrm>
              <a:off x="4603400" y="2126300"/>
              <a:ext cx="191150" cy="104400"/>
            </a:xfrm>
            <a:custGeom>
              <a:avLst/>
              <a:gdLst/>
              <a:ahLst/>
              <a:cxnLst/>
              <a:rect l="l" t="t" r="r" b="b"/>
              <a:pathLst>
                <a:path w="7646" h="4176" extrusionOk="0">
                  <a:moveTo>
                    <a:pt x="188" y="3488"/>
                  </a:moveTo>
                  <a:cubicBezTo>
                    <a:pt x="215" y="3524"/>
                    <a:pt x="241" y="3568"/>
                    <a:pt x="277" y="3604"/>
                  </a:cubicBezTo>
                  <a:cubicBezTo>
                    <a:pt x="393" y="3720"/>
                    <a:pt x="536" y="3800"/>
                    <a:pt x="679" y="3881"/>
                  </a:cubicBezTo>
                  <a:cubicBezTo>
                    <a:pt x="1035" y="4068"/>
                    <a:pt x="1366" y="4175"/>
                    <a:pt x="1767" y="4086"/>
                  </a:cubicBezTo>
                  <a:cubicBezTo>
                    <a:pt x="2160" y="3997"/>
                    <a:pt x="2516" y="3809"/>
                    <a:pt x="2900" y="3684"/>
                  </a:cubicBezTo>
                  <a:cubicBezTo>
                    <a:pt x="3337" y="3551"/>
                    <a:pt x="3774" y="3408"/>
                    <a:pt x="4211" y="3256"/>
                  </a:cubicBezTo>
                  <a:cubicBezTo>
                    <a:pt x="5050" y="2971"/>
                    <a:pt x="5880" y="2658"/>
                    <a:pt x="6718" y="2355"/>
                  </a:cubicBezTo>
                  <a:cubicBezTo>
                    <a:pt x="6852" y="2302"/>
                    <a:pt x="7093" y="2177"/>
                    <a:pt x="7245" y="2212"/>
                  </a:cubicBezTo>
                  <a:cubicBezTo>
                    <a:pt x="7378" y="2248"/>
                    <a:pt x="7512" y="2364"/>
                    <a:pt x="7646" y="2346"/>
                  </a:cubicBezTo>
                  <a:cubicBezTo>
                    <a:pt x="7584" y="2007"/>
                    <a:pt x="7218" y="1615"/>
                    <a:pt x="6986" y="1374"/>
                  </a:cubicBezTo>
                  <a:cubicBezTo>
                    <a:pt x="6897" y="1285"/>
                    <a:pt x="6807" y="1195"/>
                    <a:pt x="6709" y="1097"/>
                  </a:cubicBezTo>
                  <a:cubicBezTo>
                    <a:pt x="6522" y="928"/>
                    <a:pt x="6326" y="758"/>
                    <a:pt x="6103" y="633"/>
                  </a:cubicBezTo>
                  <a:cubicBezTo>
                    <a:pt x="5130" y="71"/>
                    <a:pt x="3676" y="0"/>
                    <a:pt x="2855" y="473"/>
                  </a:cubicBezTo>
                  <a:cubicBezTo>
                    <a:pt x="2730" y="553"/>
                    <a:pt x="2606" y="642"/>
                    <a:pt x="2490" y="732"/>
                  </a:cubicBezTo>
                  <a:cubicBezTo>
                    <a:pt x="2079" y="1044"/>
                    <a:pt x="1705" y="1401"/>
                    <a:pt x="1312" y="1749"/>
                  </a:cubicBezTo>
                  <a:cubicBezTo>
                    <a:pt x="1089" y="1945"/>
                    <a:pt x="866" y="2150"/>
                    <a:pt x="643" y="2346"/>
                  </a:cubicBezTo>
                  <a:cubicBezTo>
                    <a:pt x="545" y="2427"/>
                    <a:pt x="447" y="2525"/>
                    <a:pt x="357" y="2632"/>
                  </a:cubicBezTo>
                  <a:cubicBezTo>
                    <a:pt x="143" y="2890"/>
                    <a:pt x="1" y="3194"/>
                    <a:pt x="188" y="3488"/>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5"/>
            <p:cNvSpPr/>
            <p:nvPr/>
          </p:nvSpPr>
          <p:spPr>
            <a:xfrm>
              <a:off x="4603400" y="2153725"/>
              <a:ext cx="191150" cy="76975"/>
            </a:xfrm>
            <a:custGeom>
              <a:avLst/>
              <a:gdLst/>
              <a:ahLst/>
              <a:cxnLst/>
              <a:rect l="l" t="t" r="r" b="b"/>
              <a:pathLst>
                <a:path w="7646" h="3079" extrusionOk="0">
                  <a:moveTo>
                    <a:pt x="188" y="2391"/>
                  </a:moveTo>
                  <a:cubicBezTo>
                    <a:pt x="215" y="2427"/>
                    <a:pt x="241" y="2471"/>
                    <a:pt x="277" y="2507"/>
                  </a:cubicBezTo>
                  <a:cubicBezTo>
                    <a:pt x="393" y="2623"/>
                    <a:pt x="536" y="2703"/>
                    <a:pt x="679" y="2784"/>
                  </a:cubicBezTo>
                  <a:cubicBezTo>
                    <a:pt x="1035" y="2971"/>
                    <a:pt x="1366" y="3078"/>
                    <a:pt x="1767" y="2989"/>
                  </a:cubicBezTo>
                  <a:cubicBezTo>
                    <a:pt x="2160" y="2900"/>
                    <a:pt x="3774" y="2311"/>
                    <a:pt x="4211" y="2159"/>
                  </a:cubicBezTo>
                  <a:cubicBezTo>
                    <a:pt x="5050" y="1874"/>
                    <a:pt x="5880" y="1561"/>
                    <a:pt x="6718" y="1258"/>
                  </a:cubicBezTo>
                  <a:cubicBezTo>
                    <a:pt x="6852" y="1205"/>
                    <a:pt x="7093" y="1080"/>
                    <a:pt x="7245" y="1115"/>
                  </a:cubicBezTo>
                  <a:cubicBezTo>
                    <a:pt x="7378" y="1151"/>
                    <a:pt x="7512" y="1267"/>
                    <a:pt x="7646" y="1249"/>
                  </a:cubicBezTo>
                  <a:cubicBezTo>
                    <a:pt x="7584" y="910"/>
                    <a:pt x="7218" y="518"/>
                    <a:pt x="6986" y="277"/>
                  </a:cubicBezTo>
                  <a:cubicBezTo>
                    <a:pt x="6897" y="188"/>
                    <a:pt x="6807" y="98"/>
                    <a:pt x="6709" y="0"/>
                  </a:cubicBezTo>
                  <a:lnTo>
                    <a:pt x="6700" y="0"/>
                  </a:lnTo>
                  <a:cubicBezTo>
                    <a:pt x="6727" y="205"/>
                    <a:pt x="6629" y="402"/>
                    <a:pt x="6495" y="553"/>
                  </a:cubicBezTo>
                  <a:cubicBezTo>
                    <a:pt x="6352" y="696"/>
                    <a:pt x="6183" y="803"/>
                    <a:pt x="6004" y="901"/>
                  </a:cubicBezTo>
                  <a:cubicBezTo>
                    <a:pt x="5532" y="1187"/>
                    <a:pt x="5041" y="1454"/>
                    <a:pt x="4550" y="1704"/>
                  </a:cubicBezTo>
                  <a:cubicBezTo>
                    <a:pt x="4292" y="1829"/>
                    <a:pt x="4033" y="1954"/>
                    <a:pt x="3765" y="2061"/>
                  </a:cubicBezTo>
                  <a:cubicBezTo>
                    <a:pt x="3542" y="2150"/>
                    <a:pt x="3319" y="2195"/>
                    <a:pt x="3096" y="2293"/>
                  </a:cubicBezTo>
                  <a:cubicBezTo>
                    <a:pt x="2650" y="2489"/>
                    <a:pt x="2275" y="2570"/>
                    <a:pt x="1794" y="2543"/>
                  </a:cubicBezTo>
                  <a:cubicBezTo>
                    <a:pt x="1258" y="2507"/>
                    <a:pt x="714" y="2239"/>
                    <a:pt x="465" y="1776"/>
                  </a:cubicBezTo>
                  <a:cubicBezTo>
                    <a:pt x="420" y="1695"/>
                    <a:pt x="393" y="1615"/>
                    <a:pt x="357" y="1535"/>
                  </a:cubicBezTo>
                  <a:cubicBezTo>
                    <a:pt x="143" y="1793"/>
                    <a:pt x="1" y="2097"/>
                    <a:pt x="188" y="239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5"/>
            <p:cNvSpPr/>
            <p:nvPr/>
          </p:nvSpPr>
          <p:spPr>
            <a:xfrm>
              <a:off x="4443500" y="2149025"/>
              <a:ext cx="214125" cy="288625"/>
            </a:xfrm>
            <a:custGeom>
              <a:avLst/>
              <a:gdLst/>
              <a:ahLst/>
              <a:cxnLst/>
              <a:rect l="l" t="t" r="r" b="b"/>
              <a:pathLst>
                <a:path w="8565" h="11545" extrusionOk="0">
                  <a:moveTo>
                    <a:pt x="277" y="982"/>
                  </a:moveTo>
                  <a:cubicBezTo>
                    <a:pt x="357" y="349"/>
                    <a:pt x="1053" y="1"/>
                    <a:pt x="1606" y="322"/>
                  </a:cubicBezTo>
                  <a:lnTo>
                    <a:pt x="3533" y="1428"/>
                  </a:lnTo>
                  <a:cubicBezTo>
                    <a:pt x="3943" y="1669"/>
                    <a:pt x="4184" y="2142"/>
                    <a:pt x="4122" y="2615"/>
                  </a:cubicBezTo>
                  <a:lnTo>
                    <a:pt x="3810" y="5148"/>
                  </a:lnTo>
                  <a:cubicBezTo>
                    <a:pt x="3694" y="6085"/>
                    <a:pt x="3738" y="7022"/>
                    <a:pt x="3952" y="7932"/>
                  </a:cubicBezTo>
                  <a:lnTo>
                    <a:pt x="4434" y="10046"/>
                  </a:lnTo>
                  <a:cubicBezTo>
                    <a:pt x="4550" y="10554"/>
                    <a:pt x="5130" y="10795"/>
                    <a:pt x="5576" y="10537"/>
                  </a:cubicBezTo>
                  <a:lnTo>
                    <a:pt x="8092" y="9047"/>
                  </a:lnTo>
                  <a:lnTo>
                    <a:pt x="8564" y="8735"/>
                  </a:lnTo>
                  <a:lnTo>
                    <a:pt x="8092" y="9422"/>
                  </a:lnTo>
                  <a:lnTo>
                    <a:pt x="4809" y="11429"/>
                  </a:lnTo>
                  <a:cubicBezTo>
                    <a:pt x="4603" y="11545"/>
                    <a:pt x="4354" y="11438"/>
                    <a:pt x="4300" y="11206"/>
                  </a:cubicBezTo>
                  <a:cubicBezTo>
                    <a:pt x="3595" y="10804"/>
                    <a:pt x="990" y="9297"/>
                    <a:pt x="990" y="9297"/>
                  </a:cubicBezTo>
                  <a:cubicBezTo>
                    <a:pt x="750" y="8253"/>
                    <a:pt x="509" y="7200"/>
                    <a:pt x="268" y="6148"/>
                  </a:cubicBezTo>
                  <a:cubicBezTo>
                    <a:pt x="125" y="5559"/>
                    <a:pt x="63" y="4970"/>
                    <a:pt x="45" y="4381"/>
                  </a:cubicBezTo>
                  <a:cubicBezTo>
                    <a:pt x="0" y="3248"/>
                    <a:pt x="134" y="2115"/>
                    <a:pt x="277" y="98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5"/>
            <p:cNvSpPr/>
            <p:nvPr/>
          </p:nvSpPr>
          <p:spPr>
            <a:xfrm>
              <a:off x="4434350" y="2153725"/>
              <a:ext cx="124925" cy="283700"/>
            </a:xfrm>
            <a:custGeom>
              <a:avLst/>
              <a:gdLst/>
              <a:ahLst/>
              <a:cxnLst/>
              <a:rect l="l" t="t" r="r" b="b"/>
              <a:pathLst>
                <a:path w="4997" h="11348" extrusionOk="0">
                  <a:moveTo>
                    <a:pt x="45" y="4372"/>
                  </a:moveTo>
                  <a:cubicBezTo>
                    <a:pt x="0" y="3248"/>
                    <a:pt x="134" y="2115"/>
                    <a:pt x="277" y="982"/>
                  </a:cubicBezTo>
                  <a:cubicBezTo>
                    <a:pt x="357" y="348"/>
                    <a:pt x="1053" y="0"/>
                    <a:pt x="1606" y="321"/>
                  </a:cubicBezTo>
                  <a:lnTo>
                    <a:pt x="3533" y="1428"/>
                  </a:lnTo>
                  <a:cubicBezTo>
                    <a:pt x="3944" y="1669"/>
                    <a:pt x="4184" y="2141"/>
                    <a:pt x="4122" y="2614"/>
                  </a:cubicBezTo>
                  <a:lnTo>
                    <a:pt x="3810" y="5148"/>
                  </a:lnTo>
                  <a:cubicBezTo>
                    <a:pt x="3694" y="6076"/>
                    <a:pt x="3738" y="7021"/>
                    <a:pt x="3952" y="7931"/>
                  </a:cubicBezTo>
                  <a:cubicBezTo>
                    <a:pt x="3970" y="7994"/>
                    <a:pt x="3979" y="8056"/>
                    <a:pt x="3997" y="8109"/>
                  </a:cubicBezTo>
                  <a:cubicBezTo>
                    <a:pt x="4033" y="8261"/>
                    <a:pt x="4060" y="8413"/>
                    <a:pt x="4095" y="8573"/>
                  </a:cubicBezTo>
                  <a:cubicBezTo>
                    <a:pt x="4149" y="8787"/>
                    <a:pt x="4193" y="8993"/>
                    <a:pt x="4247" y="9207"/>
                  </a:cubicBezTo>
                  <a:cubicBezTo>
                    <a:pt x="4300" y="9448"/>
                    <a:pt x="4354" y="9680"/>
                    <a:pt x="4407" y="9920"/>
                  </a:cubicBezTo>
                  <a:cubicBezTo>
                    <a:pt x="4461" y="10143"/>
                    <a:pt x="4515" y="10375"/>
                    <a:pt x="4568" y="10598"/>
                  </a:cubicBezTo>
                  <a:cubicBezTo>
                    <a:pt x="4577" y="10661"/>
                    <a:pt x="4595" y="10723"/>
                    <a:pt x="4613" y="10786"/>
                  </a:cubicBezTo>
                  <a:cubicBezTo>
                    <a:pt x="4639" y="10902"/>
                    <a:pt x="4657" y="11053"/>
                    <a:pt x="4746" y="11152"/>
                  </a:cubicBezTo>
                  <a:cubicBezTo>
                    <a:pt x="4764" y="11178"/>
                    <a:pt x="4791" y="11196"/>
                    <a:pt x="4809" y="11214"/>
                  </a:cubicBezTo>
                  <a:cubicBezTo>
                    <a:pt x="4845" y="11241"/>
                    <a:pt x="4952" y="11312"/>
                    <a:pt x="4996" y="11285"/>
                  </a:cubicBezTo>
                  <a:cubicBezTo>
                    <a:pt x="4925" y="11330"/>
                    <a:pt x="4818" y="11321"/>
                    <a:pt x="4746" y="11330"/>
                  </a:cubicBezTo>
                  <a:cubicBezTo>
                    <a:pt x="4595" y="11348"/>
                    <a:pt x="4434" y="11339"/>
                    <a:pt x="4291" y="11294"/>
                  </a:cubicBezTo>
                  <a:cubicBezTo>
                    <a:pt x="4211" y="11259"/>
                    <a:pt x="4131" y="11223"/>
                    <a:pt x="4060" y="11178"/>
                  </a:cubicBezTo>
                  <a:cubicBezTo>
                    <a:pt x="3863" y="11062"/>
                    <a:pt x="3676" y="10937"/>
                    <a:pt x="3498" y="10804"/>
                  </a:cubicBezTo>
                  <a:cubicBezTo>
                    <a:pt x="3408" y="10741"/>
                    <a:pt x="3328" y="10652"/>
                    <a:pt x="3239" y="10590"/>
                  </a:cubicBezTo>
                  <a:cubicBezTo>
                    <a:pt x="3150" y="10527"/>
                    <a:pt x="3043" y="10482"/>
                    <a:pt x="2944" y="10420"/>
                  </a:cubicBezTo>
                  <a:cubicBezTo>
                    <a:pt x="2721" y="10295"/>
                    <a:pt x="2498" y="10170"/>
                    <a:pt x="2275" y="10036"/>
                  </a:cubicBezTo>
                  <a:cubicBezTo>
                    <a:pt x="2079" y="9920"/>
                    <a:pt x="1874" y="9804"/>
                    <a:pt x="1678" y="9689"/>
                  </a:cubicBezTo>
                  <a:cubicBezTo>
                    <a:pt x="1526" y="9608"/>
                    <a:pt x="1374" y="9519"/>
                    <a:pt x="1223" y="9430"/>
                  </a:cubicBezTo>
                  <a:cubicBezTo>
                    <a:pt x="1151" y="9385"/>
                    <a:pt x="1080" y="9350"/>
                    <a:pt x="1000" y="9305"/>
                  </a:cubicBezTo>
                  <a:cubicBezTo>
                    <a:pt x="1000" y="9305"/>
                    <a:pt x="991" y="9296"/>
                    <a:pt x="991" y="9296"/>
                  </a:cubicBezTo>
                  <a:lnTo>
                    <a:pt x="268" y="6147"/>
                  </a:lnTo>
                  <a:cubicBezTo>
                    <a:pt x="125" y="5558"/>
                    <a:pt x="63" y="4969"/>
                    <a:pt x="45" y="437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5"/>
            <p:cNvSpPr/>
            <p:nvPr/>
          </p:nvSpPr>
          <p:spPr>
            <a:xfrm>
              <a:off x="4399775" y="2423350"/>
              <a:ext cx="110200" cy="143225"/>
            </a:xfrm>
            <a:custGeom>
              <a:avLst/>
              <a:gdLst/>
              <a:ahLst/>
              <a:cxnLst/>
              <a:rect l="l" t="t" r="r" b="b"/>
              <a:pathLst>
                <a:path w="4408" h="5729" extrusionOk="0">
                  <a:moveTo>
                    <a:pt x="1" y="4006"/>
                  </a:moveTo>
                  <a:cubicBezTo>
                    <a:pt x="1" y="2668"/>
                    <a:pt x="946" y="1045"/>
                    <a:pt x="2106" y="367"/>
                  </a:cubicBezTo>
                  <a:cubicBezTo>
                    <a:pt x="2686" y="36"/>
                    <a:pt x="3212" y="1"/>
                    <a:pt x="3596" y="215"/>
                  </a:cubicBezTo>
                  <a:lnTo>
                    <a:pt x="3596" y="215"/>
                  </a:lnTo>
                  <a:lnTo>
                    <a:pt x="3596" y="215"/>
                  </a:lnTo>
                  <a:cubicBezTo>
                    <a:pt x="3596" y="215"/>
                    <a:pt x="3596" y="215"/>
                    <a:pt x="3596" y="215"/>
                  </a:cubicBezTo>
                  <a:lnTo>
                    <a:pt x="4408" y="625"/>
                  </a:lnTo>
                  <a:lnTo>
                    <a:pt x="1366" y="5728"/>
                  </a:lnTo>
                  <a:lnTo>
                    <a:pt x="625" y="5362"/>
                  </a:lnTo>
                  <a:cubicBezTo>
                    <a:pt x="625" y="5353"/>
                    <a:pt x="616" y="5353"/>
                    <a:pt x="616" y="5353"/>
                  </a:cubicBezTo>
                  <a:lnTo>
                    <a:pt x="616" y="5353"/>
                  </a:lnTo>
                  <a:lnTo>
                    <a:pt x="616" y="5353"/>
                  </a:lnTo>
                  <a:cubicBezTo>
                    <a:pt x="233" y="5130"/>
                    <a:pt x="1" y="4666"/>
                    <a:pt x="1" y="400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35"/>
            <p:cNvSpPr/>
            <p:nvPr/>
          </p:nvSpPr>
          <p:spPr>
            <a:xfrm>
              <a:off x="4418075" y="2424925"/>
              <a:ext cx="105500" cy="154575"/>
            </a:xfrm>
            <a:custGeom>
              <a:avLst/>
              <a:gdLst/>
              <a:ahLst/>
              <a:cxnLst/>
              <a:rect l="l" t="t" r="r" b="b"/>
              <a:pathLst>
                <a:path w="4220" h="6183" extrusionOk="0">
                  <a:moveTo>
                    <a:pt x="0" y="4309"/>
                  </a:moveTo>
                  <a:cubicBezTo>
                    <a:pt x="0" y="5638"/>
                    <a:pt x="946" y="6182"/>
                    <a:pt x="2106" y="5504"/>
                  </a:cubicBezTo>
                  <a:cubicBezTo>
                    <a:pt x="3274" y="4835"/>
                    <a:pt x="4220" y="3212"/>
                    <a:pt x="4220" y="1874"/>
                  </a:cubicBezTo>
                  <a:cubicBezTo>
                    <a:pt x="4220" y="535"/>
                    <a:pt x="3274" y="0"/>
                    <a:pt x="2106" y="669"/>
                  </a:cubicBezTo>
                  <a:cubicBezTo>
                    <a:pt x="946" y="1347"/>
                    <a:pt x="0" y="2971"/>
                    <a:pt x="0" y="430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35"/>
            <p:cNvSpPr/>
            <p:nvPr/>
          </p:nvSpPr>
          <p:spPr>
            <a:xfrm>
              <a:off x="4439925" y="2459275"/>
              <a:ext cx="61800" cy="85875"/>
            </a:xfrm>
            <a:custGeom>
              <a:avLst/>
              <a:gdLst/>
              <a:ahLst/>
              <a:cxnLst/>
              <a:rect l="l" t="t" r="r" b="b"/>
              <a:pathLst>
                <a:path w="2472" h="3435" extrusionOk="0">
                  <a:moveTo>
                    <a:pt x="1" y="2685"/>
                  </a:moveTo>
                  <a:cubicBezTo>
                    <a:pt x="1" y="2908"/>
                    <a:pt x="45" y="3435"/>
                    <a:pt x="482" y="3435"/>
                  </a:cubicBezTo>
                  <a:cubicBezTo>
                    <a:pt x="634" y="3435"/>
                    <a:pt x="812" y="3372"/>
                    <a:pt x="1009" y="3265"/>
                  </a:cubicBezTo>
                  <a:cubicBezTo>
                    <a:pt x="1803" y="2801"/>
                    <a:pt x="2472" y="1650"/>
                    <a:pt x="2472" y="741"/>
                  </a:cubicBezTo>
                  <a:cubicBezTo>
                    <a:pt x="2472" y="517"/>
                    <a:pt x="2427" y="0"/>
                    <a:pt x="1990" y="0"/>
                  </a:cubicBezTo>
                  <a:cubicBezTo>
                    <a:pt x="1838" y="0"/>
                    <a:pt x="1651" y="54"/>
                    <a:pt x="1455" y="170"/>
                  </a:cubicBezTo>
                  <a:cubicBezTo>
                    <a:pt x="1437" y="187"/>
                    <a:pt x="1410" y="205"/>
                    <a:pt x="1383" y="223"/>
                  </a:cubicBezTo>
                  <a:cubicBezTo>
                    <a:pt x="1294" y="277"/>
                    <a:pt x="1205" y="339"/>
                    <a:pt x="1125" y="410"/>
                  </a:cubicBezTo>
                  <a:cubicBezTo>
                    <a:pt x="1089" y="446"/>
                    <a:pt x="1044" y="482"/>
                    <a:pt x="1009" y="517"/>
                  </a:cubicBezTo>
                  <a:cubicBezTo>
                    <a:pt x="616" y="901"/>
                    <a:pt x="286" y="1436"/>
                    <a:pt x="116" y="1972"/>
                  </a:cubicBezTo>
                  <a:cubicBezTo>
                    <a:pt x="116" y="1972"/>
                    <a:pt x="116" y="1972"/>
                    <a:pt x="116" y="1981"/>
                  </a:cubicBezTo>
                  <a:cubicBezTo>
                    <a:pt x="72" y="2123"/>
                    <a:pt x="36" y="2275"/>
                    <a:pt x="18" y="2418"/>
                  </a:cubicBezTo>
                  <a:cubicBezTo>
                    <a:pt x="1" y="2507"/>
                    <a:pt x="1" y="2596"/>
                    <a:pt x="1" y="2685"/>
                  </a:cubicBez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35"/>
            <p:cNvSpPr/>
            <p:nvPr/>
          </p:nvSpPr>
          <p:spPr>
            <a:xfrm>
              <a:off x="4443050" y="2459475"/>
              <a:ext cx="58675" cy="85675"/>
            </a:xfrm>
            <a:custGeom>
              <a:avLst/>
              <a:gdLst/>
              <a:ahLst/>
              <a:cxnLst/>
              <a:rect l="l" t="t" r="r" b="b"/>
              <a:pathLst>
                <a:path w="2347" h="3427" extrusionOk="0">
                  <a:moveTo>
                    <a:pt x="99" y="3239"/>
                  </a:moveTo>
                  <a:cubicBezTo>
                    <a:pt x="250" y="3239"/>
                    <a:pt x="438" y="3177"/>
                    <a:pt x="634" y="3070"/>
                  </a:cubicBezTo>
                  <a:cubicBezTo>
                    <a:pt x="1419" y="2615"/>
                    <a:pt x="2088" y="1455"/>
                    <a:pt x="2088" y="554"/>
                  </a:cubicBezTo>
                  <a:cubicBezTo>
                    <a:pt x="2088" y="411"/>
                    <a:pt x="2070" y="170"/>
                    <a:pt x="1963" y="1"/>
                  </a:cubicBezTo>
                  <a:cubicBezTo>
                    <a:pt x="2302" y="72"/>
                    <a:pt x="2347" y="527"/>
                    <a:pt x="2347" y="733"/>
                  </a:cubicBezTo>
                  <a:cubicBezTo>
                    <a:pt x="2347" y="1642"/>
                    <a:pt x="1678" y="2793"/>
                    <a:pt x="884" y="3257"/>
                  </a:cubicBezTo>
                  <a:cubicBezTo>
                    <a:pt x="696" y="3364"/>
                    <a:pt x="509" y="3427"/>
                    <a:pt x="357" y="3427"/>
                  </a:cubicBezTo>
                  <a:cubicBezTo>
                    <a:pt x="179" y="3427"/>
                    <a:pt x="72" y="3337"/>
                    <a:pt x="0" y="3230"/>
                  </a:cubicBezTo>
                  <a:cubicBezTo>
                    <a:pt x="27" y="3230"/>
                    <a:pt x="63" y="3239"/>
                    <a:pt x="99" y="3239"/>
                  </a:cubicBez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35"/>
            <p:cNvSpPr/>
            <p:nvPr/>
          </p:nvSpPr>
          <p:spPr>
            <a:xfrm>
              <a:off x="4440375" y="2464850"/>
              <a:ext cx="43300" cy="61350"/>
            </a:xfrm>
            <a:custGeom>
              <a:avLst/>
              <a:gdLst/>
              <a:ahLst/>
              <a:cxnLst/>
              <a:rect l="l" t="t" r="r" b="b"/>
              <a:pathLst>
                <a:path w="1732" h="2454" extrusionOk="0">
                  <a:moveTo>
                    <a:pt x="0" y="2195"/>
                  </a:moveTo>
                  <a:cubicBezTo>
                    <a:pt x="45" y="2257"/>
                    <a:pt x="90" y="2302"/>
                    <a:pt x="152" y="2337"/>
                  </a:cubicBezTo>
                  <a:lnTo>
                    <a:pt x="152" y="2337"/>
                  </a:lnTo>
                  <a:cubicBezTo>
                    <a:pt x="152" y="2337"/>
                    <a:pt x="152" y="2337"/>
                    <a:pt x="152" y="2337"/>
                  </a:cubicBezTo>
                  <a:lnTo>
                    <a:pt x="375" y="2453"/>
                  </a:lnTo>
                  <a:lnTo>
                    <a:pt x="1731" y="179"/>
                  </a:lnTo>
                  <a:lnTo>
                    <a:pt x="1731" y="179"/>
                  </a:lnTo>
                  <a:lnTo>
                    <a:pt x="1713" y="170"/>
                  </a:lnTo>
                  <a:cubicBezTo>
                    <a:pt x="1695" y="152"/>
                    <a:pt x="1677" y="143"/>
                    <a:pt x="1651" y="134"/>
                  </a:cubicBezTo>
                  <a:lnTo>
                    <a:pt x="1481" y="45"/>
                  </a:lnTo>
                  <a:lnTo>
                    <a:pt x="1481" y="45"/>
                  </a:lnTo>
                  <a:lnTo>
                    <a:pt x="1481" y="45"/>
                  </a:lnTo>
                  <a:cubicBezTo>
                    <a:pt x="1446" y="27"/>
                    <a:pt x="1401" y="9"/>
                    <a:pt x="1365" y="0"/>
                  </a:cubicBezTo>
                  <a:cubicBezTo>
                    <a:pt x="1276" y="54"/>
                    <a:pt x="1187" y="116"/>
                    <a:pt x="1107" y="187"/>
                  </a:cubicBezTo>
                  <a:cubicBezTo>
                    <a:pt x="1071" y="223"/>
                    <a:pt x="1026" y="259"/>
                    <a:pt x="991" y="294"/>
                  </a:cubicBezTo>
                  <a:cubicBezTo>
                    <a:pt x="598" y="678"/>
                    <a:pt x="268" y="1213"/>
                    <a:pt x="98" y="1749"/>
                  </a:cubicBezTo>
                  <a:cubicBezTo>
                    <a:pt x="98" y="1749"/>
                    <a:pt x="98" y="1749"/>
                    <a:pt x="98" y="1758"/>
                  </a:cubicBezTo>
                  <a:cubicBezTo>
                    <a:pt x="54" y="1900"/>
                    <a:pt x="18" y="2052"/>
                    <a:pt x="0" y="2195"/>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35"/>
            <p:cNvSpPr/>
            <p:nvPr/>
          </p:nvSpPr>
          <p:spPr>
            <a:xfrm>
              <a:off x="4442825" y="2466625"/>
              <a:ext cx="46850" cy="62025"/>
            </a:xfrm>
            <a:custGeom>
              <a:avLst/>
              <a:gdLst/>
              <a:ahLst/>
              <a:cxnLst/>
              <a:rect l="l" t="t" r="r" b="b"/>
              <a:pathLst>
                <a:path w="1874" h="2481" extrusionOk="0">
                  <a:moveTo>
                    <a:pt x="0" y="1776"/>
                  </a:moveTo>
                  <a:cubicBezTo>
                    <a:pt x="0" y="2079"/>
                    <a:pt x="108" y="2284"/>
                    <a:pt x="277" y="2382"/>
                  </a:cubicBezTo>
                  <a:cubicBezTo>
                    <a:pt x="447" y="2480"/>
                    <a:pt x="678" y="2463"/>
                    <a:pt x="937" y="2311"/>
                  </a:cubicBezTo>
                  <a:cubicBezTo>
                    <a:pt x="1455" y="2017"/>
                    <a:pt x="1874" y="1285"/>
                    <a:pt x="1874" y="687"/>
                  </a:cubicBezTo>
                  <a:cubicBezTo>
                    <a:pt x="1874" y="411"/>
                    <a:pt x="1785" y="206"/>
                    <a:pt x="1633" y="108"/>
                  </a:cubicBezTo>
                  <a:cubicBezTo>
                    <a:pt x="1633" y="99"/>
                    <a:pt x="1624" y="99"/>
                    <a:pt x="1615" y="99"/>
                  </a:cubicBezTo>
                  <a:cubicBezTo>
                    <a:pt x="1597" y="81"/>
                    <a:pt x="1579" y="72"/>
                    <a:pt x="1553" y="63"/>
                  </a:cubicBezTo>
                  <a:cubicBezTo>
                    <a:pt x="1410" y="0"/>
                    <a:pt x="1214" y="9"/>
                    <a:pt x="1009" y="116"/>
                  </a:cubicBezTo>
                  <a:cubicBezTo>
                    <a:pt x="973" y="152"/>
                    <a:pt x="928" y="188"/>
                    <a:pt x="893" y="223"/>
                  </a:cubicBezTo>
                  <a:cubicBezTo>
                    <a:pt x="500" y="607"/>
                    <a:pt x="170" y="1142"/>
                    <a:pt x="0" y="1678"/>
                  </a:cubicBezTo>
                  <a:cubicBezTo>
                    <a:pt x="0" y="1713"/>
                    <a:pt x="0" y="1740"/>
                    <a:pt x="0" y="1776"/>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5"/>
            <p:cNvSpPr/>
            <p:nvPr/>
          </p:nvSpPr>
          <p:spPr>
            <a:xfrm>
              <a:off x="4459100" y="2488700"/>
              <a:ext cx="16300" cy="20550"/>
            </a:xfrm>
            <a:custGeom>
              <a:avLst/>
              <a:gdLst/>
              <a:ahLst/>
              <a:cxnLst/>
              <a:rect l="l" t="t" r="r" b="b"/>
              <a:pathLst>
                <a:path w="652" h="822" extrusionOk="0">
                  <a:moveTo>
                    <a:pt x="1" y="554"/>
                  </a:moveTo>
                  <a:cubicBezTo>
                    <a:pt x="1" y="366"/>
                    <a:pt x="126" y="143"/>
                    <a:pt x="286" y="54"/>
                  </a:cubicBezTo>
                  <a:cubicBezTo>
                    <a:pt x="366" y="1"/>
                    <a:pt x="438" y="1"/>
                    <a:pt x="491" y="27"/>
                  </a:cubicBezTo>
                  <a:lnTo>
                    <a:pt x="491" y="27"/>
                  </a:lnTo>
                  <a:lnTo>
                    <a:pt x="491" y="27"/>
                  </a:lnTo>
                  <a:lnTo>
                    <a:pt x="491" y="27"/>
                  </a:lnTo>
                  <a:lnTo>
                    <a:pt x="652" y="117"/>
                  </a:lnTo>
                  <a:lnTo>
                    <a:pt x="233" y="821"/>
                  </a:lnTo>
                  <a:lnTo>
                    <a:pt x="81" y="732"/>
                  </a:lnTo>
                  <a:lnTo>
                    <a:pt x="81" y="732"/>
                  </a:lnTo>
                  <a:lnTo>
                    <a:pt x="81" y="732"/>
                  </a:lnTo>
                  <a:cubicBezTo>
                    <a:pt x="27" y="705"/>
                    <a:pt x="1" y="643"/>
                    <a:pt x="1" y="554"/>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5"/>
            <p:cNvSpPr/>
            <p:nvPr/>
          </p:nvSpPr>
          <p:spPr>
            <a:xfrm>
              <a:off x="4462900" y="2489825"/>
              <a:ext cx="14525" cy="21200"/>
            </a:xfrm>
            <a:custGeom>
              <a:avLst/>
              <a:gdLst/>
              <a:ahLst/>
              <a:cxnLst/>
              <a:rect l="l" t="t" r="r" b="b"/>
              <a:pathLst>
                <a:path w="581" h="848" extrusionOk="0">
                  <a:moveTo>
                    <a:pt x="0" y="589"/>
                  </a:moveTo>
                  <a:cubicBezTo>
                    <a:pt x="0" y="767"/>
                    <a:pt x="125" y="848"/>
                    <a:pt x="286" y="750"/>
                  </a:cubicBezTo>
                  <a:cubicBezTo>
                    <a:pt x="446" y="660"/>
                    <a:pt x="580" y="437"/>
                    <a:pt x="580" y="250"/>
                  </a:cubicBezTo>
                  <a:cubicBezTo>
                    <a:pt x="580" y="72"/>
                    <a:pt x="446" y="0"/>
                    <a:pt x="286" y="89"/>
                  </a:cubicBezTo>
                  <a:cubicBezTo>
                    <a:pt x="125" y="179"/>
                    <a:pt x="0" y="402"/>
                    <a:pt x="0" y="589"/>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5"/>
            <p:cNvSpPr/>
            <p:nvPr/>
          </p:nvSpPr>
          <p:spPr>
            <a:xfrm>
              <a:off x="4383725" y="2356675"/>
              <a:ext cx="163500" cy="157475"/>
            </a:xfrm>
            <a:custGeom>
              <a:avLst/>
              <a:gdLst/>
              <a:ahLst/>
              <a:cxnLst/>
              <a:rect l="l" t="t" r="r" b="b"/>
              <a:pathLst>
                <a:path w="6540" h="6299" extrusionOk="0">
                  <a:moveTo>
                    <a:pt x="99" y="4818"/>
                  </a:moveTo>
                  <a:cubicBezTo>
                    <a:pt x="170" y="5255"/>
                    <a:pt x="357" y="5647"/>
                    <a:pt x="741" y="5906"/>
                  </a:cubicBezTo>
                  <a:cubicBezTo>
                    <a:pt x="1169" y="6192"/>
                    <a:pt x="1704" y="6299"/>
                    <a:pt x="2222" y="6263"/>
                  </a:cubicBezTo>
                  <a:cubicBezTo>
                    <a:pt x="2650" y="6227"/>
                    <a:pt x="3114" y="6111"/>
                    <a:pt x="3506" y="5915"/>
                  </a:cubicBezTo>
                  <a:cubicBezTo>
                    <a:pt x="3863" y="5746"/>
                    <a:pt x="4175" y="5398"/>
                    <a:pt x="4488" y="5148"/>
                  </a:cubicBezTo>
                  <a:cubicBezTo>
                    <a:pt x="4693" y="4987"/>
                    <a:pt x="4898" y="4818"/>
                    <a:pt x="5139" y="4711"/>
                  </a:cubicBezTo>
                  <a:cubicBezTo>
                    <a:pt x="5585" y="4514"/>
                    <a:pt x="6022" y="4702"/>
                    <a:pt x="6299" y="4229"/>
                  </a:cubicBezTo>
                  <a:cubicBezTo>
                    <a:pt x="6441" y="3979"/>
                    <a:pt x="6540" y="3694"/>
                    <a:pt x="6540" y="3399"/>
                  </a:cubicBezTo>
                  <a:lnTo>
                    <a:pt x="6540" y="3230"/>
                  </a:lnTo>
                  <a:cubicBezTo>
                    <a:pt x="6540" y="2561"/>
                    <a:pt x="6361" y="2052"/>
                    <a:pt x="6049" y="1758"/>
                  </a:cubicBezTo>
                  <a:cubicBezTo>
                    <a:pt x="5986" y="1704"/>
                    <a:pt x="5924" y="1651"/>
                    <a:pt x="5853" y="1615"/>
                  </a:cubicBezTo>
                  <a:cubicBezTo>
                    <a:pt x="5853" y="1606"/>
                    <a:pt x="5835" y="1597"/>
                    <a:pt x="5835" y="1597"/>
                  </a:cubicBezTo>
                  <a:cubicBezTo>
                    <a:pt x="5826" y="1588"/>
                    <a:pt x="5817" y="1588"/>
                    <a:pt x="5799" y="1579"/>
                  </a:cubicBezTo>
                  <a:cubicBezTo>
                    <a:pt x="5799" y="1579"/>
                    <a:pt x="4051" y="580"/>
                    <a:pt x="4051" y="580"/>
                  </a:cubicBezTo>
                  <a:lnTo>
                    <a:pt x="3765" y="411"/>
                  </a:lnTo>
                  <a:lnTo>
                    <a:pt x="3471" y="232"/>
                  </a:lnTo>
                  <a:cubicBezTo>
                    <a:pt x="3114" y="0"/>
                    <a:pt x="2632" y="9"/>
                    <a:pt x="2106" y="313"/>
                  </a:cubicBezTo>
                  <a:cubicBezTo>
                    <a:pt x="1151" y="857"/>
                    <a:pt x="536" y="1972"/>
                    <a:pt x="259" y="3007"/>
                  </a:cubicBezTo>
                  <a:cubicBezTo>
                    <a:pt x="116" y="3533"/>
                    <a:pt x="0" y="4220"/>
                    <a:pt x="99" y="481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5"/>
            <p:cNvSpPr/>
            <p:nvPr/>
          </p:nvSpPr>
          <p:spPr>
            <a:xfrm>
              <a:off x="4383950" y="2398825"/>
              <a:ext cx="161275" cy="113550"/>
            </a:xfrm>
            <a:custGeom>
              <a:avLst/>
              <a:gdLst/>
              <a:ahLst/>
              <a:cxnLst/>
              <a:rect l="l" t="t" r="r" b="b"/>
              <a:pathLst>
                <a:path w="6451" h="4542" extrusionOk="0">
                  <a:moveTo>
                    <a:pt x="9" y="3060"/>
                  </a:moveTo>
                  <a:cubicBezTo>
                    <a:pt x="36" y="3132"/>
                    <a:pt x="45" y="3248"/>
                    <a:pt x="72" y="3328"/>
                  </a:cubicBezTo>
                  <a:cubicBezTo>
                    <a:pt x="98" y="3435"/>
                    <a:pt x="143" y="3542"/>
                    <a:pt x="197" y="3640"/>
                  </a:cubicBezTo>
                  <a:cubicBezTo>
                    <a:pt x="304" y="3837"/>
                    <a:pt x="455" y="4015"/>
                    <a:pt x="652" y="4149"/>
                  </a:cubicBezTo>
                  <a:cubicBezTo>
                    <a:pt x="1080" y="4434"/>
                    <a:pt x="1615" y="4541"/>
                    <a:pt x="2132" y="4497"/>
                  </a:cubicBezTo>
                  <a:cubicBezTo>
                    <a:pt x="2561" y="4470"/>
                    <a:pt x="3025" y="4354"/>
                    <a:pt x="3417" y="4158"/>
                  </a:cubicBezTo>
                  <a:cubicBezTo>
                    <a:pt x="3774" y="3979"/>
                    <a:pt x="4086" y="3640"/>
                    <a:pt x="4398" y="3390"/>
                  </a:cubicBezTo>
                  <a:cubicBezTo>
                    <a:pt x="4604" y="3230"/>
                    <a:pt x="4809" y="3060"/>
                    <a:pt x="5050" y="2953"/>
                  </a:cubicBezTo>
                  <a:cubicBezTo>
                    <a:pt x="5496" y="2757"/>
                    <a:pt x="5924" y="2944"/>
                    <a:pt x="6209" y="2472"/>
                  </a:cubicBezTo>
                  <a:cubicBezTo>
                    <a:pt x="6352" y="2222"/>
                    <a:pt x="6450" y="1936"/>
                    <a:pt x="6450" y="1642"/>
                  </a:cubicBezTo>
                  <a:lnTo>
                    <a:pt x="6450" y="1472"/>
                  </a:lnTo>
                  <a:cubicBezTo>
                    <a:pt x="6450" y="794"/>
                    <a:pt x="6263" y="295"/>
                    <a:pt x="5960" y="0"/>
                  </a:cubicBezTo>
                  <a:cubicBezTo>
                    <a:pt x="5915" y="0"/>
                    <a:pt x="5870" y="9"/>
                    <a:pt x="5826" y="9"/>
                  </a:cubicBezTo>
                  <a:cubicBezTo>
                    <a:pt x="4898" y="143"/>
                    <a:pt x="4140" y="750"/>
                    <a:pt x="3631" y="1517"/>
                  </a:cubicBezTo>
                  <a:cubicBezTo>
                    <a:pt x="3372" y="1901"/>
                    <a:pt x="3167" y="2329"/>
                    <a:pt x="3016" y="2766"/>
                  </a:cubicBezTo>
                  <a:cubicBezTo>
                    <a:pt x="2935" y="2980"/>
                    <a:pt x="2873" y="3194"/>
                    <a:pt x="2819" y="3417"/>
                  </a:cubicBezTo>
                  <a:cubicBezTo>
                    <a:pt x="2802" y="3489"/>
                    <a:pt x="2793" y="3551"/>
                    <a:pt x="2784" y="3622"/>
                  </a:cubicBezTo>
                  <a:cubicBezTo>
                    <a:pt x="2766" y="3783"/>
                    <a:pt x="2748" y="3952"/>
                    <a:pt x="2632" y="4077"/>
                  </a:cubicBezTo>
                  <a:cubicBezTo>
                    <a:pt x="2525" y="4202"/>
                    <a:pt x="2373" y="4265"/>
                    <a:pt x="2213" y="4309"/>
                  </a:cubicBezTo>
                  <a:cubicBezTo>
                    <a:pt x="1749" y="4425"/>
                    <a:pt x="1258" y="4309"/>
                    <a:pt x="848" y="4077"/>
                  </a:cubicBezTo>
                  <a:cubicBezTo>
                    <a:pt x="652" y="3961"/>
                    <a:pt x="509" y="3854"/>
                    <a:pt x="366" y="3658"/>
                  </a:cubicBezTo>
                  <a:cubicBezTo>
                    <a:pt x="223" y="3462"/>
                    <a:pt x="107" y="3248"/>
                    <a:pt x="0" y="3034"/>
                  </a:cubicBezTo>
                  <a:cubicBezTo>
                    <a:pt x="0" y="3043"/>
                    <a:pt x="9" y="3051"/>
                    <a:pt x="9" y="306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5"/>
            <p:cNvSpPr/>
            <p:nvPr/>
          </p:nvSpPr>
          <p:spPr>
            <a:xfrm>
              <a:off x="4385950" y="2400600"/>
              <a:ext cx="161275" cy="113550"/>
            </a:xfrm>
            <a:custGeom>
              <a:avLst/>
              <a:gdLst/>
              <a:ahLst/>
              <a:cxnLst/>
              <a:rect l="l" t="t" r="r" b="b"/>
              <a:pathLst>
                <a:path w="6451" h="4542" extrusionOk="0">
                  <a:moveTo>
                    <a:pt x="10" y="3061"/>
                  </a:moveTo>
                  <a:cubicBezTo>
                    <a:pt x="36" y="3132"/>
                    <a:pt x="45" y="3257"/>
                    <a:pt x="72" y="3328"/>
                  </a:cubicBezTo>
                  <a:cubicBezTo>
                    <a:pt x="99" y="3435"/>
                    <a:pt x="143" y="3542"/>
                    <a:pt x="197" y="3641"/>
                  </a:cubicBezTo>
                  <a:cubicBezTo>
                    <a:pt x="304" y="3846"/>
                    <a:pt x="456" y="4015"/>
                    <a:pt x="652" y="4149"/>
                  </a:cubicBezTo>
                  <a:cubicBezTo>
                    <a:pt x="1080" y="4435"/>
                    <a:pt x="1615" y="4542"/>
                    <a:pt x="2133" y="4506"/>
                  </a:cubicBezTo>
                  <a:cubicBezTo>
                    <a:pt x="2561" y="4470"/>
                    <a:pt x="3025" y="4354"/>
                    <a:pt x="3417" y="4158"/>
                  </a:cubicBezTo>
                  <a:cubicBezTo>
                    <a:pt x="3774" y="3989"/>
                    <a:pt x="4086" y="3641"/>
                    <a:pt x="4399" y="3391"/>
                  </a:cubicBezTo>
                  <a:cubicBezTo>
                    <a:pt x="4604" y="3230"/>
                    <a:pt x="4809" y="3061"/>
                    <a:pt x="5050" y="2963"/>
                  </a:cubicBezTo>
                  <a:cubicBezTo>
                    <a:pt x="5496" y="2757"/>
                    <a:pt x="5933" y="2945"/>
                    <a:pt x="6210" y="2472"/>
                  </a:cubicBezTo>
                  <a:cubicBezTo>
                    <a:pt x="6352" y="2222"/>
                    <a:pt x="6451" y="1937"/>
                    <a:pt x="6451" y="1642"/>
                  </a:cubicBezTo>
                  <a:lnTo>
                    <a:pt x="6451" y="1473"/>
                  </a:lnTo>
                  <a:cubicBezTo>
                    <a:pt x="6451" y="804"/>
                    <a:pt x="6272" y="295"/>
                    <a:pt x="5960" y="1"/>
                  </a:cubicBezTo>
                  <a:cubicBezTo>
                    <a:pt x="5915" y="1"/>
                    <a:pt x="5871" y="10"/>
                    <a:pt x="5835" y="19"/>
                  </a:cubicBezTo>
                  <a:cubicBezTo>
                    <a:pt x="4898" y="144"/>
                    <a:pt x="4140" y="750"/>
                    <a:pt x="3631" y="1517"/>
                  </a:cubicBezTo>
                  <a:cubicBezTo>
                    <a:pt x="3373" y="1901"/>
                    <a:pt x="3168" y="2329"/>
                    <a:pt x="3016" y="2766"/>
                  </a:cubicBezTo>
                  <a:cubicBezTo>
                    <a:pt x="2936" y="2980"/>
                    <a:pt x="2873" y="3203"/>
                    <a:pt x="2820" y="3418"/>
                  </a:cubicBezTo>
                  <a:cubicBezTo>
                    <a:pt x="2802" y="3489"/>
                    <a:pt x="2802" y="3551"/>
                    <a:pt x="2793" y="3623"/>
                  </a:cubicBezTo>
                  <a:cubicBezTo>
                    <a:pt x="2766" y="3792"/>
                    <a:pt x="2757" y="3953"/>
                    <a:pt x="2632" y="4087"/>
                  </a:cubicBezTo>
                  <a:cubicBezTo>
                    <a:pt x="2525" y="4203"/>
                    <a:pt x="2374" y="4274"/>
                    <a:pt x="2213" y="4310"/>
                  </a:cubicBezTo>
                  <a:cubicBezTo>
                    <a:pt x="1758" y="4435"/>
                    <a:pt x="1258" y="4310"/>
                    <a:pt x="857" y="4078"/>
                  </a:cubicBezTo>
                  <a:cubicBezTo>
                    <a:pt x="652" y="3962"/>
                    <a:pt x="509" y="3855"/>
                    <a:pt x="366" y="3667"/>
                  </a:cubicBezTo>
                  <a:cubicBezTo>
                    <a:pt x="224" y="3471"/>
                    <a:pt x="108" y="3248"/>
                    <a:pt x="1" y="3034"/>
                  </a:cubicBezTo>
                  <a:cubicBezTo>
                    <a:pt x="1" y="3043"/>
                    <a:pt x="10" y="3052"/>
                    <a:pt x="10" y="306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35"/>
            <p:cNvSpPr/>
            <p:nvPr/>
          </p:nvSpPr>
          <p:spPr>
            <a:xfrm>
              <a:off x="4442150" y="2177350"/>
              <a:ext cx="85000" cy="217925"/>
            </a:xfrm>
            <a:custGeom>
              <a:avLst/>
              <a:gdLst/>
              <a:ahLst/>
              <a:cxnLst/>
              <a:rect l="l" t="t" r="r" b="b"/>
              <a:pathLst>
                <a:path w="3400" h="8717" extrusionOk="0">
                  <a:moveTo>
                    <a:pt x="27" y="8039"/>
                  </a:moveTo>
                  <a:cubicBezTo>
                    <a:pt x="27" y="8048"/>
                    <a:pt x="36" y="8066"/>
                    <a:pt x="36" y="8074"/>
                  </a:cubicBezTo>
                  <a:cubicBezTo>
                    <a:pt x="54" y="8164"/>
                    <a:pt x="90" y="8253"/>
                    <a:pt x="135" y="8324"/>
                  </a:cubicBezTo>
                  <a:cubicBezTo>
                    <a:pt x="215" y="8458"/>
                    <a:pt x="313" y="8547"/>
                    <a:pt x="420" y="8601"/>
                  </a:cubicBezTo>
                  <a:cubicBezTo>
                    <a:pt x="429" y="8601"/>
                    <a:pt x="429" y="8601"/>
                    <a:pt x="429" y="8601"/>
                  </a:cubicBezTo>
                  <a:cubicBezTo>
                    <a:pt x="500" y="8636"/>
                    <a:pt x="581" y="8654"/>
                    <a:pt x="670" y="8654"/>
                  </a:cubicBezTo>
                  <a:cubicBezTo>
                    <a:pt x="688" y="8654"/>
                    <a:pt x="705" y="8654"/>
                    <a:pt x="723" y="8654"/>
                  </a:cubicBezTo>
                  <a:cubicBezTo>
                    <a:pt x="750" y="8654"/>
                    <a:pt x="777" y="8654"/>
                    <a:pt x="804" y="8654"/>
                  </a:cubicBezTo>
                  <a:cubicBezTo>
                    <a:pt x="1009" y="8636"/>
                    <a:pt x="1223" y="8556"/>
                    <a:pt x="1446" y="8476"/>
                  </a:cubicBezTo>
                  <a:cubicBezTo>
                    <a:pt x="1526" y="8449"/>
                    <a:pt x="1598" y="8422"/>
                    <a:pt x="1669" y="8396"/>
                  </a:cubicBezTo>
                  <a:cubicBezTo>
                    <a:pt x="1696" y="8387"/>
                    <a:pt x="1722" y="8378"/>
                    <a:pt x="1749" y="8369"/>
                  </a:cubicBezTo>
                  <a:cubicBezTo>
                    <a:pt x="1776" y="8360"/>
                    <a:pt x="1794" y="8351"/>
                    <a:pt x="1821" y="8342"/>
                  </a:cubicBezTo>
                  <a:cubicBezTo>
                    <a:pt x="1892" y="8324"/>
                    <a:pt x="1963" y="8306"/>
                    <a:pt x="2026" y="8289"/>
                  </a:cubicBezTo>
                  <a:cubicBezTo>
                    <a:pt x="2151" y="8262"/>
                    <a:pt x="2267" y="8244"/>
                    <a:pt x="2383" y="8253"/>
                  </a:cubicBezTo>
                  <a:cubicBezTo>
                    <a:pt x="2400" y="8262"/>
                    <a:pt x="2418" y="8262"/>
                    <a:pt x="2445" y="8262"/>
                  </a:cubicBezTo>
                  <a:cubicBezTo>
                    <a:pt x="2481" y="8271"/>
                    <a:pt x="2525" y="8280"/>
                    <a:pt x="2561" y="8297"/>
                  </a:cubicBezTo>
                  <a:cubicBezTo>
                    <a:pt x="2864" y="8405"/>
                    <a:pt x="3105" y="8610"/>
                    <a:pt x="3400" y="8717"/>
                  </a:cubicBezTo>
                  <a:cubicBezTo>
                    <a:pt x="3096" y="8342"/>
                    <a:pt x="2722" y="8057"/>
                    <a:pt x="2454" y="7646"/>
                  </a:cubicBezTo>
                  <a:cubicBezTo>
                    <a:pt x="2267" y="7379"/>
                    <a:pt x="2115" y="7075"/>
                    <a:pt x="2026" y="6763"/>
                  </a:cubicBezTo>
                  <a:cubicBezTo>
                    <a:pt x="2017" y="6754"/>
                    <a:pt x="2017" y="6754"/>
                    <a:pt x="2017" y="6745"/>
                  </a:cubicBezTo>
                  <a:cubicBezTo>
                    <a:pt x="1990" y="6647"/>
                    <a:pt x="1963" y="6549"/>
                    <a:pt x="1945" y="6442"/>
                  </a:cubicBezTo>
                  <a:cubicBezTo>
                    <a:pt x="1937" y="6424"/>
                    <a:pt x="1937" y="6397"/>
                    <a:pt x="1928" y="6379"/>
                  </a:cubicBezTo>
                  <a:cubicBezTo>
                    <a:pt x="1776" y="5523"/>
                    <a:pt x="1856" y="4720"/>
                    <a:pt x="1919" y="3873"/>
                  </a:cubicBezTo>
                  <a:cubicBezTo>
                    <a:pt x="1981" y="2954"/>
                    <a:pt x="2070" y="2044"/>
                    <a:pt x="2133" y="1134"/>
                  </a:cubicBezTo>
                  <a:cubicBezTo>
                    <a:pt x="2151" y="911"/>
                    <a:pt x="2204" y="572"/>
                    <a:pt x="2079" y="376"/>
                  </a:cubicBezTo>
                  <a:cubicBezTo>
                    <a:pt x="1847" y="1"/>
                    <a:pt x="1437" y="492"/>
                    <a:pt x="1383" y="759"/>
                  </a:cubicBezTo>
                  <a:cubicBezTo>
                    <a:pt x="1366" y="831"/>
                    <a:pt x="1348" y="911"/>
                    <a:pt x="1339" y="982"/>
                  </a:cubicBezTo>
                  <a:cubicBezTo>
                    <a:pt x="1294" y="1384"/>
                    <a:pt x="1330" y="1785"/>
                    <a:pt x="1303" y="2187"/>
                  </a:cubicBezTo>
                  <a:cubicBezTo>
                    <a:pt x="1214" y="3659"/>
                    <a:pt x="1116" y="5380"/>
                    <a:pt x="456" y="6718"/>
                  </a:cubicBezTo>
                  <a:cubicBezTo>
                    <a:pt x="340" y="6950"/>
                    <a:pt x="197" y="7173"/>
                    <a:pt x="108" y="7414"/>
                  </a:cubicBezTo>
                  <a:cubicBezTo>
                    <a:pt x="108" y="7432"/>
                    <a:pt x="99" y="7441"/>
                    <a:pt x="99" y="7459"/>
                  </a:cubicBezTo>
                  <a:cubicBezTo>
                    <a:pt x="90" y="7468"/>
                    <a:pt x="90" y="7477"/>
                    <a:pt x="81" y="7495"/>
                  </a:cubicBezTo>
                  <a:cubicBezTo>
                    <a:pt x="27" y="7664"/>
                    <a:pt x="1" y="7860"/>
                    <a:pt x="27" y="803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35"/>
            <p:cNvSpPr/>
            <p:nvPr/>
          </p:nvSpPr>
          <p:spPr>
            <a:xfrm>
              <a:off x="4446625" y="2203450"/>
              <a:ext cx="41050" cy="178450"/>
            </a:xfrm>
            <a:custGeom>
              <a:avLst/>
              <a:gdLst/>
              <a:ahLst/>
              <a:cxnLst/>
              <a:rect l="l" t="t" r="r" b="b"/>
              <a:pathLst>
                <a:path w="1642" h="7138" extrusionOk="0">
                  <a:moveTo>
                    <a:pt x="36" y="6388"/>
                  </a:moveTo>
                  <a:cubicBezTo>
                    <a:pt x="0" y="6620"/>
                    <a:pt x="54" y="6790"/>
                    <a:pt x="232" y="6950"/>
                  </a:cubicBezTo>
                  <a:cubicBezTo>
                    <a:pt x="375" y="7075"/>
                    <a:pt x="580" y="7137"/>
                    <a:pt x="767" y="7093"/>
                  </a:cubicBezTo>
                  <a:cubicBezTo>
                    <a:pt x="883" y="7057"/>
                    <a:pt x="990" y="6995"/>
                    <a:pt x="1088" y="6923"/>
                  </a:cubicBezTo>
                  <a:cubicBezTo>
                    <a:pt x="1187" y="6843"/>
                    <a:pt x="1285" y="6745"/>
                    <a:pt x="1356" y="6638"/>
                  </a:cubicBezTo>
                  <a:cubicBezTo>
                    <a:pt x="1472" y="6451"/>
                    <a:pt x="1526" y="6228"/>
                    <a:pt x="1535" y="6005"/>
                  </a:cubicBezTo>
                  <a:cubicBezTo>
                    <a:pt x="1543" y="5799"/>
                    <a:pt x="1535" y="5558"/>
                    <a:pt x="1481" y="5353"/>
                  </a:cubicBezTo>
                  <a:cubicBezTo>
                    <a:pt x="1419" y="5157"/>
                    <a:pt x="1347" y="4970"/>
                    <a:pt x="1303" y="4764"/>
                  </a:cubicBezTo>
                  <a:cubicBezTo>
                    <a:pt x="1231" y="4372"/>
                    <a:pt x="1249" y="3962"/>
                    <a:pt x="1285" y="3560"/>
                  </a:cubicBezTo>
                  <a:cubicBezTo>
                    <a:pt x="1356" y="2641"/>
                    <a:pt x="1463" y="1722"/>
                    <a:pt x="1597" y="804"/>
                  </a:cubicBezTo>
                  <a:cubicBezTo>
                    <a:pt x="1597" y="589"/>
                    <a:pt x="1642" y="295"/>
                    <a:pt x="1517" y="99"/>
                  </a:cubicBezTo>
                  <a:cubicBezTo>
                    <a:pt x="1472" y="45"/>
                    <a:pt x="1401" y="1"/>
                    <a:pt x="1329" y="19"/>
                  </a:cubicBezTo>
                  <a:cubicBezTo>
                    <a:pt x="1276" y="27"/>
                    <a:pt x="1240" y="72"/>
                    <a:pt x="1213" y="117"/>
                  </a:cubicBezTo>
                  <a:cubicBezTo>
                    <a:pt x="1017" y="384"/>
                    <a:pt x="1142" y="821"/>
                    <a:pt x="1124" y="1143"/>
                  </a:cubicBezTo>
                  <a:cubicBezTo>
                    <a:pt x="1035" y="2615"/>
                    <a:pt x="937" y="4336"/>
                    <a:pt x="277" y="5674"/>
                  </a:cubicBezTo>
                  <a:cubicBezTo>
                    <a:pt x="170" y="5880"/>
                    <a:pt x="71" y="6129"/>
                    <a:pt x="36" y="638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35"/>
            <p:cNvSpPr/>
            <p:nvPr/>
          </p:nvSpPr>
          <p:spPr>
            <a:xfrm>
              <a:off x="4490775" y="2338375"/>
              <a:ext cx="1800" cy="7625"/>
            </a:xfrm>
            <a:custGeom>
              <a:avLst/>
              <a:gdLst/>
              <a:ahLst/>
              <a:cxnLst/>
              <a:rect l="l" t="t" r="r" b="b"/>
              <a:pathLst>
                <a:path w="72" h="305" extrusionOk="0">
                  <a:moveTo>
                    <a:pt x="72" y="304"/>
                  </a:moveTo>
                  <a:cubicBezTo>
                    <a:pt x="45" y="206"/>
                    <a:pt x="18" y="108"/>
                    <a:pt x="0" y="1"/>
                  </a:cubicBezTo>
                  <a:cubicBezTo>
                    <a:pt x="18" y="99"/>
                    <a:pt x="45" y="206"/>
                    <a:pt x="72" y="304"/>
                  </a:cubicBez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5"/>
            <p:cNvSpPr/>
            <p:nvPr/>
          </p:nvSpPr>
          <p:spPr>
            <a:xfrm>
              <a:off x="4490325" y="2336825"/>
              <a:ext cx="475" cy="1575"/>
            </a:xfrm>
            <a:custGeom>
              <a:avLst/>
              <a:gdLst/>
              <a:ahLst/>
              <a:cxnLst/>
              <a:rect l="l" t="t" r="r" b="b"/>
              <a:pathLst>
                <a:path w="19" h="63" extrusionOk="0">
                  <a:moveTo>
                    <a:pt x="18" y="63"/>
                  </a:moveTo>
                  <a:cubicBezTo>
                    <a:pt x="18" y="63"/>
                    <a:pt x="18" y="63"/>
                    <a:pt x="18" y="63"/>
                  </a:cubicBezTo>
                  <a:cubicBezTo>
                    <a:pt x="10" y="45"/>
                    <a:pt x="10" y="18"/>
                    <a:pt x="1" y="0"/>
                  </a:cubicBezTo>
                  <a:cubicBezTo>
                    <a:pt x="10" y="18"/>
                    <a:pt x="10" y="36"/>
                    <a:pt x="18" y="63"/>
                  </a:cubicBez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5"/>
            <p:cNvSpPr/>
            <p:nvPr/>
          </p:nvSpPr>
          <p:spPr>
            <a:xfrm>
              <a:off x="4442150" y="2346425"/>
              <a:ext cx="85000" cy="48850"/>
            </a:xfrm>
            <a:custGeom>
              <a:avLst/>
              <a:gdLst/>
              <a:ahLst/>
              <a:cxnLst/>
              <a:rect l="l" t="t" r="r" b="b"/>
              <a:pathLst>
                <a:path w="3400" h="1954" extrusionOk="0">
                  <a:moveTo>
                    <a:pt x="27" y="1276"/>
                  </a:moveTo>
                  <a:cubicBezTo>
                    <a:pt x="27" y="1285"/>
                    <a:pt x="36" y="1303"/>
                    <a:pt x="36" y="1311"/>
                  </a:cubicBezTo>
                  <a:cubicBezTo>
                    <a:pt x="54" y="1401"/>
                    <a:pt x="90" y="1490"/>
                    <a:pt x="135" y="1561"/>
                  </a:cubicBezTo>
                  <a:cubicBezTo>
                    <a:pt x="215" y="1695"/>
                    <a:pt x="313" y="1784"/>
                    <a:pt x="420" y="1838"/>
                  </a:cubicBezTo>
                  <a:cubicBezTo>
                    <a:pt x="429" y="1838"/>
                    <a:pt x="429" y="1838"/>
                    <a:pt x="429" y="1838"/>
                  </a:cubicBezTo>
                  <a:cubicBezTo>
                    <a:pt x="509" y="1865"/>
                    <a:pt x="589" y="1882"/>
                    <a:pt x="670" y="1891"/>
                  </a:cubicBezTo>
                  <a:cubicBezTo>
                    <a:pt x="688" y="1891"/>
                    <a:pt x="705" y="1891"/>
                    <a:pt x="723" y="1891"/>
                  </a:cubicBezTo>
                  <a:lnTo>
                    <a:pt x="750" y="1891"/>
                  </a:lnTo>
                  <a:cubicBezTo>
                    <a:pt x="768" y="1891"/>
                    <a:pt x="786" y="1891"/>
                    <a:pt x="804" y="1891"/>
                  </a:cubicBezTo>
                  <a:cubicBezTo>
                    <a:pt x="1027" y="1873"/>
                    <a:pt x="1241" y="1793"/>
                    <a:pt x="1446" y="1713"/>
                  </a:cubicBezTo>
                  <a:cubicBezTo>
                    <a:pt x="1526" y="1686"/>
                    <a:pt x="1598" y="1659"/>
                    <a:pt x="1669" y="1633"/>
                  </a:cubicBezTo>
                  <a:cubicBezTo>
                    <a:pt x="1696" y="1624"/>
                    <a:pt x="1722" y="1615"/>
                    <a:pt x="1749" y="1606"/>
                  </a:cubicBezTo>
                  <a:cubicBezTo>
                    <a:pt x="1776" y="1597"/>
                    <a:pt x="1794" y="1588"/>
                    <a:pt x="1821" y="1579"/>
                  </a:cubicBezTo>
                  <a:cubicBezTo>
                    <a:pt x="1892" y="1561"/>
                    <a:pt x="1954" y="1543"/>
                    <a:pt x="2026" y="1526"/>
                  </a:cubicBezTo>
                  <a:cubicBezTo>
                    <a:pt x="2142" y="1499"/>
                    <a:pt x="2258" y="1481"/>
                    <a:pt x="2383" y="1490"/>
                  </a:cubicBezTo>
                  <a:cubicBezTo>
                    <a:pt x="2400" y="1490"/>
                    <a:pt x="2418" y="1499"/>
                    <a:pt x="2445" y="1499"/>
                  </a:cubicBezTo>
                  <a:cubicBezTo>
                    <a:pt x="2481" y="1508"/>
                    <a:pt x="2525" y="1517"/>
                    <a:pt x="2561" y="1534"/>
                  </a:cubicBezTo>
                  <a:cubicBezTo>
                    <a:pt x="2864" y="1642"/>
                    <a:pt x="3105" y="1847"/>
                    <a:pt x="3400" y="1954"/>
                  </a:cubicBezTo>
                  <a:cubicBezTo>
                    <a:pt x="3096" y="1579"/>
                    <a:pt x="2722" y="1294"/>
                    <a:pt x="2454" y="883"/>
                  </a:cubicBezTo>
                  <a:cubicBezTo>
                    <a:pt x="2267" y="616"/>
                    <a:pt x="2115" y="312"/>
                    <a:pt x="2026" y="0"/>
                  </a:cubicBezTo>
                  <a:cubicBezTo>
                    <a:pt x="2026" y="18"/>
                    <a:pt x="2035" y="27"/>
                    <a:pt x="2035" y="45"/>
                  </a:cubicBezTo>
                  <a:cubicBezTo>
                    <a:pt x="2106" y="303"/>
                    <a:pt x="2186" y="598"/>
                    <a:pt x="2115" y="856"/>
                  </a:cubicBezTo>
                  <a:cubicBezTo>
                    <a:pt x="2053" y="1097"/>
                    <a:pt x="1937" y="1365"/>
                    <a:pt x="1722" y="1499"/>
                  </a:cubicBezTo>
                  <a:cubicBezTo>
                    <a:pt x="1598" y="1588"/>
                    <a:pt x="1455" y="1633"/>
                    <a:pt x="1312" y="1668"/>
                  </a:cubicBezTo>
                  <a:cubicBezTo>
                    <a:pt x="1152" y="1713"/>
                    <a:pt x="1000" y="1775"/>
                    <a:pt x="830" y="1793"/>
                  </a:cubicBezTo>
                  <a:cubicBezTo>
                    <a:pt x="652" y="1811"/>
                    <a:pt x="474" y="1784"/>
                    <a:pt x="331" y="1677"/>
                  </a:cubicBezTo>
                  <a:cubicBezTo>
                    <a:pt x="117" y="1526"/>
                    <a:pt x="45" y="1311"/>
                    <a:pt x="63" y="1053"/>
                  </a:cubicBezTo>
                  <a:cubicBezTo>
                    <a:pt x="81" y="937"/>
                    <a:pt x="99" y="812"/>
                    <a:pt x="99" y="696"/>
                  </a:cubicBezTo>
                  <a:cubicBezTo>
                    <a:pt x="90" y="705"/>
                    <a:pt x="90" y="714"/>
                    <a:pt x="81" y="732"/>
                  </a:cubicBezTo>
                  <a:cubicBezTo>
                    <a:pt x="27" y="901"/>
                    <a:pt x="1" y="1097"/>
                    <a:pt x="27" y="127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5"/>
            <p:cNvSpPr/>
            <p:nvPr/>
          </p:nvSpPr>
          <p:spPr>
            <a:xfrm>
              <a:off x="4392875" y="2380325"/>
              <a:ext cx="54425" cy="105725"/>
            </a:xfrm>
            <a:custGeom>
              <a:avLst/>
              <a:gdLst/>
              <a:ahLst/>
              <a:cxnLst/>
              <a:rect l="l" t="t" r="r" b="b"/>
              <a:pathLst>
                <a:path w="2177" h="4229" extrusionOk="0">
                  <a:moveTo>
                    <a:pt x="9" y="3051"/>
                  </a:moveTo>
                  <a:cubicBezTo>
                    <a:pt x="9" y="2890"/>
                    <a:pt x="27" y="2739"/>
                    <a:pt x="54" y="2587"/>
                  </a:cubicBezTo>
                  <a:cubicBezTo>
                    <a:pt x="89" y="2302"/>
                    <a:pt x="107" y="2025"/>
                    <a:pt x="223" y="1749"/>
                  </a:cubicBezTo>
                  <a:cubicBezTo>
                    <a:pt x="321" y="1508"/>
                    <a:pt x="464" y="1267"/>
                    <a:pt x="607" y="1053"/>
                  </a:cubicBezTo>
                  <a:cubicBezTo>
                    <a:pt x="830" y="732"/>
                    <a:pt x="1106" y="437"/>
                    <a:pt x="1428" y="205"/>
                  </a:cubicBezTo>
                  <a:cubicBezTo>
                    <a:pt x="1704" y="0"/>
                    <a:pt x="2177" y="339"/>
                    <a:pt x="2106" y="669"/>
                  </a:cubicBezTo>
                  <a:cubicBezTo>
                    <a:pt x="2070" y="830"/>
                    <a:pt x="1883" y="892"/>
                    <a:pt x="1767" y="972"/>
                  </a:cubicBezTo>
                  <a:cubicBezTo>
                    <a:pt x="1401" y="1240"/>
                    <a:pt x="1142" y="1624"/>
                    <a:pt x="910" y="2007"/>
                  </a:cubicBezTo>
                  <a:cubicBezTo>
                    <a:pt x="714" y="2346"/>
                    <a:pt x="553" y="2712"/>
                    <a:pt x="446" y="3087"/>
                  </a:cubicBezTo>
                  <a:cubicBezTo>
                    <a:pt x="357" y="3452"/>
                    <a:pt x="375" y="3854"/>
                    <a:pt x="348" y="4229"/>
                  </a:cubicBezTo>
                  <a:cubicBezTo>
                    <a:pt x="312" y="4229"/>
                    <a:pt x="286" y="4193"/>
                    <a:pt x="268" y="4166"/>
                  </a:cubicBezTo>
                  <a:cubicBezTo>
                    <a:pt x="63" y="3854"/>
                    <a:pt x="0" y="3444"/>
                    <a:pt x="9" y="305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35"/>
            <p:cNvSpPr/>
            <p:nvPr/>
          </p:nvSpPr>
          <p:spPr>
            <a:xfrm>
              <a:off x="4459775" y="2104650"/>
              <a:ext cx="74300" cy="88800"/>
            </a:xfrm>
            <a:custGeom>
              <a:avLst/>
              <a:gdLst/>
              <a:ahLst/>
              <a:cxnLst/>
              <a:rect l="l" t="t" r="r" b="b"/>
              <a:pathLst>
                <a:path w="2972" h="3552" extrusionOk="0">
                  <a:moveTo>
                    <a:pt x="0" y="286"/>
                  </a:moveTo>
                  <a:lnTo>
                    <a:pt x="1125" y="741"/>
                  </a:lnTo>
                  <a:lnTo>
                    <a:pt x="1963" y="3551"/>
                  </a:lnTo>
                  <a:cubicBezTo>
                    <a:pt x="1963" y="3533"/>
                    <a:pt x="1981" y="3507"/>
                    <a:pt x="2017" y="3480"/>
                  </a:cubicBezTo>
                  <a:cubicBezTo>
                    <a:pt x="2088" y="3417"/>
                    <a:pt x="2231" y="3328"/>
                    <a:pt x="2257" y="3310"/>
                  </a:cubicBezTo>
                  <a:cubicBezTo>
                    <a:pt x="2623" y="3016"/>
                    <a:pt x="2971" y="2588"/>
                    <a:pt x="2971" y="2097"/>
                  </a:cubicBezTo>
                  <a:cubicBezTo>
                    <a:pt x="2971" y="1856"/>
                    <a:pt x="2909" y="1580"/>
                    <a:pt x="2828" y="1357"/>
                  </a:cubicBezTo>
                  <a:cubicBezTo>
                    <a:pt x="2784" y="1214"/>
                    <a:pt x="2712" y="1080"/>
                    <a:pt x="2641" y="955"/>
                  </a:cubicBezTo>
                  <a:cubicBezTo>
                    <a:pt x="2516" y="768"/>
                    <a:pt x="2373" y="598"/>
                    <a:pt x="2204" y="447"/>
                  </a:cubicBezTo>
                  <a:cubicBezTo>
                    <a:pt x="1847" y="143"/>
                    <a:pt x="1392" y="1"/>
                    <a:pt x="928" y="54"/>
                  </a:cubicBezTo>
                  <a:cubicBezTo>
                    <a:pt x="928" y="54"/>
                    <a:pt x="928" y="54"/>
                    <a:pt x="919" y="54"/>
                  </a:cubicBezTo>
                  <a:cubicBezTo>
                    <a:pt x="616" y="90"/>
                    <a:pt x="295" y="161"/>
                    <a:pt x="9" y="277"/>
                  </a:cubicBezTo>
                  <a:cubicBezTo>
                    <a:pt x="0" y="277"/>
                    <a:pt x="0" y="286"/>
                    <a:pt x="0" y="286"/>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5"/>
            <p:cNvSpPr/>
            <p:nvPr/>
          </p:nvSpPr>
          <p:spPr>
            <a:xfrm>
              <a:off x="4508175" y="2128525"/>
              <a:ext cx="25900" cy="63125"/>
            </a:xfrm>
            <a:custGeom>
              <a:avLst/>
              <a:gdLst/>
              <a:ahLst/>
              <a:cxnLst/>
              <a:rect l="l" t="t" r="r" b="b"/>
              <a:pathLst>
                <a:path w="1036" h="2525" extrusionOk="0">
                  <a:moveTo>
                    <a:pt x="81" y="2525"/>
                  </a:moveTo>
                  <a:cubicBezTo>
                    <a:pt x="152" y="2462"/>
                    <a:pt x="295" y="2373"/>
                    <a:pt x="321" y="2355"/>
                  </a:cubicBezTo>
                  <a:cubicBezTo>
                    <a:pt x="687" y="2061"/>
                    <a:pt x="1035" y="1633"/>
                    <a:pt x="1035" y="1142"/>
                  </a:cubicBezTo>
                  <a:cubicBezTo>
                    <a:pt x="1035" y="901"/>
                    <a:pt x="973" y="625"/>
                    <a:pt x="892" y="402"/>
                  </a:cubicBezTo>
                  <a:cubicBezTo>
                    <a:pt x="848" y="259"/>
                    <a:pt x="776" y="125"/>
                    <a:pt x="705" y="0"/>
                  </a:cubicBezTo>
                  <a:cubicBezTo>
                    <a:pt x="741" y="125"/>
                    <a:pt x="776" y="250"/>
                    <a:pt x="812" y="366"/>
                  </a:cubicBezTo>
                  <a:cubicBezTo>
                    <a:pt x="857" y="518"/>
                    <a:pt x="910" y="678"/>
                    <a:pt x="875" y="830"/>
                  </a:cubicBezTo>
                  <a:cubicBezTo>
                    <a:pt x="839" y="990"/>
                    <a:pt x="714" y="1124"/>
                    <a:pt x="553" y="1169"/>
                  </a:cubicBezTo>
                  <a:cubicBezTo>
                    <a:pt x="393" y="1222"/>
                    <a:pt x="214" y="1169"/>
                    <a:pt x="98" y="1053"/>
                  </a:cubicBezTo>
                  <a:cubicBezTo>
                    <a:pt x="0" y="1535"/>
                    <a:pt x="107" y="2034"/>
                    <a:pt x="81" y="2525"/>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5"/>
            <p:cNvSpPr/>
            <p:nvPr/>
          </p:nvSpPr>
          <p:spPr>
            <a:xfrm>
              <a:off x="4442600" y="2109775"/>
              <a:ext cx="71850" cy="93475"/>
            </a:xfrm>
            <a:custGeom>
              <a:avLst/>
              <a:gdLst/>
              <a:ahLst/>
              <a:cxnLst/>
              <a:rect l="l" t="t" r="r" b="b"/>
              <a:pathLst>
                <a:path w="2874" h="3739" extrusionOk="0">
                  <a:moveTo>
                    <a:pt x="2873" y="2615"/>
                  </a:moveTo>
                  <a:cubicBezTo>
                    <a:pt x="2873" y="1740"/>
                    <a:pt x="2258" y="679"/>
                    <a:pt x="1499" y="242"/>
                  </a:cubicBezTo>
                  <a:cubicBezTo>
                    <a:pt x="1125" y="28"/>
                    <a:pt x="786" y="1"/>
                    <a:pt x="536" y="144"/>
                  </a:cubicBezTo>
                  <a:lnTo>
                    <a:pt x="536" y="144"/>
                  </a:lnTo>
                  <a:lnTo>
                    <a:pt x="527" y="144"/>
                  </a:lnTo>
                  <a:cubicBezTo>
                    <a:pt x="527" y="144"/>
                    <a:pt x="527" y="144"/>
                    <a:pt x="527" y="144"/>
                  </a:cubicBezTo>
                  <a:lnTo>
                    <a:pt x="1" y="411"/>
                  </a:lnTo>
                  <a:lnTo>
                    <a:pt x="1990" y="3739"/>
                  </a:lnTo>
                  <a:lnTo>
                    <a:pt x="2472" y="3498"/>
                  </a:lnTo>
                  <a:cubicBezTo>
                    <a:pt x="2472" y="3498"/>
                    <a:pt x="2472" y="3498"/>
                    <a:pt x="2472" y="3498"/>
                  </a:cubicBezTo>
                  <a:lnTo>
                    <a:pt x="2481" y="3498"/>
                  </a:lnTo>
                  <a:lnTo>
                    <a:pt x="2481" y="3498"/>
                  </a:lnTo>
                  <a:cubicBezTo>
                    <a:pt x="2721" y="3355"/>
                    <a:pt x="2873" y="3043"/>
                    <a:pt x="2873" y="2615"/>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5"/>
            <p:cNvSpPr/>
            <p:nvPr/>
          </p:nvSpPr>
          <p:spPr>
            <a:xfrm>
              <a:off x="4433900" y="2110900"/>
              <a:ext cx="68725" cy="100825"/>
            </a:xfrm>
            <a:custGeom>
              <a:avLst/>
              <a:gdLst/>
              <a:ahLst/>
              <a:cxnLst/>
              <a:rect l="l" t="t" r="r" b="b"/>
              <a:pathLst>
                <a:path w="2749" h="4033" extrusionOk="0">
                  <a:moveTo>
                    <a:pt x="2748" y="2811"/>
                  </a:moveTo>
                  <a:cubicBezTo>
                    <a:pt x="2748" y="3676"/>
                    <a:pt x="2133" y="4033"/>
                    <a:pt x="1374" y="3596"/>
                  </a:cubicBezTo>
                  <a:cubicBezTo>
                    <a:pt x="616" y="3150"/>
                    <a:pt x="1" y="2088"/>
                    <a:pt x="1" y="1223"/>
                  </a:cubicBezTo>
                  <a:cubicBezTo>
                    <a:pt x="1" y="348"/>
                    <a:pt x="616" y="0"/>
                    <a:pt x="1374" y="438"/>
                  </a:cubicBezTo>
                  <a:cubicBezTo>
                    <a:pt x="2133" y="875"/>
                    <a:pt x="2748" y="1936"/>
                    <a:pt x="2748" y="2811"/>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35"/>
            <p:cNvSpPr/>
            <p:nvPr/>
          </p:nvSpPr>
          <p:spPr>
            <a:xfrm>
              <a:off x="4438575" y="2121825"/>
              <a:ext cx="59150" cy="78750"/>
            </a:xfrm>
            <a:custGeom>
              <a:avLst/>
              <a:gdLst/>
              <a:ahLst/>
              <a:cxnLst/>
              <a:rect l="l" t="t" r="r" b="b"/>
              <a:pathLst>
                <a:path w="2366" h="3150" extrusionOk="0">
                  <a:moveTo>
                    <a:pt x="1803" y="3150"/>
                  </a:moveTo>
                  <a:cubicBezTo>
                    <a:pt x="2160" y="3150"/>
                    <a:pt x="2365" y="2864"/>
                    <a:pt x="2365" y="2374"/>
                  </a:cubicBezTo>
                  <a:cubicBezTo>
                    <a:pt x="2365" y="1562"/>
                    <a:pt x="1794" y="572"/>
                    <a:pt x="1089" y="161"/>
                  </a:cubicBezTo>
                  <a:cubicBezTo>
                    <a:pt x="902" y="54"/>
                    <a:pt x="724" y="1"/>
                    <a:pt x="572" y="1"/>
                  </a:cubicBezTo>
                  <a:cubicBezTo>
                    <a:pt x="215" y="1"/>
                    <a:pt x="1" y="295"/>
                    <a:pt x="1" y="786"/>
                  </a:cubicBezTo>
                  <a:cubicBezTo>
                    <a:pt x="1" y="1589"/>
                    <a:pt x="572" y="2579"/>
                    <a:pt x="1277" y="2989"/>
                  </a:cubicBezTo>
                  <a:cubicBezTo>
                    <a:pt x="1464" y="3096"/>
                    <a:pt x="1642" y="3150"/>
                    <a:pt x="1803" y="3150"/>
                  </a:cubicBez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35"/>
            <p:cNvSpPr/>
            <p:nvPr/>
          </p:nvSpPr>
          <p:spPr>
            <a:xfrm>
              <a:off x="4449075" y="2124725"/>
              <a:ext cx="47525" cy="74075"/>
            </a:xfrm>
            <a:custGeom>
              <a:avLst/>
              <a:gdLst/>
              <a:ahLst/>
              <a:cxnLst/>
              <a:rect l="l" t="t" r="r" b="b"/>
              <a:pathLst>
                <a:path w="1901" h="2963" extrusionOk="0">
                  <a:moveTo>
                    <a:pt x="188" y="9"/>
                  </a:moveTo>
                  <a:cubicBezTo>
                    <a:pt x="277" y="9"/>
                    <a:pt x="393" y="54"/>
                    <a:pt x="446" y="72"/>
                  </a:cubicBezTo>
                  <a:cubicBezTo>
                    <a:pt x="598" y="152"/>
                    <a:pt x="732" y="277"/>
                    <a:pt x="866" y="384"/>
                  </a:cubicBezTo>
                  <a:cubicBezTo>
                    <a:pt x="1089" y="580"/>
                    <a:pt x="1285" y="803"/>
                    <a:pt x="1445" y="1053"/>
                  </a:cubicBezTo>
                  <a:cubicBezTo>
                    <a:pt x="1588" y="1276"/>
                    <a:pt x="1704" y="1535"/>
                    <a:pt x="1776" y="1794"/>
                  </a:cubicBezTo>
                  <a:cubicBezTo>
                    <a:pt x="1838" y="2026"/>
                    <a:pt x="1900" y="2347"/>
                    <a:pt x="1847" y="2588"/>
                  </a:cubicBezTo>
                  <a:cubicBezTo>
                    <a:pt x="1829" y="2677"/>
                    <a:pt x="1704" y="2962"/>
                    <a:pt x="1633" y="2739"/>
                  </a:cubicBezTo>
                  <a:cubicBezTo>
                    <a:pt x="1561" y="2543"/>
                    <a:pt x="1544" y="2347"/>
                    <a:pt x="1490" y="2151"/>
                  </a:cubicBezTo>
                  <a:cubicBezTo>
                    <a:pt x="1419" y="1856"/>
                    <a:pt x="1294" y="1580"/>
                    <a:pt x="1151" y="1321"/>
                  </a:cubicBezTo>
                  <a:cubicBezTo>
                    <a:pt x="1026" y="1089"/>
                    <a:pt x="857" y="848"/>
                    <a:pt x="651" y="687"/>
                  </a:cubicBezTo>
                  <a:cubicBezTo>
                    <a:pt x="536" y="598"/>
                    <a:pt x="446" y="473"/>
                    <a:pt x="312" y="393"/>
                  </a:cubicBezTo>
                  <a:cubicBezTo>
                    <a:pt x="223" y="340"/>
                    <a:pt x="45" y="277"/>
                    <a:pt x="18" y="152"/>
                  </a:cubicBezTo>
                  <a:cubicBezTo>
                    <a:pt x="0" y="36"/>
                    <a:pt x="81" y="1"/>
                    <a:pt x="188" y="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5"/>
            <p:cNvSpPr/>
            <p:nvPr/>
          </p:nvSpPr>
          <p:spPr>
            <a:xfrm>
              <a:off x="4515750" y="2145475"/>
              <a:ext cx="57575" cy="41500"/>
            </a:xfrm>
            <a:custGeom>
              <a:avLst/>
              <a:gdLst/>
              <a:ahLst/>
              <a:cxnLst/>
              <a:rect l="l" t="t" r="r" b="b"/>
              <a:pathLst>
                <a:path w="2303" h="1660" extrusionOk="0">
                  <a:moveTo>
                    <a:pt x="1" y="714"/>
                  </a:moveTo>
                  <a:cubicBezTo>
                    <a:pt x="1" y="830"/>
                    <a:pt x="45" y="919"/>
                    <a:pt x="117" y="955"/>
                  </a:cubicBezTo>
                  <a:cubicBezTo>
                    <a:pt x="117" y="955"/>
                    <a:pt x="117" y="955"/>
                    <a:pt x="117" y="955"/>
                  </a:cubicBezTo>
                  <a:lnTo>
                    <a:pt x="2035" y="1660"/>
                  </a:lnTo>
                  <a:lnTo>
                    <a:pt x="2177" y="1410"/>
                  </a:lnTo>
                  <a:lnTo>
                    <a:pt x="2302" y="1178"/>
                  </a:lnTo>
                  <a:lnTo>
                    <a:pt x="643" y="36"/>
                  </a:lnTo>
                  <a:lnTo>
                    <a:pt x="643" y="36"/>
                  </a:lnTo>
                  <a:cubicBezTo>
                    <a:pt x="581" y="0"/>
                    <a:pt x="482" y="9"/>
                    <a:pt x="375" y="63"/>
                  </a:cubicBezTo>
                  <a:cubicBezTo>
                    <a:pt x="340" y="89"/>
                    <a:pt x="304" y="116"/>
                    <a:pt x="268" y="152"/>
                  </a:cubicBezTo>
                  <a:cubicBezTo>
                    <a:pt x="259" y="152"/>
                    <a:pt x="259" y="161"/>
                    <a:pt x="259" y="161"/>
                  </a:cubicBezTo>
                  <a:cubicBezTo>
                    <a:pt x="108" y="304"/>
                    <a:pt x="1" y="527"/>
                    <a:pt x="1" y="714"/>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5"/>
            <p:cNvSpPr/>
            <p:nvPr/>
          </p:nvSpPr>
          <p:spPr>
            <a:xfrm>
              <a:off x="4515750" y="2149475"/>
              <a:ext cx="54450" cy="37500"/>
            </a:xfrm>
            <a:custGeom>
              <a:avLst/>
              <a:gdLst/>
              <a:ahLst/>
              <a:cxnLst/>
              <a:rect l="l" t="t" r="r" b="b"/>
              <a:pathLst>
                <a:path w="2178" h="1500" extrusionOk="0">
                  <a:moveTo>
                    <a:pt x="1" y="554"/>
                  </a:moveTo>
                  <a:cubicBezTo>
                    <a:pt x="1" y="670"/>
                    <a:pt x="45" y="759"/>
                    <a:pt x="117" y="795"/>
                  </a:cubicBezTo>
                  <a:cubicBezTo>
                    <a:pt x="117" y="795"/>
                    <a:pt x="117" y="795"/>
                    <a:pt x="117" y="795"/>
                  </a:cubicBezTo>
                  <a:lnTo>
                    <a:pt x="2035" y="1500"/>
                  </a:lnTo>
                  <a:lnTo>
                    <a:pt x="2177" y="1250"/>
                  </a:lnTo>
                  <a:cubicBezTo>
                    <a:pt x="2160" y="1241"/>
                    <a:pt x="2151" y="1241"/>
                    <a:pt x="2142" y="1232"/>
                  </a:cubicBezTo>
                  <a:cubicBezTo>
                    <a:pt x="1606" y="982"/>
                    <a:pt x="964" y="955"/>
                    <a:pt x="491" y="616"/>
                  </a:cubicBezTo>
                  <a:cubicBezTo>
                    <a:pt x="384" y="536"/>
                    <a:pt x="286" y="438"/>
                    <a:pt x="233" y="322"/>
                  </a:cubicBezTo>
                  <a:cubicBezTo>
                    <a:pt x="197" y="215"/>
                    <a:pt x="197" y="90"/>
                    <a:pt x="259" y="1"/>
                  </a:cubicBezTo>
                  <a:cubicBezTo>
                    <a:pt x="108" y="144"/>
                    <a:pt x="1" y="367"/>
                    <a:pt x="1" y="55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5"/>
            <p:cNvSpPr/>
            <p:nvPr/>
          </p:nvSpPr>
          <p:spPr>
            <a:xfrm>
              <a:off x="4565050" y="2173800"/>
              <a:ext cx="10050" cy="14525"/>
            </a:xfrm>
            <a:custGeom>
              <a:avLst/>
              <a:gdLst/>
              <a:ahLst/>
              <a:cxnLst/>
              <a:rect l="l" t="t" r="r" b="b"/>
              <a:pathLst>
                <a:path w="402" h="581" extrusionOk="0">
                  <a:moveTo>
                    <a:pt x="0" y="402"/>
                  </a:moveTo>
                  <a:cubicBezTo>
                    <a:pt x="0" y="527"/>
                    <a:pt x="89" y="580"/>
                    <a:pt x="205" y="518"/>
                  </a:cubicBezTo>
                  <a:cubicBezTo>
                    <a:pt x="312" y="455"/>
                    <a:pt x="402" y="304"/>
                    <a:pt x="402" y="170"/>
                  </a:cubicBezTo>
                  <a:cubicBezTo>
                    <a:pt x="402" y="45"/>
                    <a:pt x="312" y="0"/>
                    <a:pt x="205" y="63"/>
                  </a:cubicBezTo>
                  <a:cubicBezTo>
                    <a:pt x="89" y="125"/>
                    <a:pt x="0" y="277"/>
                    <a:pt x="0" y="402"/>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5"/>
            <p:cNvSpPr/>
            <p:nvPr/>
          </p:nvSpPr>
          <p:spPr>
            <a:xfrm>
              <a:off x="4560575" y="2169550"/>
              <a:ext cx="16975" cy="22100"/>
            </a:xfrm>
            <a:custGeom>
              <a:avLst/>
              <a:gdLst/>
              <a:ahLst/>
              <a:cxnLst/>
              <a:rect l="l" t="t" r="r" b="b"/>
              <a:pathLst>
                <a:path w="679" h="884" extrusionOk="0">
                  <a:moveTo>
                    <a:pt x="1" y="616"/>
                  </a:moveTo>
                  <a:cubicBezTo>
                    <a:pt x="1" y="411"/>
                    <a:pt x="144" y="161"/>
                    <a:pt x="322" y="54"/>
                  </a:cubicBezTo>
                  <a:cubicBezTo>
                    <a:pt x="411" y="1"/>
                    <a:pt x="500" y="1"/>
                    <a:pt x="554" y="27"/>
                  </a:cubicBezTo>
                  <a:lnTo>
                    <a:pt x="554" y="27"/>
                  </a:lnTo>
                  <a:lnTo>
                    <a:pt x="554" y="27"/>
                  </a:lnTo>
                  <a:lnTo>
                    <a:pt x="554" y="27"/>
                  </a:lnTo>
                  <a:lnTo>
                    <a:pt x="679" y="99"/>
                  </a:lnTo>
                  <a:lnTo>
                    <a:pt x="206" y="884"/>
                  </a:lnTo>
                  <a:lnTo>
                    <a:pt x="90" y="830"/>
                  </a:lnTo>
                  <a:cubicBezTo>
                    <a:pt x="90" y="830"/>
                    <a:pt x="90" y="830"/>
                    <a:pt x="90" y="830"/>
                  </a:cubicBezTo>
                  <a:lnTo>
                    <a:pt x="90" y="830"/>
                  </a:lnTo>
                  <a:lnTo>
                    <a:pt x="90" y="830"/>
                  </a:lnTo>
                  <a:cubicBezTo>
                    <a:pt x="36" y="795"/>
                    <a:pt x="1" y="723"/>
                    <a:pt x="1" y="616"/>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35"/>
            <p:cNvSpPr/>
            <p:nvPr/>
          </p:nvSpPr>
          <p:spPr>
            <a:xfrm>
              <a:off x="4563250" y="2169775"/>
              <a:ext cx="16525" cy="23900"/>
            </a:xfrm>
            <a:custGeom>
              <a:avLst/>
              <a:gdLst/>
              <a:ahLst/>
              <a:cxnLst/>
              <a:rect l="l" t="t" r="r" b="b"/>
              <a:pathLst>
                <a:path w="661" h="956" extrusionOk="0">
                  <a:moveTo>
                    <a:pt x="1" y="670"/>
                  </a:moveTo>
                  <a:cubicBezTo>
                    <a:pt x="1" y="875"/>
                    <a:pt x="152" y="955"/>
                    <a:pt x="331" y="857"/>
                  </a:cubicBezTo>
                  <a:cubicBezTo>
                    <a:pt x="509" y="750"/>
                    <a:pt x="661" y="500"/>
                    <a:pt x="661" y="286"/>
                  </a:cubicBezTo>
                  <a:cubicBezTo>
                    <a:pt x="661" y="81"/>
                    <a:pt x="509" y="1"/>
                    <a:pt x="331" y="99"/>
                  </a:cubicBezTo>
                  <a:cubicBezTo>
                    <a:pt x="152" y="206"/>
                    <a:pt x="1" y="456"/>
                    <a:pt x="1" y="670"/>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35"/>
            <p:cNvSpPr/>
            <p:nvPr/>
          </p:nvSpPr>
          <p:spPr>
            <a:xfrm>
              <a:off x="4565925" y="2174250"/>
              <a:ext cx="58700" cy="40600"/>
            </a:xfrm>
            <a:custGeom>
              <a:avLst/>
              <a:gdLst/>
              <a:ahLst/>
              <a:cxnLst/>
              <a:rect l="l" t="t" r="r" b="b"/>
              <a:pathLst>
                <a:path w="2348" h="1624" extrusionOk="0">
                  <a:moveTo>
                    <a:pt x="1" y="482"/>
                  </a:moveTo>
                  <a:cubicBezTo>
                    <a:pt x="1" y="321"/>
                    <a:pt x="117" y="125"/>
                    <a:pt x="260" y="45"/>
                  </a:cubicBezTo>
                  <a:cubicBezTo>
                    <a:pt x="331" y="9"/>
                    <a:pt x="393" y="0"/>
                    <a:pt x="438" y="27"/>
                  </a:cubicBezTo>
                  <a:lnTo>
                    <a:pt x="438" y="27"/>
                  </a:lnTo>
                  <a:lnTo>
                    <a:pt x="438" y="27"/>
                  </a:lnTo>
                  <a:lnTo>
                    <a:pt x="438" y="27"/>
                  </a:lnTo>
                  <a:lnTo>
                    <a:pt x="2347" y="1008"/>
                  </a:lnTo>
                  <a:lnTo>
                    <a:pt x="1981" y="1624"/>
                  </a:lnTo>
                  <a:lnTo>
                    <a:pt x="81" y="651"/>
                  </a:lnTo>
                  <a:cubicBezTo>
                    <a:pt x="81" y="651"/>
                    <a:pt x="81" y="651"/>
                    <a:pt x="81" y="651"/>
                  </a:cubicBezTo>
                  <a:lnTo>
                    <a:pt x="81" y="651"/>
                  </a:lnTo>
                  <a:lnTo>
                    <a:pt x="81" y="651"/>
                  </a:lnTo>
                  <a:cubicBezTo>
                    <a:pt x="28" y="625"/>
                    <a:pt x="1" y="562"/>
                    <a:pt x="1" y="482"/>
                  </a:cubicBez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35"/>
            <p:cNvSpPr/>
            <p:nvPr/>
          </p:nvSpPr>
          <p:spPr>
            <a:xfrm>
              <a:off x="4613650" y="2197875"/>
              <a:ext cx="12750" cy="18550"/>
            </a:xfrm>
            <a:custGeom>
              <a:avLst/>
              <a:gdLst/>
              <a:ahLst/>
              <a:cxnLst/>
              <a:rect l="l" t="t" r="r" b="b"/>
              <a:pathLst>
                <a:path w="510" h="742" extrusionOk="0">
                  <a:moveTo>
                    <a:pt x="1" y="518"/>
                  </a:moveTo>
                  <a:cubicBezTo>
                    <a:pt x="1" y="679"/>
                    <a:pt x="108" y="741"/>
                    <a:pt x="251" y="661"/>
                  </a:cubicBezTo>
                  <a:cubicBezTo>
                    <a:pt x="394" y="581"/>
                    <a:pt x="509" y="384"/>
                    <a:pt x="509" y="224"/>
                  </a:cubicBezTo>
                  <a:cubicBezTo>
                    <a:pt x="509" y="63"/>
                    <a:pt x="394" y="1"/>
                    <a:pt x="251" y="81"/>
                  </a:cubicBezTo>
                  <a:cubicBezTo>
                    <a:pt x="108" y="161"/>
                    <a:pt x="1" y="357"/>
                    <a:pt x="1" y="518"/>
                  </a:cubicBez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35"/>
            <p:cNvSpPr/>
            <p:nvPr/>
          </p:nvSpPr>
          <p:spPr>
            <a:xfrm>
              <a:off x="4624600" y="2131200"/>
              <a:ext cx="121125" cy="72500"/>
            </a:xfrm>
            <a:custGeom>
              <a:avLst/>
              <a:gdLst/>
              <a:ahLst/>
              <a:cxnLst/>
              <a:rect l="l" t="t" r="r" b="b"/>
              <a:pathLst>
                <a:path w="4845" h="2900" extrusionOk="0">
                  <a:moveTo>
                    <a:pt x="821" y="1267"/>
                  </a:moveTo>
                  <a:cubicBezTo>
                    <a:pt x="999" y="1124"/>
                    <a:pt x="1178" y="999"/>
                    <a:pt x="1303" y="901"/>
                  </a:cubicBezTo>
                  <a:cubicBezTo>
                    <a:pt x="2043" y="268"/>
                    <a:pt x="2801" y="0"/>
                    <a:pt x="3774" y="152"/>
                  </a:cubicBezTo>
                  <a:cubicBezTo>
                    <a:pt x="4086" y="197"/>
                    <a:pt x="4434" y="295"/>
                    <a:pt x="4594" y="571"/>
                  </a:cubicBezTo>
                  <a:cubicBezTo>
                    <a:pt x="4844" y="973"/>
                    <a:pt x="4612" y="1356"/>
                    <a:pt x="4309" y="1642"/>
                  </a:cubicBezTo>
                  <a:cubicBezTo>
                    <a:pt x="3925" y="1999"/>
                    <a:pt x="3435" y="2248"/>
                    <a:pt x="2971" y="2489"/>
                  </a:cubicBezTo>
                  <a:cubicBezTo>
                    <a:pt x="2587" y="2686"/>
                    <a:pt x="2114" y="2784"/>
                    <a:pt x="1686" y="2810"/>
                  </a:cubicBezTo>
                  <a:cubicBezTo>
                    <a:pt x="1276" y="2846"/>
                    <a:pt x="473" y="2900"/>
                    <a:pt x="241" y="2454"/>
                  </a:cubicBezTo>
                  <a:cubicBezTo>
                    <a:pt x="0" y="2008"/>
                    <a:pt x="419" y="1588"/>
                    <a:pt x="821" y="1267"/>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3" name="Google Shape;883;p35"/>
          <p:cNvSpPr/>
          <p:nvPr/>
        </p:nvSpPr>
        <p:spPr>
          <a:xfrm>
            <a:off x="676275" y="166875"/>
            <a:ext cx="6010200" cy="2524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35"/>
          <p:cNvSpPr/>
          <p:nvPr/>
        </p:nvSpPr>
        <p:spPr>
          <a:xfrm rot="5400000">
            <a:off x="5340375" y="1272075"/>
            <a:ext cx="1714500" cy="31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35"/>
          <p:cNvSpPr txBox="1">
            <a:spLocks noGrp="1"/>
          </p:cNvSpPr>
          <p:nvPr>
            <p:ph type="ctrTitle"/>
          </p:nvPr>
        </p:nvSpPr>
        <p:spPr>
          <a:xfrm>
            <a:off x="1034350" y="372825"/>
            <a:ext cx="4837800" cy="1714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5400" dirty="0"/>
              <a:t>SMART PARKING DECK</a:t>
            </a:r>
            <a:endParaRPr sz="5400" dirty="0"/>
          </a:p>
        </p:txBody>
      </p:sp>
      <p:grpSp>
        <p:nvGrpSpPr>
          <p:cNvPr id="887" name="Google Shape;887;p35"/>
          <p:cNvGrpSpPr/>
          <p:nvPr/>
        </p:nvGrpSpPr>
        <p:grpSpPr>
          <a:xfrm>
            <a:off x="611825" y="2428876"/>
            <a:ext cx="1275078" cy="3409949"/>
            <a:chOff x="611825" y="2428876"/>
            <a:chExt cx="1275078" cy="3409949"/>
          </a:xfrm>
        </p:grpSpPr>
        <p:sp>
          <p:nvSpPr>
            <p:cNvPr id="888" name="Google Shape;888;p35"/>
            <p:cNvSpPr/>
            <p:nvPr/>
          </p:nvSpPr>
          <p:spPr>
            <a:xfrm>
              <a:off x="1119200" y="4856374"/>
              <a:ext cx="233674" cy="982450"/>
            </a:xfrm>
            <a:custGeom>
              <a:avLst/>
              <a:gdLst/>
              <a:ahLst/>
              <a:cxnLst/>
              <a:rect l="l" t="t" r="r" b="b"/>
              <a:pathLst>
                <a:path w="1331" h="24124" extrusionOk="0">
                  <a:moveTo>
                    <a:pt x="1" y="23704"/>
                  </a:moveTo>
                  <a:lnTo>
                    <a:pt x="1" y="23704"/>
                  </a:lnTo>
                  <a:lnTo>
                    <a:pt x="1" y="1"/>
                  </a:lnTo>
                  <a:lnTo>
                    <a:pt x="1330" y="1"/>
                  </a:lnTo>
                  <a:lnTo>
                    <a:pt x="1330" y="23704"/>
                  </a:lnTo>
                  <a:lnTo>
                    <a:pt x="1330" y="23704"/>
                  </a:lnTo>
                  <a:cubicBezTo>
                    <a:pt x="1330" y="23802"/>
                    <a:pt x="1268" y="23891"/>
                    <a:pt x="1134" y="23972"/>
                  </a:cubicBezTo>
                  <a:cubicBezTo>
                    <a:pt x="875" y="24123"/>
                    <a:pt x="456" y="24123"/>
                    <a:pt x="197" y="23972"/>
                  </a:cubicBezTo>
                  <a:cubicBezTo>
                    <a:pt x="63" y="23900"/>
                    <a:pt x="1" y="23802"/>
                    <a:pt x="1" y="23704"/>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35"/>
            <p:cNvSpPr/>
            <p:nvPr/>
          </p:nvSpPr>
          <p:spPr>
            <a:xfrm>
              <a:off x="1116216" y="4757708"/>
              <a:ext cx="241216" cy="180298"/>
            </a:xfrm>
            <a:custGeom>
              <a:avLst/>
              <a:gdLst/>
              <a:ahLst/>
              <a:cxnLst/>
              <a:rect l="l" t="t" r="r" b="b"/>
              <a:pathLst>
                <a:path w="1374" h="1027" extrusionOk="0">
                  <a:moveTo>
                    <a:pt x="0" y="509"/>
                  </a:moveTo>
                  <a:cubicBezTo>
                    <a:pt x="116" y="1027"/>
                    <a:pt x="1249" y="1018"/>
                    <a:pt x="1374" y="509"/>
                  </a:cubicBezTo>
                  <a:cubicBezTo>
                    <a:pt x="1258" y="1"/>
                    <a:pt x="116" y="1"/>
                    <a:pt x="0" y="509"/>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35"/>
            <p:cNvSpPr/>
            <p:nvPr/>
          </p:nvSpPr>
          <p:spPr>
            <a:xfrm>
              <a:off x="741741" y="2510337"/>
              <a:ext cx="1145162" cy="2775389"/>
            </a:xfrm>
            <a:custGeom>
              <a:avLst/>
              <a:gdLst/>
              <a:ahLst/>
              <a:cxnLst/>
              <a:rect l="l" t="t" r="r" b="b"/>
              <a:pathLst>
                <a:path w="6523" h="15809" extrusionOk="0">
                  <a:moveTo>
                    <a:pt x="6522" y="0"/>
                  </a:moveTo>
                  <a:lnTo>
                    <a:pt x="6522" y="12053"/>
                  </a:lnTo>
                  <a:lnTo>
                    <a:pt x="1" y="15808"/>
                  </a:lnTo>
                  <a:lnTo>
                    <a:pt x="1" y="3756"/>
                  </a:ln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35"/>
            <p:cNvSpPr/>
            <p:nvPr/>
          </p:nvSpPr>
          <p:spPr>
            <a:xfrm>
              <a:off x="611825" y="3088287"/>
              <a:ext cx="130088" cy="2197453"/>
            </a:xfrm>
            <a:custGeom>
              <a:avLst/>
              <a:gdLst/>
              <a:ahLst/>
              <a:cxnLst/>
              <a:rect l="l" t="t" r="r" b="b"/>
              <a:pathLst>
                <a:path w="741" h="12517" extrusionOk="0">
                  <a:moveTo>
                    <a:pt x="1" y="0"/>
                  </a:moveTo>
                  <a:lnTo>
                    <a:pt x="1" y="12070"/>
                  </a:lnTo>
                  <a:lnTo>
                    <a:pt x="741" y="12516"/>
                  </a:lnTo>
                  <a:lnTo>
                    <a:pt x="741" y="4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35"/>
            <p:cNvSpPr/>
            <p:nvPr/>
          </p:nvSpPr>
          <p:spPr>
            <a:xfrm>
              <a:off x="611825" y="2428876"/>
              <a:ext cx="1275074" cy="741028"/>
            </a:xfrm>
            <a:custGeom>
              <a:avLst/>
              <a:gdLst/>
              <a:ahLst/>
              <a:cxnLst/>
              <a:rect l="l" t="t" r="r" b="b"/>
              <a:pathLst>
                <a:path w="7263" h="4221" extrusionOk="0">
                  <a:moveTo>
                    <a:pt x="741" y="4220"/>
                  </a:moveTo>
                  <a:lnTo>
                    <a:pt x="7262" y="464"/>
                  </a:lnTo>
                  <a:lnTo>
                    <a:pt x="6406" y="0"/>
                  </a:lnTo>
                  <a:lnTo>
                    <a:pt x="1" y="3756"/>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5"/>
            <p:cNvSpPr/>
            <p:nvPr/>
          </p:nvSpPr>
          <p:spPr>
            <a:xfrm>
              <a:off x="841988" y="2754719"/>
              <a:ext cx="944675" cy="1937453"/>
            </a:xfrm>
            <a:custGeom>
              <a:avLst/>
              <a:gdLst/>
              <a:ahLst/>
              <a:cxnLst/>
              <a:rect l="l" t="t" r="r" b="b"/>
              <a:pathLst>
                <a:path w="5381" h="11036" extrusionOk="0">
                  <a:moveTo>
                    <a:pt x="5380" y="0"/>
                  </a:moveTo>
                  <a:lnTo>
                    <a:pt x="5380" y="7949"/>
                  </a:lnTo>
                  <a:lnTo>
                    <a:pt x="1" y="11035"/>
                  </a:lnTo>
                  <a:lnTo>
                    <a:pt x="1" y="3087"/>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35"/>
            <p:cNvSpPr/>
            <p:nvPr/>
          </p:nvSpPr>
          <p:spPr>
            <a:xfrm>
              <a:off x="1094271" y="3039657"/>
              <a:ext cx="526321" cy="1343893"/>
            </a:xfrm>
            <a:custGeom>
              <a:avLst/>
              <a:gdLst/>
              <a:ahLst/>
              <a:cxnLst/>
              <a:rect l="l" t="t" r="r" b="b"/>
              <a:pathLst>
                <a:path w="2998" h="7655" extrusionOk="0">
                  <a:moveTo>
                    <a:pt x="1499" y="3034"/>
                  </a:moveTo>
                  <a:lnTo>
                    <a:pt x="839" y="3417"/>
                  </a:lnTo>
                  <a:lnTo>
                    <a:pt x="839" y="1740"/>
                  </a:lnTo>
                  <a:lnTo>
                    <a:pt x="1499" y="1366"/>
                  </a:lnTo>
                  <a:cubicBezTo>
                    <a:pt x="1900" y="1134"/>
                    <a:pt x="2230" y="1321"/>
                    <a:pt x="2230" y="1776"/>
                  </a:cubicBezTo>
                  <a:cubicBezTo>
                    <a:pt x="2230" y="2240"/>
                    <a:pt x="1900" y="2811"/>
                    <a:pt x="1499" y="3034"/>
                  </a:cubicBezTo>
                  <a:close/>
                  <a:moveTo>
                    <a:pt x="1499" y="482"/>
                  </a:moveTo>
                  <a:lnTo>
                    <a:pt x="839" y="857"/>
                  </a:lnTo>
                  <a:lnTo>
                    <a:pt x="0" y="1348"/>
                  </a:lnTo>
                  <a:lnTo>
                    <a:pt x="0" y="1348"/>
                  </a:lnTo>
                  <a:lnTo>
                    <a:pt x="0" y="4791"/>
                  </a:lnTo>
                  <a:lnTo>
                    <a:pt x="0" y="7655"/>
                  </a:lnTo>
                  <a:lnTo>
                    <a:pt x="839" y="7164"/>
                  </a:lnTo>
                  <a:lnTo>
                    <a:pt x="839" y="4301"/>
                  </a:lnTo>
                  <a:lnTo>
                    <a:pt x="1499" y="3917"/>
                  </a:lnTo>
                  <a:cubicBezTo>
                    <a:pt x="1918" y="3685"/>
                    <a:pt x="2293" y="3275"/>
                    <a:pt x="2561" y="2811"/>
                  </a:cubicBezTo>
                  <a:cubicBezTo>
                    <a:pt x="2828" y="2338"/>
                    <a:pt x="2998" y="1812"/>
                    <a:pt x="2998" y="1330"/>
                  </a:cubicBezTo>
                  <a:cubicBezTo>
                    <a:pt x="2998" y="384"/>
                    <a:pt x="2329" y="1"/>
                    <a:pt x="1499" y="48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050B7132-68F1-2227-6CE8-54991B66DDF5}"/>
                  </a:ext>
                </a:extLst>
              </p14:cNvPr>
              <p14:cNvContentPartPr/>
              <p14:nvPr/>
            </p14:nvContentPartPr>
            <p14:xfrm>
              <a:off x="9563194" y="515493"/>
              <a:ext cx="360" cy="360"/>
            </p14:xfrm>
          </p:contentPart>
        </mc:Choice>
        <mc:Fallback xmlns="">
          <p:pic>
            <p:nvPicPr>
              <p:cNvPr id="7" name="Ink 6">
                <a:extLst>
                  <a:ext uri="{FF2B5EF4-FFF2-40B4-BE49-F238E27FC236}">
                    <a16:creationId xmlns:a16="http://schemas.microsoft.com/office/drawing/2014/main" id="{050B7132-68F1-2227-6CE8-54991B66DDF5}"/>
                  </a:ext>
                </a:extLst>
              </p:cNvPr>
              <p:cNvPicPr/>
              <p:nvPr/>
            </p:nvPicPr>
            <p:blipFill>
              <a:blip r:embed="rId4"/>
              <a:stretch>
                <a:fillRect/>
              </a:stretch>
            </p:blipFill>
            <p:spPr>
              <a:xfrm>
                <a:off x="9509194" y="407853"/>
                <a:ext cx="108000" cy="216000"/>
              </a:xfrm>
              <a:prstGeom prst="rect">
                <a:avLst/>
              </a:prstGeom>
            </p:spPr>
          </p:pic>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98">
          <a:extLst>
            <a:ext uri="{FF2B5EF4-FFF2-40B4-BE49-F238E27FC236}">
              <a16:creationId xmlns:a16="http://schemas.microsoft.com/office/drawing/2014/main" id="{AD3DB4D3-7011-2A8B-2289-EAD01BFBB52E}"/>
            </a:ext>
          </a:extLst>
        </p:cNvPr>
        <p:cNvGrpSpPr/>
        <p:nvPr/>
      </p:nvGrpSpPr>
      <p:grpSpPr>
        <a:xfrm>
          <a:off x="0" y="0"/>
          <a:ext cx="0" cy="0"/>
          <a:chOff x="0" y="0"/>
          <a:chExt cx="0" cy="0"/>
        </a:xfrm>
      </p:grpSpPr>
      <p:sp>
        <p:nvSpPr>
          <p:cNvPr id="899" name="Google Shape;899;p36">
            <a:extLst>
              <a:ext uri="{FF2B5EF4-FFF2-40B4-BE49-F238E27FC236}">
                <a16:creationId xmlns:a16="http://schemas.microsoft.com/office/drawing/2014/main" id="{F2832BAC-0537-72F3-51A8-BB897898EEF7}"/>
              </a:ext>
            </a:extLst>
          </p:cNvPr>
          <p:cNvSpPr txBox="1">
            <a:spLocks noGrp="1"/>
          </p:cNvSpPr>
          <p:nvPr>
            <p:ph type="ctrTitle"/>
          </p:nvPr>
        </p:nvSpPr>
        <p:spPr>
          <a:xfrm>
            <a:off x="713250" y="470050"/>
            <a:ext cx="7717500" cy="63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INTRODUCTION</a:t>
            </a:r>
            <a:endParaRPr dirty="0"/>
          </a:p>
        </p:txBody>
      </p:sp>
      <p:sp>
        <p:nvSpPr>
          <p:cNvPr id="904" name="Google Shape;904;p36">
            <a:extLst>
              <a:ext uri="{FF2B5EF4-FFF2-40B4-BE49-F238E27FC236}">
                <a16:creationId xmlns:a16="http://schemas.microsoft.com/office/drawing/2014/main" id="{0CEAB452-9BAD-C74F-9FA0-8C5D666F86AF}"/>
              </a:ext>
            </a:extLst>
          </p:cNvPr>
          <p:cNvSpPr/>
          <p:nvPr/>
        </p:nvSpPr>
        <p:spPr>
          <a:xfrm rot="5400000">
            <a:off x="7962591" y="745450"/>
            <a:ext cx="457800" cy="840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6">
            <a:extLst>
              <a:ext uri="{FF2B5EF4-FFF2-40B4-BE49-F238E27FC236}">
                <a16:creationId xmlns:a16="http://schemas.microsoft.com/office/drawing/2014/main" id="{BE8FA335-1399-6352-0260-39FD376C2C0A}"/>
              </a:ext>
            </a:extLst>
          </p:cNvPr>
          <p:cNvSpPr/>
          <p:nvPr/>
        </p:nvSpPr>
        <p:spPr>
          <a:xfrm rot="-5400000" flipH="1">
            <a:off x="723591" y="745450"/>
            <a:ext cx="457800" cy="840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Rectangle 3">
            <a:extLst>
              <a:ext uri="{FF2B5EF4-FFF2-40B4-BE49-F238E27FC236}">
                <a16:creationId xmlns:a16="http://schemas.microsoft.com/office/drawing/2014/main" id="{6FC62EA6-2D62-9B7F-21EE-F8AAD701F6D3}"/>
              </a:ext>
            </a:extLst>
          </p:cNvPr>
          <p:cNvSpPr/>
          <p:nvPr/>
        </p:nvSpPr>
        <p:spPr>
          <a:xfrm>
            <a:off x="711708" y="1448409"/>
            <a:ext cx="7719042" cy="331378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dirty="0">
                <a:latin typeface="Times New Roman" panose="02020603050405020304" pitchFamily="18" charset="0"/>
                <a:cs typeface="Times New Roman" panose="02020603050405020304" pitchFamily="18" charset="0"/>
              </a:rPr>
              <a:t>With the rapid increase in urban population and vehicle ownership, finding an efficient and convenient parking space has become a major challenge. Traditional parking systems often result in traffic congestion, fuel wastage, and frustration among drivers. To address these issues, Smart Car Parking Systems have emerged as an innovative solution, integrating advanced technologies such as the Internet of Things (IoT), sensors, cloud computing, and mobile applications.</a:t>
            </a:r>
          </a:p>
          <a:p>
            <a:pPr algn="just"/>
            <a:r>
              <a:rPr lang="en-US" dirty="0">
                <a:latin typeface="Times New Roman" panose="02020603050405020304" pitchFamily="18" charset="0"/>
                <a:cs typeface="Times New Roman" panose="02020603050405020304" pitchFamily="18" charset="0"/>
              </a:rPr>
              <a:t>A Smart Car Parking System automates the process of locating and reserving parking spaces, reducing human intervention and optimizing space utilization. Sensors placed in parking lots detect vehicle presence, providing real-time data to users via mobile apps or digital displays. These systems also support cashless payments, enhancing convenience and efficiency.</a:t>
            </a:r>
          </a:p>
          <a:p>
            <a:pPr algn="just"/>
            <a:r>
              <a:rPr lang="en-US" dirty="0">
                <a:latin typeface="Times New Roman" panose="02020603050405020304" pitchFamily="18" charset="0"/>
                <a:cs typeface="Times New Roman" panose="02020603050405020304" pitchFamily="18" charset="0"/>
              </a:rPr>
              <a:t>The implementation of smart parking solutions benefits both users and city authorities. It minimizes search time, decreases fuel consumption, and reduces carbon emissions. Moreover, it helps urban planners optimize land use and improve traffic flow. This report explores the working mechanism, advantages, challenges, and future scope of Smart Car Parking Systems in modern urban settings</a:t>
            </a:r>
            <a:r>
              <a:rPr lang="en-US" dirty="0"/>
              <a:t>.</a:t>
            </a:r>
            <a:endParaRPr lang="en-IN" dirty="0"/>
          </a:p>
        </p:txBody>
      </p:sp>
      <p:grpSp>
        <p:nvGrpSpPr>
          <p:cNvPr id="5" name="Google Shape;1268;p43">
            <a:extLst>
              <a:ext uri="{FF2B5EF4-FFF2-40B4-BE49-F238E27FC236}">
                <a16:creationId xmlns:a16="http://schemas.microsoft.com/office/drawing/2014/main" id="{E010AB9D-8A03-F3EE-940A-F08E45742F63}"/>
              </a:ext>
            </a:extLst>
          </p:cNvPr>
          <p:cNvGrpSpPr/>
          <p:nvPr/>
        </p:nvGrpSpPr>
        <p:grpSpPr>
          <a:xfrm>
            <a:off x="0" y="216847"/>
            <a:ext cx="1041993" cy="1141205"/>
            <a:chOff x="2914650" y="3945525"/>
            <a:chExt cx="693737" cy="759791"/>
          </a:xfrm>
        </p:grpSpPr>
        <p:sp>
          <p:nvSpPr>
            <p:cNvPr id="6" name="Google Shape;1269;p43">
              <a:extLst>
                <a:ext uri="{FF2B5EF4-FFF2-40B4-BE49-F238E27FC236}">
                  <a16:creationId xmlns:a16="http://schemas.microsoft.com/office/drawing/2014/main" id="{19D5E29F-9188-C4FF-AF59-65D55000D8F4}"/>
                </a:ext>
              </a:extLst>
            </p:cNvPr>
            <p:cNvSpPr/>
            <p:nvPr/>
          </p:nvSpPr>
          <p:spPr>
            <a:xfrm>
              <a:off x="2914650" y="4283291"/>
              <a:ext cx="693737" cy="422024"/>
            </a:xfrm>
            <a:custGeom>
              <a:avLst/>
              <a:gdLst/>
              <a:ahLst/>
              <a:cxnLst/>
              <a:rect l="l" t="t" r="r" b="b"/>
              <a:pathLst>
                <a:path w="13962" h="8494" extrusionOk="0">
                  <a:moveTo>
                    <a:pt x="13605" y="3622"/>
                  </a:moveTo>
                  <a:lnTo>
                    <a:pt x="7699" y="259"/>
                  </a:lnTo>
                  <a:cubicBezTo>
                    <a:pt x="7253" y="0"/>
                    <a:pt x="6745" y="0"/>
                    <a:pt x="6299" y="259"/>
                  </a:cubicBezTo>
                  <a:lnTo>
                    <a:pt x="357" y="3631"/>
                  </a:lnTo>
                  <a:cubicBezTo>
                    <a:pt x="134" y="3756"/>
                    <a:pt x="0" y="3979"/>
                    <a:pt x="0" y="4247"/>
                  </a:cubicBezTo>
                  <a:cubicBezTo>
                    <a:pt x="0" y="4506"/>
                    <a:pt x="134" y="4729"/>
                    <a:pt x="357" y="4862"/>
                  </a:cubicBezTo>
                  <a:lnTo>
                    <a:pt x="6281" y="8234"/>
                  </a:lnTo>
                  <a:cubicBezTo>
                    <a:pt x="6727" y="8493"/>
                    <a:pt x="7235" y="8493"/>
                    <a:pt x="7681" y="8234"/>
                  </a:cubicBezTo>
                  <a:lnTo>
                    <a:pt x="13605" y="4853"/>
                  </a:lnTo>
                  <a:cubicBezTo>
                    <a:pt x="13828" y="4729"/>
                    <a:pt x="13962" y="4506"/>
                    <a:pt x="13962" y="4238"/>
                  </a:cubicBezTo>
                  <a:cubicBezTo>
                    <a:pt x="13962" y="3979"/>
                    <a:pt x="13828" y="3756"/>
                    <a:pt x="13605" y="362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270;p43">
              <a:extLst>
                <a:ext uri="{FF2B5EF4-FFF2-40B4-BE49-F238E27FC236}">
                  <a16:creationId xmlns:a16="http://schemas.microsoft.com/office/drawing/2014/main" id="{620E5D23-22A8-A215-4C55-94D80E8C73D3}"/>
                </a:ext>
              </a:extLst>
            </p:cNvPr>
            <p:cNvSpPr/>
            <p:nvPr/>
          </p:nvSpPr>
          <p:spPr>
            <a:xfrm>
              <a:off x="2935469" y="4279763"/>
              <a:ext cx="652099" cy="396288"/>
            </a:xfrm>
            <a:custGeom>
              <a:avLst/>
              <a:gdLst/>
              <a:ahLst/>
              <a:cxnLst/>
              <a:rect l="l" t="t" r="r" b="b"/>
              <a:pathLst>
                <a:path w="13124" h="7976" extrusionOk="0">
                  <a:moveTo>
                    <a:pt x="12784" y="3408"/>
                  </a:moveTo>
                  <a:lnTo>
                    <a:pt x="7236" y="241"/>
                  </a:lnTo>
                  <a:cubicBezTo>
                    <a:pt x="6816" y="0"/>
                    <a:pt x="6335" y="0"/>
                    <a:pt x="5915" y="241"/>
                  </a:cubicBezTo>
                  <a:lnTo>
                    <a:pt x="340" y="3408"/>
                  </a:lnTo>
                  <a:cubicBezTo>
                    <a:pt x="126" y="3533"/>
                    <a:pt x="1" y="3738"/>
                    <a:pt x="1" y="3988"/>
                  </a:cubicBezTo>
                  <a:cubicBezTo>
                    <a:pt x="1" y="4238"/>
                    <a:pt x="126" y="4443"/>
                    <a:pt x="340" y="4568"/>
                  </a:cubicBezTo>
                  <a:lnTo>
                    <a:pt x="5897" y="7735"/>
                  </a:lnTo>
                  <a:cubicBezTo>
                    <a:pt x="6317" y="7975"/>
                    <a:pt x="6798" y="7975"/>
                    <a:pt x="7218" y="7735"/>
                  </a:cubicBezTo>
                  <a:lnTo>
                    <a:pt x="12784" y="4559"/>
                  </a:lnTo>
                  <a:cubicBezTo>
                    <a:pt x="12999" y="4443"/>
                    <a:pt x="13123" y="4229"/>
                    <a:pt x="13123" y="3988"/>
                  </a:cubicBezTo>
                  <a:cubicBezTo>
                    <a:pt x="13123" y="3738"/>
                    <a:pt x="12999" y="3524"/>
                    <a:pt x="12784" y="340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271;p43">
              <a:extLst>
                <a:ext uri="{FF2B5EF4-FFF2-40B4-BE49-F238E27FC236}">
                  <a16:creationId xmlns:a16="http://schemas.microsoft.com/office/drawing/2014/main" id="{B79C341B-C686-F939-5BF0-E468FFD0FAD1}"/>
                </a:ext>
              </a:extLst>
            </p:cNvPr>
            <p:cNvSpPr/>
            <p:nvPr/>
          </p:nvSpPr>
          <p:spPr>
            <a:xfrm>
              <a:off x="2935469" y="4262026"/>
              <a:ext cx="652099" cy="396288"/>
            </a:xfrm>
            <a:custGeom>
              <a:avLst/>
              <a:gdLst/>
              <a:ahLst/>
              <a:cxnLst/>
              <a:rect l="l" t="t" r="r" b="b"/>
              <a:pathLst>
                <a:path w="13124" h="7976" extrusionOk="0">
                  <a:moveTo>
                    <a:pt x="12784" y="3408"/>
                  </a:moveTo>
                  <a:lnTo>
                    <a:pt x="7236" y="241"/>
                  </a:lnTo>
                  <a:cubicBezTo>
                    <a:pt x="6816" y="0"/>
                    <a:pt x="6335" y="0"/>
                    <a:pt x="5915" y="241"/>
                  </a:cubicBezTo>
                  <a:lnTo>
                    <a:pt x="340" y="3408"/>
                  </a:lnTo>
                  <a:cubicBezTo>
                    <a:pt x="126" y="3533"/>
                    <a:pt x="1" y="3738"/>
                    <a:pt x="1" y="3988"/>
                  </a:cubicBezTo>
                  <a:cubicBezTo>
                    <a:pt x="1" y="4238"/>
                    <a:pt x="126" y="4443"/>
                    <a:pt x="340" y="4568"/>
                  </a:cubicBezTo>
                  <a:lnTo>
                    <a:pt x="5897" y="7735"/>
                  </a:lnTo>
                  <a:cubicBezTo>
                    <a:pt x="6317" y="7976"/>
                    <a:pt x="6798" y="7976"/>
                    <a:pt x="7218" y="7735"/>
                  </a:cubicBezTo>
                  <a:lnTo>
                    <a:pt x="12784" y="4559"/>
                  </a:lnTo>
                  <a:cubicBezTo>
                    <a:pt x="12999" y="4443"/>
                    <a:pt x="13123" y="4229"/>
                    <a:pt x="13123" y="3988"/>
                  </a:cubicBezTo>
                  <a:cubicBezTo>
                    <a:pt x="13123" y="3738"/>
                    <a:pt x="12999" y="3524"/>
                    <a:pt x="12784" y="340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272;p43">
              <a:extLst>
                <a:ext uri="{FF2B5EF4-FFF2-40B4-BE49-F238E27FC236}">
                  <a16:creationId xmlns:a16="http://schemas.microsoft.com/office/drawing/2014/main" id="{CCB72687-B13B-64C3-84BB-352D35045064}"/>
                </a:ext>
              </a:extLst>
            </p:cNvPr>
            <p:cNvSpPr/>
            <p:nvPr/>
          </p:nvSpPr>
          <p:spPr>
            <a:xfrm>
              <a:off x="2943021" y="4266000"/>
              <a:ext cx="636994" cy="379444"/>
            </a:xfrm>
            <a:custGeom>
              <a:avLst/>
              <a:gdLst/>
              <a:ahLst/>
              <a:cxnLst/>
              <a:rect l="l" t="t" r="r" b="b"/>
              <a:pathLst>
                <a:path w="12820" h="7637" extrusionOk="0">
                  <a:moveTo>
                    <a:pt x="12490" y="3328"/>
                  </a:moveTo>
                  <a:lnTo>
                    <a:pt x="7066" y="232"/>
                  </a:lnTo>
                  <a:cubicBezTo>
                    <a:pt x="6655" y="0"/>
                    <a:pt x="6191" y="0"/>
                    <a:pt x="5781" y="232"/>
                  </a:cubicBezTo>
                  <a:lnTo>
                    <a:pt x="330" y="3328"/>
                  </a:lnTo>
                  <a:cubicBezTo>
                    <a:pt x="125" y="3453"/>
                    <a:pt x="0" y="3658"/>
                    <a:pt x="0" y="3899"/>
                  </a:cubicBezTo>
                  <a:cubicBezTo>
                    <a:pt x="0" y="4140"/>
                    <a:pt x="125" y="4345"/>
                    <a:pt x="330" y="4461"/>
                  </a:cubicBezTo>
                  <a:cubicBezTo>
                    <a:pt x="5603" y="7467"/>
                    <a:pt x="6905" y="7637"/>
                    <a:pt x="12490" y="4461"/>
                  </a:cubicBezTo>
                  <a:cubicBezTo>
                    <a:pt x="12704" y="4336"/>
                    <a:pt x="12820" y="4131"/>
                    <a:pt x="12820" y="3890"/>
                  </a:cubicBezTo>
                  <a:cubicBezTo>
                    <a:pt x="12820" y="3649"/>
                    <a:pt x="12704" y="3444"/>
                    <a:pt x="12490" y="332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273;p43">
              <a:extLst>
                <a:ext uri="{FF2B5EF4-FFF2-40B4-BE49-F238E27FC236}">
                  <a16:creationId xmlns:a16="http://schemas.microsoft.com/office/drawing/2014/main" id="{94CD8308-6A18-2A31-B953-026E3D7BAF9E}"/>
                </a:ext>
              </a:extLst>
            </p:cNvPr>
            <p:cNvSpPr/>
            <p:nvPr/>
          </p:nvSpPr>
          <p:spPr>
            <a:xfrm>
              <a:off x="3034345" y="3945525"/>
              <a:ext cx="455237" cy="617485"/>
            </a:xfrm>
            <a:custGeom>
              <a:avLst/>
              <a:gdLst/>
              <a:ahLst/>
              <a:cxnLst/>
              <a:rect l="l" t="t" r="r" b="b"/>
              <a:pathLst>
                <a:path w="9162" h="12428" extrusionOk="0">
                  <a:moveTo>
                    <a:pt x="143" y="9403"/>
                  </a:moveTo>
                  <a:cubicBezTo>
                    <a:pt x="107" y="9475"/>
                    <a:pt x="80" y="9564"/>
                    <a:pt x="54" y="9644"/>
                  </a:cubicBezTo>
                  <a:lnTo>
                    <a:pt x="0" y="9778"/>
                  </a:lnTo>
                  <a:lnTo>
                    <a:pt x="27" y="9778"/>
                  </a:lnTo>
                  <a:cubicBezTo>
                    <a:pt x="9" y="9849"/>
                    <a:pt x="0" y="9921"/>
                    <a:pt x="0" y="10001"/>
                  </a:cubicBezTo>
                  <a:cubicBezTo>
                    <a:pt x="0" y="11339"/>
                    <a:pt x="2052" y="12428"/>
                    <a:pt x="4585" y="12428"/>
                  </a:cubicBezTo>
                  <a:cubicBezTo>
                    <a:pt x="7110" y="12428"/>
                    <a:pt x="9162" y="11339"/>
                    <a:pt x="9162" y="10001"/>
                  </a:cubicBezTo>
                  <a:cubicBezTo>
                    <a:pt x="9162" y="9921"/>
                    <a:pt x="9153" y="9849"/>
                    <a:pt x="9135" y="9778"/>
                  </a:cubicBezTo>
                  <a:lnTo>
                    <a:pt x="9162" y="9778"/>
                  </a:lnTo>
                  <a:lnTo>
                    <a:pt x="9108" y="9644"/>
                  </a:lnTo>
                  <a:cubicBezTo>
                    <a:pt x="9082" y="9564"/>
                    <a:pt x="9055" y="9484"/>
                    <a:pt x="9019" y="9403"/>
                  </a:cubicBezTo>
                  <a:lnTo>
                    <a:pt x="5808" y="911"/>
                  </a:lnTo>
                  <a:cubicBezTo>
                    <a:pt x="5594" y="349"/>
                    <a:pt x="5130" y="1"/>
                    <a:pt x="4585" y="1"/>
                  </a:cubicBezTo>
                  <a:cubicBezTo>
                    <a:pt x="4032" y="1"/>
                    <a:pt x="3568" y="349"/>
                    <a:pt x="3354" y="91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274;p43">
              <a:extLst>
                <a:ext uri="{FF2B5EF4-FFF2-40B4-BE49-F238E27FC236}">
                  <a16:creationId xmlns:a16="http://schemas.microsoft.com/office/drawing/2014/main" id="{36C46E5B-DA60-34CA-367E-C860297A55B4}"/>
                </a:ext>
              </a:extLst>
            </p:cNvPr>
            <p:cNvSpPr/>
            <p:nvPr/>
          </p:nvSpPr>
          <p:spPr>
            <a:xfrm>
              <a:off x="3021800" y="4370350"/>
              <a:ext cx="491409" cy="195053"/>
            </a:xfrm>
            <a:custGeom>
              <a:avLst/>
              <a:gdLst/>
              <a:ahLst/>
              <a:cxnLst/>
              <a:rect l="l" t="t" r="r" b="b"/>
              <a:pathLst>
                <a:path w="9635" h="3926" extrusionOk="0">
                  <a:moveTo>
                    <a:pt x="607" y="0"/>
                  </a:moveTo>
                  <a:cubicBezTo>
                    <a:pt x="446" y="429"/>
                    <a:pt x="286" y="848"/>
                    <a:pt x="125" y="1276"/>
                  </a:cubicBezTo>
                  <a:cubicBezTo>
                    <a:pt x="0" y="3033"/>
                    <a:pt x="2650" y="3926"/>
                    <a:pt x="4710" y="3926"/>
                  </a:cubicBezTo>
                  <a:cubicBezTo>
                    <a:pt x="5933" y="3926"/>
                    <a:pt x="9635" y="3355"/>
                    <a:pt x="9260" y="1276"/>
                  </a:cubicBezTo>
                  <a:cubicBezTo>
                    <a:pt x="9287" y="1276"/>
                    <a:pt x="8850" y="125"/>
                    <a:pt x="8805" y="0"/>
                  </a:cubicBezTo>
                  <a:cubicBezTo>
                    <a:pt x="8234" y="1026"/>
                    <a:pt x="6566" y="1660"/>
                    <a:pt x="4710" y="1660"/>
                  </a:cubicBezTo>
                  <a:cubicBezTo>
                    <a:pt x="2846" y="1660"/>
                    <a:pt x="1169" y="999"/>
                    <a:pt x="607" y="0"/>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75;p43">
              <a:extLst>
                <a:ext uri="{FF2B5EF4-FFF2-40B4-BE49-F238E27FC236}">
                  <a16:creationId xmlns:a16="http://schemas.microsoft.com/office/drawing/2014/main" id="{A3FB7B44-CC7F-F604-872F-3C6CC9B017AE}"/>
                </a:ext>
              </a:extLst>
            </p:cNvPr>
            <p:cNvSpPr/>
            <p:nvPr/>
          </p:nvSpPr>
          <p:spPr>
            <a:xfrm>
              <a:off x="3099037" y="4164045"/>
              <a:ext cx="324956" cy="179562"/>
            </a:xfrm>
            <a:custGeom>
              <a:avLst/>
              <a:gdLst/>
              <a:ahLst/>
              <a:cxnLst/>
              <a:rect l="l" t="t" r="r" b="b"/>
              <a:pathLst>
                <a:path w="6540" h="3614" extrusionOk="0">
                  <a:moveTo>
                    <a:pt x="0" y="1937"/>
                  </a:moveTo>
                  <a:cubicBezTo>
                    <a:pt x="295" y="2998"/>
                    <a:pt x="1624" y="3614"/>
                    <a:pt x="3283" y="3614"/>
                  </a:cubicBezTo>
                  <a:cubicBezTo>
                    <a:pt x="4934" y="3614"/>
                    <a:pt x="6388" y="2945"/>
                    <a:pt x="6540" y="1892"/>
                  </a:cubicBezTo>
                  <a:lnTo>
                    <a:pt x="5826" y="1"/>
                  </a:lnTo>
                  <a:cubicBezTo>
                    <a:pt x="5648" y="679"/>
                    <a:pt x="4639" y="1348"/>
                    <a:pt x="3283" y="1348"/>
                  </a:cubicBezTo>
                  <a:cubicBezTo>
                    <a:pt x="1919" y="1348"/>
                    <a:pt x="964" y="821"/>
                    <a:pt x="714" y="45"/>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276;p43">
              <a:extLst>
                <a:ext uri="{FF2B5EF4-FFF2-40B4-BE49-F238E27FC236}">
                  <a16:creationId xmlns:a16="http://schemas.microsoft.com/office/drawing/2014/main" id="{78542645-D687-ACA9-60BE-55BE782F3FC9}"/>
                </a:ext>
              </a:extLst>
            </p:cNvPr>
            <p:cNvSpPr/>
            <p:nvPr/>
          </p:nvSpPr>
          <p:spPr>
            <a:xfrm>
              <a:off x="3169940" y="3945525"/>
              <a:ext cx="184042" cy="169823"/>
            </a:xfrm>
            <a:custGeom>
              <a:avLst/>
              <a:gdLst/>
              <a:ahLst/>
              <a:cxnLst/>
              <a:rect l="l" t="t" r="r" b="b"/>
              <a:pathLst>
                <a:path w="3704" h="3418" extrusionOk="0">
                  <a:moveTo>
                    <a:pt x="1" y="2561"/>
                  </a:moveTo>
                  <a:cubicBezTo>
                    <a:pt x="197" y="3132"/>
                    <a:pt x="1107" y="3417"/>
                    <a:pt x="1856" y="3417"/>
                  </a:cubicBezTo>
                  <a:cubicBezTo>
                    <a:pt x="2597" y="3417"/>
                    <a:pt x="3551" y="3096"/>
                    <a:pt x="3703" y="2561"/>
                  </a:cubicBezTo>
                  <a:lnTo>
                    <a:pt x="3079" y="911"/>
                  </a:lnTo>
                  <a:cubicBezTo>
                    <a:pt x="2865" y="349"/>
                    <a:pt x="2401" y="1"/>
                    <a:pt x="1856" y="1"/>
                  </a:cubicBezTo>
                  <a:cubicBezTo>
                    <a:pt x="1303" y="1"/>
                    <a:pt x="839" y="349"/>
                    <a:pt x="625" y="91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152423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afterEffect">
                                  <p:stCondLst>
                                    <p:cond delay="0"/>
                                  </p:stCondLst>
                                  <p:childTnLst>
                                    <p:animMotion origin="layout" path="M -4.44444E-6 3.58025E-6 L 0.00105 0.75617 " pathEditMode="relative" rAng="0" ptsTypes="AA">
                                      <p:cBhvr>
                                        <p:cTn id="6" dur="2000" fill="hold"/>
                                        <p:tgtEl>
                                          <p:spTgt spid="5"/>
                                        </p:tgtEl>
                                        <p:attrNameLst>
                                          <p:attrName>ppt_x</p:attrName>
                                          <p:attrName>ppt_y</p:attrName>
                                        </p:attrNameLst>
                                      </p:cBhvr>
                                      <p:rCtr x="52" y="3780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98">
          <a:extLst>
            <a:ext uri="{FF2B5EF4-FFF2-40B4-BE49-F238E27FC236}">
              <a16:creationId xmlns:a16="http://schemas.microsoft.com/office/drawing/2014/main" id="{86CC3DBD-CA5D-B0DD-356B-61D513DF3FC0}"/>
            </a:ext>
          </a:extLst>
        </p:cNvPr>
        <p:cNvGrpSpPr/>
        <p:nvPr/>
      </p:nvGrpSpPr>
      <p:grpSpPr>
        <a:xfrm>
          <a:off x="0" y="0"/>
          <a:ext cx="0" cy="0"/>
          <a:chOff x="0" y="0"/>
          <a:chExt cx="0" cy="0"/>
        </a:xfrm>
      </p:grpSpPr>
      <p:sp>
        <p:nvSpPr>
          <p:cNvPr id="899" name="Google Shape;899;p36">
            <a:extLst>
              <a:ext uri="{FF2B5EF4-FFF2-40B4-BE49-F238E27FC236}">
                <a16:creationId xmlns:a16="http://schemas.microsoft.com/office/drawing/2014/main" id="{85A8F5B7-65DA-322D-D54A-90E677060EB8}"/>
              </a:ext>
            </a:extLst>
          </p:cNvPr>
          <p:cNvSpPr txBox="1">
            <a:spLocks noGrp="1"/>
          </p:cNvSpPr>
          <p:nvPr>
            <p:ph type="ctrTitle"/>
          </p:nvPr>
        </p:nvSpPr>
        <p:spPr>
          <a:xfrm>
            <a:off x="713250" y="470050"/>
            <a:ext cx="7717500" cy="63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LITERATURE SURVEY</a:t>
            </a:r>
            <a:endParaRPr dirty="0"/>
          </a:p>
        </p:txBody>
      </p:sp>
      <p:sp>
        <p:nvSpPr>
          <p:cNvPr id="904" name="Google Shape;904;p36">
            <a:extLst>
              <a:ext uri="{FF2B5EF4-FFF2-40B4-BE49-F238E27FC236}">
                <a16:creationId xmlns:a16="http://schemas.microsoft.com/office/drawing/2014/main" id="{F0248DB7-46FB-67BA-A0B3-E6D1848052E7}"/>
              </a:ext>
            </a:extLst>
          </p:cNvPr>
          <p:cNvSpPr/>
          <p:nvPr/>
        </p:nvSpPr>
        <p:spPr>
          <a:xfrm rot="5400000">
            <a:off x="7962591" y="745450"/>
            <a:ext cx="457800" cy="840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6">
            <a:extLst>
              <a:ext uri="{FF2B5EF4-FFF2-40B4-BE49-F238E27FC236}">
                <a16:creationId xmlns:a16="http://schemas.microsoft.com/office/drawing/2014/main" id="{4A6FE56E-DA52-6E2C-39FF-8BB6BADBEBCA}"/>
              </a:ext>
            </a:extLst>
          </p:cNvPr>
          <p:cNvSpPr/>
          <p:nvPr/>
        </p:nvSpPr>
        <p:spPr>
          <a:xfrm rot="-5400000" flipH="1">
            <a:off x="723591" y="745450"/>
            <a:ext cx="457800" cy="840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Rectangle 3">
            <a:extLst>
              <a:ext uri="{FF2B5EF4-FFF2-40B4-BE49-F238E27FC236}">
                <a16:creationId xmlns:a16="http://schemas.microsoft.com/office/drawing/2014/main" id="{2D72E71B-C1E9-74A1-640B-95A73D630BE4}"/>
              </a:ext>
            </a:extLst>
          </p:cNvPr>
          <p:cNvSpPr/>
          <p:nvPr/>
        </p:nvSpPr>
        <p:spPr>
          <a:xfrm>
            <a:off x="713250" y="1272845"/>
            <a:ext cx="7717500" cy="348935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dirty="0">
                <a:latin typeface="Times New Roman" panose="02020603050405020304" pitchFamily="18" charset="0"/>
                <a:cs typeface="Times New Roman" panose="02020603050405020304" pitchFamily="18" charset="0"/>
              </a:rPr>
              <a:t>Shastri, A., and Singh, R. [1] propose a smart parking solution based on wireless sensor networks (WSN) deployed in multi-level parking lots. This system capitalizes on ZigBee protocol for sensor data communication to maintain low power consumption. Sensors placed at each parking slot detect the presence of vehicles and relay real-time status to a central coordinator. The system also supports historical data analysis to predict peak parking times and optimize management. Limitation: Their system is less suitable for outdoor parking lots where signal interference and environmental factors may affect wireless communication quality.</a:t>
            </a:r>
          </a:p>
          <a:p>
            <a:pPr algn="just"/>
            <a:r>
              <a:rPr lang="en-US" dirty="0">
                <a:latin typeface="Times New Roman" panose="02020603050405020304" pitchFamily="18" charset="0"/>
                <a:cs typeface="Times New Roman" panose="02020603050405020304" pitchFamily="18" charset="0"/>
              </a:rPr>
              <a:t>Wang, C. et al. [2] investigate an IoT-enabled smart parking system that incorporates vision-based sensing technologies complemented by ultrasonic sensors. The system uses cameras strategically positioned to capture parking occupancy while ultrasonic sensors provide supplementary data for confirmation. These inputs are processed via edge computing units to reduce data transmission latency. The system aims for a high detection accuracy and real-time response. Limitation: Camera-based solutions raise privacy issues and require substantial processing power and bandwidth</a:t>
            </a:r>
            <a:r>
              <a:rPr lang="en-US" dirty="0"/>
              <a:t>.</a:t>
            </a:r>
            <a:endParaRPr lang="en-IN" dirty="0"/>
          </a:p>
        </p:txBody>
      </p:sp>
      <p:grpSp>
        <p:nvGrpSpPr>
          <p:cNvPr id="2" name="Google Shape;1268;p43">
            <a:extLst>
              <a:ext uri="{FF2B5EF4-FFF2-40B4-BE49-F238E27FC236}">
                <a16:creationId xmlns:a16="http://schemas.microsoft.com/office/drawing/2014/main" id="{6617F788-3107-C00D-6057-4482D7847DA8}"/>
              </a:ext>
            </a:extLst>
          </p:cNvPr>
          <p:cNvGrpSpPr/>
          <p:nvPr/>
        </p:nvGrpSpPr>
        <p:grpSpPr>
          <a:xfrm>
            <a:off x="-396183" y="4135524"/>
            <a:ext cx="1041993" cy="1141205"/>
            <a:chOff x="2914650" y="3945525"/>
            <a:chExt cx="693737" cy="759791"/>
          </a:xfrm>
        </p:grpSpPr>
        <p:sp>
          <p:nvSpPr>
            <p:cNvPr id="3" name="Google Shape;1269;p43">
              <a:extLst>
                <a:ext uri="{FF2B5EF4-FFF2-40B4-BE49-F238E27FC236}">
                  <a16:creationId xmlns:a16="http://schemas.microsoft.com/office/drawing/2014/main" id="{CB1118A8-BC6F-F0A7-E162-A20E5B8ED2D2}"/>
                </a:ext>
              </a:extLst>
            </p:cNvPr>
            <p:cNvSpPr/>
            <p:nvPr/>
          </p:nvSpPr>
          <p:spPr>
            <a:xfrm>
              <a:off x="2914650" y="4283291"/>
              <a:ext cx="693737" cy="422024"/>
            </a:xfrm>
            <a:custGeom>
              <a:avLst/>
              <a:gdLst/>
              <a:ahLst/>
              <a:cxnLst/>
              <a:rect l="l" t="t" r="r" b="b"/>
              <a:pathLst>
                <a:path w="13962" h="8494" extrusionOk="0">
                  <a:moveTo>
                    <a:pt x="13605" y="3622"/>
                  </a:moveTo>
                  <a:lnTo>
                    <a:pt x="7699" y="259"/>
                  </a:lnTo>
                  <a:cubicBezTo>
                    <a:pt x="7253" y="0"/>
                    <a:pt x="6745" y="0"/>
                    <a:pt x="6299" y="259"/>
                  </a:cubicBezTo>
                  <a:lnTo>
                    <a:pt x="357" y="3631"/>
                  </a:lnTo>
                  <a:cubicBezTo>
                    <a:pt x="134" y="3756"/>
                    <a:pt x="0" y="3979"/>
                    <a:pt x="0" y="4247"/>
                  </a:cubicBezTo>
                  <a:cubicBezTo>
                    <a:pt x="0" y="4506"/>
                    <a:pt x="134" y="4729"/>
                    <a:pt x="357" y="4862"/>
                  </a:cubicBezTo>
                  <a:lnTo>
                    <a:pt x="6281" y="8234"/>
                  </a:lnTo>
                  <a:cubicBezTo>
                    <a:pt x="6727" y="8493"/>
                    <a:pt x="7235" y="8493"/>
                    <a:pt x="7681" y="8234"/>
                  </a:cubicBezTo>
                  <a:lnTo>
                    <a:pt x="13605" y="4853"/>
                  </a:lnTo>
                  <a:cubicBezTo>
                    <a:pt x="13828" y="4729"/>
                    <a:pt x="13962" y="4506"/>
                    <a:pt x="13962" y="4238"/>
                  </a:cubicBezTo>
                  <a:cubicBezTo>
                    <a:pt x="13962" y="3979"/>
                    <a:pt x="13828" y="3756"/>
                    <a:pt x="13605" y="362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270;p43">
              <a:extLst>
                <a:ext uri="{FF2B5EF4-FFF2-40B4-BE49-F238E27FC236}">
                  <a16:creationId xmlns:a16="http://schemas.microsoft.com/office/drawing/2014/main" id="{A75F1CF9-B6D5-2518-0B9C-1087C808365B}"/>
                </a:ext>
              </a:extLst>
            </p:cNvPr>
            <p:cNvSpPr/>
            <p:nvPr/>
          </p:nvSpPr>
          <p:spPr>
            <a:xfrm>
              <a:off x="2935469" y="4279763"/>
              <a:ext cx="652099" cy="396288"/>
            </a:xfrm>
            <a:custGeom>
              <a:avLst/>
              <a:gdLst/>
              <a:ahLst/>
              <a:cxnLst/>
              <a:rect l="l" t="t" r="r" b="b"/>
              <a:pathLst>
                <a:path w="13124" h="7976" extrusionOk="0">
                  <a:moveTo>
                    <a:pt x="12784" y="3408"/>
                  </a:moveTo>
                  <a:lnTo>
                    <a:pt x="7236" y="241"/>
                  </a:lnTo>
                  <a:cubicBezTo>
                    <a:pt x="6816" y="0"/>
                    <a:pt x="6335" y="0"/>
                    <a:pt x="5915" y="241"/>
                  </a:cubicBezTo>
                  <a:lnTo>
                    <a:pt x="340" y="3408"/>
                  </a:lnTo>
                  <a:cubicBezTo>
                    <a:pt x="126" y="3533"/>
                    <a:pt x="1" y="3738"/>
                    <a:pt x="1" y="3988"/>
                  </a:cubicBezTo>
                  <a:cubicBezTo>
                    <a:pt x="1" y="4238"/>
                    <a:pt x="126" y="4443"/>
                    <a:pt x="340" y="4568"/>
                  </a:cubicBezTo>
                  <a:lnTo>
                    <a:pt x="5897" y="7735"/>
                  </a:lnTo>
                  <a:cubicBezTo>
                    <a:pt x="6317" y="7975"/>
                    <a:pt x="6798" y="7975"/>
                    <a:pt x="7218" y="7735"/>
                  </a:cubicBezTo>
                  <a:lnTo>
                    <a:pt x="12784" y="4559"/>
                  </a:lnTo>
                  <a:cubicBezTo>
                    <a:pt x="12999" y="4443"/>
                    <a:pt x="13123" y="4229"/>
                    <a:pt x="13123" y="3988"/>
                  </a:cubicBezTo>
                  <a:cubicBezTo>
                    <a:pt x="13123" y="3738"/>
                    <a:pt x="12999" y="3524"/>
                    <a:pt x="12784" y="340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271;p43">
              <a:extLst>
                <a:ext uri="{FF2B5EF4-FFF2-40B4-BE49-F238E27FC236}">
                  <a16:creationId xmlns:a16="http://schemas.microsoft.com/office/drawing/2014/main" id="{55588F75-F962-6CCD-5450-2DF58BE6A6C9}"/>
                </a:ext>
              </a:extLst>
            </p:cNvPr>
            <p:cNvSpPr/>
            <p:nvPr/>
          </p:nvSpPr>
          <p:spPr>
            <a:xfrm>
              <a:off x="2935469" y="4262026"/>
              <a:ext cx="652099" cy="396288"/>
            </a:xfrm>
            <a:custGeom>
              <a:avLst/>
              <a:gdLst/>
              <a:ahLst/>
              <a:cxnLst/>
              <a:rect l="l" t="t" r="r" b="b"/>
              <a:pathLst>
                <a:path w="13124" h="7976" extrusionOk="0">
                  <a:moveTo>
                    <a:pt x="12784" y="3408"/>
                  </a:moveTo>
                  <a:lnTo>
                    <a:pt x="7236" y="241"/>
                  </a:lnTo>
                  <a:cubicBezTo>
                    <a:pt x="6816" y="0"/>
                    <a:pt x="6335" y="0"/>
                    <a:pt x="5915" y="241"/>
                  </a:cubicBezTo>
                  <a:lnTo>
                    <a:pt x="340" y="3408"/>
                  </a:lnTo>
                  <a:cubicBezTo>
                    <a:pt x="126" y="3533"/>
                    <a:pt x="1" y="3738"/>
                    <a:pt x="1" y="3988"/>
                  </a:cubicBezTo>
                  <a:cubicBezTo>
                    <a:pt x="1" y="4238"/>
                    <a:pt x="126" y="4443"/>
                    <a:pt x="340" y="4568"/>
                  </a:cubicBezTo>
                  <a:lnTo>
                    <a:pt x="5897" y="7735"/>
                  </a:lnTo>
                  <a:cubicBezTo>
                    <a:pt x="6317" y="7976"/>
                    <a:pt x="6798" y="7976"/>
                    <a:pt x="7218" y="7735"/>
                  </a:cubicBezTo>
                  <a:lnTo>
                    <a:pt x="12784" y="4559"/>
                  </a:lnTo>
                  <a:cubicBezTo>
                    <a:pt x="12999" y="4443"/>
                    <a:pt x="13123" y="4229"/>
                    <a:pt x="13123" y="3988"/>
                  </a:cubicBezTo>
                  <a:cubicBezTo>
                    <a:pt x="13123" y="3738"/>
                    <a:pt x="12999" y="3524"/>
                    <a:pt x="12784" y="340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272;p43">
              <a:extLst>
                <a:ext uri="{FF2B5EF4-FFF2-40B4-BE49-F238E27FC236}">
                  <a16:creationId xmlns:a16="http://schemas.microsoft.com/office/drawing/2014/main" id="{19399A9B-DE9A-A62F-409F-E2C9A4FA8F55}"/>
                </a:ext>
              </a:extLst>
            </p:cNvPr>
            <p:cNvSpPr/>
            <p:nvPr/>
          </p:nvSpPr>
          <p:spPr>
            <a:xfrm>
              <a:off x="2943021" y="4266000"/>
              <a:ext cx="636994" cy="379444"/>
            </a:xfrm>
            <a:custGeom>
              <a:avLst/>
              <a:gdLst/>
              <a:ahLst/>
              <a:cxnLst/>
              <a:rect l="l" t="t" r="r" b="b"/>
              <a:pathLst>
                <a:path w="12820" h="7637" extrusionOk="0">
                  <a:moveTo>
                    <a:pt x="12490" y="3328"/>
                  </a:moveTo>
                  <a:lnTo>
                    <a:pt x="7066" y="232"/>
                  </a:lnTo>
                  <a:cubicBezTo>
                    <a:pt x="6655" y="0"/>
                    <a:pt x="6191" y="0"/>
                    <a:pt x="5781" y="232"/>
                  </a:cubicBezTo>
                  <a:lnTo>
                    <a:pt x="330" y="3328"/>
                  </a:lnTo>
                  <a:cubicBezTo>
                    <a:pt x="125" y="3453"/>
                    <a:pt x="0" y="3658"/>
                    <a:pt x="0" y="3899"/>
                  </a:cubicBezTo>
                  <a:cubicBezTo>
                    <a:pt x="0" y="4140"/>
                    <a:pt x="125" y="4345"/>
                    <a:pt x="330" y="4461"/>
                  </a:cubicBezTo>
                  <a:cubicBezTo>
                    <a:pt x="5603" y="7467"/>
                    <a:pt x="6905" y="7637"/>
                    <a:pt x="12490" y="4461"/>
                  </a:cubicBezTo>
                  <a:cubicBezTo>
                    <a:pt x="12704" y="4336"/>
                    <a:pt x="12820" y="4131"/>
                    <a:pt x="12820" y="3890"/>
                  </a:cubicBezTo>
                  <a:cubicBezTo>
                    <a:pt x="12820" y="3649"/>
                    <a:pt x="12704" y="3444"/>
                    <a:pt x="12490" y="332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273;p43">
              <a:extLst>
                <a:ext uri="{FF2B5EF4-FFF2-40B4-BE49-F238E27FC236}">
                  <a16:creationId xmlns:a16="http://schemas.microsoft.com/office/drawing/2014/main" id="{D24FBC65-89C5-A5F9-595E-682BD51AA148}"/>
                </a:ext>
              </a:extLst>
            </p:cNvPr>
            <p:cNvSpPr/>
            <p:nvPr/>
          </p:nvSpPr>
          <p:spPr>
            <a:xfrm>
              <a:off x="3034345" y="3945525"/>
              <a:ext cx="455237" cy="617485"/>
            </a:xfrm>
            <a:custGeom>
              <a:avLst/>
              <a:gdLst/>
              <a:ahLst/>
              <a:cxnLst/>
              <a:rect l="l" t="t" r="r" b="b"/>
              <a:pathLst>
                <a:path w="9162" h="12428" extrusionOk="0">
                  <a:moveTo>
                    <a:pt x="143" y="9403"/>
                  </a:moveTo>
                  <a:cubicBezTo>
                    <a:pt x="107" y="9475"/>
                    <a:pt x="80" y="9564"/>
                    <a:pt x="54" y="9644"/>
                  </a:cubicBezTo>
                  <a:lnTo>
                    <a:pt x="0" y="9778"/>
                  </a:lnTo>
                  <a:lnTo>
                    <a:pt x="27" y="9778"/>
                  </a:lnTo>
                  <a:cubicBezTo>
                    <a:pt x="9" y="9849"/>
                    <a:pt x="0" y="9921"/>
                    <a:pt x="0" y="10001"/>
                  </a:cubicBezTo>
                  <a:cubicBezTo>
                    <a:pt x="0" y="11339"/>
                    <a:pt x="2052" y="12428"/>
                    <a:pt x="4585" y="12428"/>
                  </a:cubicBezTo>
                  <a:cubicBezTo>
                    <a:pt x="7110" y="12428"/>
                    <a:pt x="9162" y="11339"/>
                    <a:pt x="9162" y="10001"/>
                  </a:cubicBezTo>
                  <a:cubicBezTo>
                    <a:pt x="9162" y="9921"/>
                    <a:pt x="9153" y="9849"/>
                    <a:pt x="9135" y="9778"/>
                  </a:cubicBezTo>
                  <a:lnTo>
                    <a:pt x="9162" y="9778"/>
                  </a:lnTo>
                  <a:lnTo>
                    <a:pt x="9108" y="9644"/>
                  </a:lnTo>
                  <a:cubicBezTo>
                    <a:pt x="9082" y="9564"/>
                    <a:pt x="9055" y="9484"/>
                    <a:pt x="9019" y="9403"/>
                  </a:cubicBezTo>
                  <a:lnTo>
                    <a:pt x="5808" y="911"/>
                  </a:lnTo>
                  <a:cubicBezTo>
                    <a:pt x="5594" y="349"/>
                    <a:pt x="5130" y="1"/>
                    <a:pt x="4585" y="1"/>
                  </a:cubicBezTo>
                  <a:cubicBezTo>
                    <a:pt x="4032" y="1"/>
                    <a:pt x="3568" y="349"/>
                    <a:pt x="3354" y="91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274;p43">
              <a:extLst>
                <a:ext uri="{FF2B5EF4-FFF2-40B4-BE49-F238E27FC236}">
                  <a16:creationId xmlns:a16="http://schemas.microsoft.com/office/drawing/2014/main" id="{F665E8B8-704F-0486-EECB-2EC9B39DEB77}"/>
                </a:ext>
              </a:extLst>
            </p:cNvPr>
            <p:cNvSpPr/>
            <p:nvPr/>
          </p:nvSpPr>
          <p:spPr>
            <a:xfrm>
              <a:off x="3021800" y="4370350"/>
              <a:ext cx="491409" cy="195053"/>
            </a:xfrm>
            <a:custGeom>
              <a:avLst/>
              <a:gdLst/>
              <a:ahLst/>
              <a:cxnLst/>
              <a:rect l="l" t="t" r="r" b="b"/>
              <a:pathLst>
                <a:path w="9635" h="3926" extrusionOk="0">
                  <a:moveTo>
                    <a:pt x="607" y="0"/>
                  </a:moveTo>
                  <a:cubicBezTo>
                    <a:pt x="446" y="429"/>
                    <a:pt x="286" y="848"/>
                    <a:pt x="125" y="1276"/>
                  </a:cubicBezTo>
                  <a:cubicBezTo>
                    <a:pt x="0" y="3033"/>
                    <a:pt x="2650" y="3926"/>
                    <a:pt x="4710" y="3926"/>
                  </a:cubicBezTo>
                  <a:cubicBezTo>
                    <a:pt x="5933" y="3926"/>
                    <a:pt x="9635" y="3355"/>
                    <a:pt x="9260" y="1276"/>
                  </a:cubicBezTo>
                  <a:cubicBezTo>
                    <a:pt x="9287" y="1276"/>
                    <a:pt x="8850" y="125"/>
                    <a:pt x="8805" y="0"/>
                  </a:cubicBezTo>
                  <a:cubicBezTo>
                    <a:pt x="8234" y="1026"/>
                    <a:pt x="6566" y="1660"/>
                    <a:pt x="4710" y="1660"/>
                  </a:cubicBezTo>
                  <a:cubicBezTo>
                    <a:pt x="2846" y="1660"/>
                    <a:pt x="1169" y="999"/>
                    <a:pt x="607" y="0"/>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275;p43">
              <a:extLst>
                <a:ext uri="{FF2B5EF4-FFF2-40B4-BE49-F238E27FC236}">
                  <a16:creationId xmlns:a16="http://schemas.microsoft.com/office/drawing/2014/main" id="{C6880B9A-C0D3-2FFB-0D40-EFA7802EB5FB}"/>
                </a:ext>
              </a:extLst>
            </p:cNvPr>
            <p:cNvSpPr/>
            <p:nvPr/>
          </p:nvSpPr>
          <p:spPr>
            <a:xfrm>
              <a:off x="3099037" y="4164045"/>
              <a:ext cx="324956" cy="179562"/>
            </a:xfrm>
            <a:custGeom>
              <a:avLst/>
              <a:gdLst/>
              <a:ahLst/>
              <a:cxnLst/>
              <a:rect l="l" t="t" r="r" b="b"/>
              <a:pathLst>
                <a:path w="6540" h="3614" extrusionOk="0">
                  <a:moveTo>
                    <a:pt x="0" y="1937"/>
                  </a:moveTo>
                  <a:cubicBezTo>
                    <a:pt x="295" y="2998"/>
                    <a:pt x="1624" y="3614"/>
                    <a:pt x="3283" y="3614"/>
                  </a:cubicBezTo>
                  <a:cubicBezTo>
                    <a:pt x="4934" y="3614"/>
                    <a:pt x="6388" y="2945"/>
                    <a:pt x="6540" y="1892"/>
                  </a:cubicBezTo>
                  <a:lnTo>
                    <a:pt x="5826" y="1"/>
                  </a:lnTo>
                  <a:cubicBezTo>
                    <a:pt x="5648" y="679"/>
                    <a:pt x="4639" y="1348"/>
                    <a:pt x="3283" y="1348"/>
                  </a:cubicBezTo>
                  <a:cubicBezTo>
                    <a:pt x="1919" y="1348"/>
                    <a:pt x="964" y="821"/>
                    <a:pt x="714" y="45"/>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276;p43">
              <a:extLst>
                <a:ext uri="{FF2B5EF4-FFF2-40B4-BE49-F238E27FC236}">
                  <a16:creationId xmlns:a16="http://schemas.microsoft.com/office/drawing/2014/main" id="{390DFE1E-2DCB-B134-0FFD-9233AA3400E2}"/>
                </a:ext>
              </a:extLst>
            </p:cNvPr>
            <p:cNvSpPr/>
            <p:nvPr/>
          </p:nvSpPr>
          <p:spPr>
            <a:xfrm>
              <a:off x="3169940" y="3945525"/>
              <a:ext cx="184042" cy="169823"/>
            </a:xfrm>
            <a:custGeom>
              <a:avLst/>
              <a:gdLst/>
              <a:ahLst/>
              <a:cxnLst/>
              <a:rect l="l" t="t" r="r" b="b"/>
              <a:pathLst>
                <a:path w="3704" h="3418" extrusionOk="0">
                  <a:moveTo>
                    <a:pt x="1" y="2561"/>
                  </a:moveTo>
                  <a:cubicBezTo>
                    <a:pt x="197" y="3132"/>
                    <a:pt x="1107" y="3417"/>
                    <a:pt x="1856" y="3417"/>
                  </a:cubicBezTo>
                  <a:cubicBezTo>
                    <a:pt x="2597" y="3417"/>
                    <a:pt x="3551" y="3096"/>
                    <a:pt x="3703" y="2561"/>
                  </a:cubicBezTo>
                  <a:lnTo>
                    <a:pt x="3079" y="911"/>
                  </a:lnTo>
                  <a:cubicBezTo>
                    <a:pt x="2865" y="349"/>
                    <a:pt x="2401" y="1"/>
                    <a:pt x="1856" y="1"/>
                  </a:cubicBezTo>
                  <a:cubicBezTo>
                    <a:pt x="1303" y="1"/>
                    <a:pt x="839" y="349"/>
                    <a:pt x="625" y="91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6972725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98">
          <a:extLst>
            <a:ext uri="{FF2B5EF4-FFF2-40B4-BE49-F238E27FC236}">
              <a16:creationId xmlns:a16="http://schemas.microsoft.com/office/drawing/2014/main" id="{2EB90DF1-35B0-1D69-1656-902C4FA8515C}"/>
            </a:ext>
          </a:extLst>
        </p:cNvPr>
        <p:cNvGrpSpPr/>
        <p:nvPr/>
      </p:nvGrpSpPr>
      <p:grpSpPr>
        <a:xfrm>
          <a:off x="0" y="0"/>
          <a:ext cx="0" cy="0"/>
          <a:chOff x="0" y="0"/>
          <a:chExt cx="0" cy="0"/>
        </a:xfrm>
      </p:grpSpPr>
      <p:sp>
        <p:nvSpPr>
          <p:cNvPr id="904" name="Google Shape;904;p36">
            <a:extLst>
              <a:ext uri="{FF2B5EF4-FFF2-40B4-BE49-F238E27FC236}">
                <a16:creationId xmlns:a16="http://schemas.microsoft.com/office/drawing/2014/main" id="{A231D476-7EAB-6DB0-43BE-8D06170C6A29}"/>
              </a:ext>
            </a:extLst>
          </p:cNvPr>
          <p:cNvSpPr/>
          <p:nvPr/>
        </p:nvSpPr>
        <p:spPr>
          <a:xfrm rot="5400000">
            <a:off x="7962591" y="745450"/>
            <a:ext cx="457800" cy="840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6">
            <a:extLst>
              <a:ext uri="{FF2B5EF4-FFF2-40B4-BE49-F238E27FC236}">
                <a16:creationId xmlns:a16="http://schemas.microsoft.com/office/drawing/2014/main" id="{D28F6ECE-0E9D-F637-01E0-0378F7C36348}"/>
              </a:ext>
            </a:extLst>
          </p:cNvPr>
          <p:cNvSpPr/>
          <p:nvPr/>
        </p:nvSpPr>
        <p:spPr>
          <a:xfrm rot="-5400000" flipH="1">
            <a:off x="723591" y="745450"/>
            <a:ext cx="457800" cy="840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Rectangle 3">
            <a:extLst>
              <a:ext uri="{FF2B5EF4-FFF2-40B4-BE49-F238E27FC236}">
                <a16:creationId xmlns:a16="http://schemas.microsoft.com/office/drawing/2014/main" id="{B73C5797-7B0E-7719-E03C-905CD572D0B6}"/>
              </a:ext>
            </a:extLst>
          </p:cNvPr>
          <p:cNvSpPr/>
          <p:nvPr/>
        </p:nvSpPr>
        <p:spPr>
          <a:xfrm>
            <a:off x="713250" y="1272845"/>
            <a:ext cx="7717500" cy="331210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detect vehicle presence in individual parking </a:t>
            </a:r>
            <a:r>
              <a:rPr lang="en-US" dirty="0" err="1">
                <a:latin typeface="Times New Roman" panose="02020603050405020304" pitchFamily="18" charset="0"/>
                <a:cs typeface="Times New Roman" panose="02020603050405020304" pitchFamily="18" charset="0"/>
              </a:rPr>
              <a:t>slots,Use</a:t>
            </a:r>
            <a:r>
              <a:rPr lang="en-US" dirty="0">
                <a:latin typeface="Times New Roman" panose="02020603050405020304" pitchFamily="18" charset="0"/>
                <a:cs typeface="Times New Roman" panose="02020603050405020304" pitchFamily="18" charset="0"/>
              </a:rPr>
              <a:t> IR sensors to monitor and detect whether each slot is filled or empty, and continuously update this status in real time.</a:t>
            </a: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control gate/barrier access </a:t>
            </a:r>
            <a:r>
              <a:rPr lang="en-US" dirty="0" err="1">
                <a:latin typeface="Times New Roman" panose="02020603050405020304" pitchFamily="18" charset="0"/>
                <a:cs typeface="Times New Roman" panose="02020603050405020304" pitchFamily="18" charset="0"/>
              </a:rPr>
              <a:t>automatically,Implement</a:t>
            </a:r>
            <a:r>
              <a:rPr lang="en-US" dirty="0">
                <a:latin typeface="Times New Roman" panose="02020603050405020304" pitchFamily="18" charset="0"/>
                <a:cs typeface="Times New Roman" panose="02020603050405020304" pitchFamily="18" charset="0"/>
              </a:rPr>
              <a:t> servo motors to raise or lower the entry gate based on slot availability and vehicle detection at the entrance.</a:t>
            </a: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display live slot status on an LCD </a:t>
            </a:r>
            <a:r>
              <a:rPr lang="en-US" dirty="0" err="1">
                <a:latin typeface="Times New Roman" panose="02020603050405020304" pitchFamily="18" charset="0"/>
                <a:cs typeface="Times New Roman" panose="02020603050405020304" pitchFamily="18" charset="0"/>
              </a:rPr>
              <a:t>screen,Integrate</a:t>
            </a:r>
            <a:r>
              <a:rPr lang="en-US" dirty="0">
                <a:latin typeface="Times New Roman" panose="02020603050405020304" pitchFamily="18" charset="0"/>
                <a:cs typeface="Times New Roman" panose="02020603050405020304" pitchFamily="18" charset="0"/>
              </a:rPr>
              <a:t> a 16x2 LCD module to visually show the status of all parking slots (e.g., Slot 1: Fill, Slot 2: Empty), helping users identify available slots.</a:t>
            </a: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manage system power through regulated </a:t>
            </a:r>
            <a:r>
              <a:rPr lang="en-US" dirty="0" err="1">
                <a:latin typeface="Times New Roman" panose="02020603050405020304" pitchFamily="18" charset="0"/>
                <a:cs typeface="Times New Roman" panose="02020603050405020304" pitchFamily="18" charset="0"/>
              </a:rPr>
              <a:t>supply,Use</a:t>
            </a:r>
            <a:r>
              <a:rPr lang="en-US" dirty="0">
                <a:latin typeface="Times New Roman" panose="02020603050405020304" pitchFamily="18" charset="0"/>
                <a:cs typeface="Times New Roman" panose="02020603050405020304" pitchFamily="18" charset="0"/>
              </a:rPr>
              <a:t> a 5V 2A adapter and voltage regulator to safely power the Arduino and all connected components.</a:t>
            </a: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integrate Arduino Uno as the central </a:t>
            </a:r>
            <a:r>
              <a:rPr lang="en-US" dirty="0" err="1">
                <a:latin typeface="Times New Roman" panose="02020603050405020304" pitchFamily="18" charset="0"/>
                <a:cs typeface="Times New Roman" panose="02020603050405020304" pitchFamily="18" charset="0"/>
              </a:rPr>
              <a:t>controller,Program</a:t>
            </a:r>
            <a:r>
              <a:rPr lang="en-US" dirty="0">
                <a:latin typeface="Times New Roman" panose="02020603050405020304" pitchFamily="18" charset="0"/>
                <a:cs typeface="Times New Roman" panose="02020603050405020304" pitchFamily="18" charset="0"/>
              </a:rPr>
              <a:t> the Arduino Uno to coordinate sensor input, LCD output, and servo control, ensuring synchronized and responsive operations.</a:t>
            </a: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develop a cost-effective prototype for small parking </a:t>
            </a:r>
            <a:r>
              <a:rPr lang="en-US" dirty="0" err="1">
                <a:latin typeface="Times New Roman" panose="02020603050405020304" pitchFamily="18" charset="0"/>
                <a:cs typeface="Times New Roman" panose="02020603050405020304" pitchFamily="18" charset="0"/>
              </a:rPr>
              <a:t>facilities,Demonstrate</a:t>
            </a:r>
            <a:r>
              <a:rPr lang="en-US" dirty="0">
                <a:latin typeface="Times New Roman" panose="02020603050405020304" pitchFamily="18" charset="0"/>
                <a:cs typeface="Times New Roman" panose="02020603050405020304" pitchFamily="18" charset="0"/>
              </a:rPr>
              <a:t> a scalable, low-cost solution suitable for educational campuses, offices, or small shopping complexes</a:t>
            </a:r>
            <a:r>
              <a:rPr lang="en-US" dirty="0"/>
              <a:t>.</a:t>
            </a:r>
            <a:endParaRPr lang="en-IN" dirty="0"/>
          </a:p>
        </p:txBody>
      </p:sp>
      <p:sp>
        <p:nvSpPr>
          <p:cNvPr id="3" name="Title 2">
            <a:extLst>
              <a:ext uri="{FF2B5EF4-FFF2-40B4-BE49-F238E27FC236}">
                <a16:creationId xmlns:a16="http://schemas.microsoft.com/office/drawing/2014/main" id="{60DDD9CA-1A7E-FDE7-2A40-121781389A5D}"/>
              </a:ext>
            </a:extLst>
          </p:cNvPr>
          <p:cNvSpPr>
            <a:spLocks noGrp="1"/>
          </p:cNvSpPr>
          <p:nvPr>
            <p:ph type="ctrTitle"/>
          </p:nvPr>
        </p:nvSpPr>
        <p:spPr/>
        <p:txBody>
          <a:bodyPr/>
          <a:lstStyle/>
          <a:p>
            <a:r>
              <a:rPr lang="en-US" dirty="0"/>
              <a:t>OBJECTIVES</a:t>
            </a:r>
            <a:endParaRPr lang="en-IN" dirty="0"/>
          </a:p>
        </p:txBody>
      </p:sp>
      <p:grpSp>
        <p:nvGrpSpPr>
          <p:cNvPr id="5" name="Google Shape;1268;p43">
            <a:extLst>
              <a:ext uri="{FF2B5EF4-FFF2-40B4-BE49-F238E27FC236}">
                <a16:creationId xmlns:a16="http://schemas.microsoft.com/office/drawing/2014/main" id="{5B24B421-2795-714D-C47A-64E2DCAD6154}"/>
              </a:ext>
            </a:extLst>
          </p:cNvPr>
          <p:cNvGrpSpPr/>
          <p:nvPr/>
        </p:nvGrpSpPr>
        <p:grpSpPr>
          <a:xfrm>
            <a:off x="-396183" y="4135524"/>
            <a:ext cx="1041993" cy="1141205"/>
            <a:chOff x="2914650" y="3945525"/>
            <a:chExt cx="693737" cy="759791"/>
          </a:xfrm>
        </p:grpSpPr>
        <p:sp>
          <p:nvSpPr>
            <p:cNvPr id="6" name="Google Shape;1269;p43">
              <a:extLst>
                <a:ext uri="{FF2B5EF4-FFF2-40B4-BE49-F238E27FC236}">
                  <a16:creationId xmlns:a16="http://schemas.microsoft.com/office/drawing/2014/main" id="{7117CFDE-69C0-77A0-0A58-0863B95B2A3A}"/>
                </a:ext>
              </a:extLst>
            </p:cNvPr>
            <p:cNvSpPr/>
            <p:nvPr/>
          </p:nvSpPr>
          <p:spPr>
            <a:xfrm>
              <a:off x="2914650" y="4283291"/>
              <a:ext cx="693737" cy="422024"/>
            </a:xfrm>
            <a:custGeom>
              <a:avLst/>
              <a:gdLst/>
              <a:ahLst/>
              <a:cxnLst/>
              <a:rect l="l" t="t" r="r" b="b"/>
              <a:pathLst>
                <a:path w="13962" h="8494" extrusionOk="0">
                  <a:moveTo>
                    <a:pt x="13605" y="3622"/>
                  </a:moveTo>
                  <a:lnTo>
                    <a:pt x="7699" y="259"/>
                  </a:lnTo>
                  <a:cubicBezTo>
                    <a:pt x="7253" y="0"/>
                    <a:pt x="6745" y="0"/>
                    <a:pt x="6299" y="259"/>
                  </a:cubicBezTo>
                  <a:lnTo>
                    <a:pt x="357" y="3631"/>
                  </a:lnTo>
                  <a:cubicBezTo>
                    <a:pt x="134" y="3756"/>
                    <a:pt x="0" y="3979"/>
                    <a:pt x="0" y="4247"/>
                  </a:cubicBezTo>
                  <a:cubicBezTo>
                    <a:pt x="0" y="4506"/>
                    <a:pt x="134" y="4729"/>
                    <a:pt x="357" y="4862"/>
                  </a:cubicBezTo>
                  <a:lnTo>
                    <a:pt x="6281" y="8234"/>
                  </a:lnTo>
                  <a:cubicBezTo>
                    <a:pt x="6727" y="8493"/>
                    <a:pt x="7235" y="8493"/>
                    <a:pt x="7681" y="8234"/>
                  </a:cubicBezTo>
                  <a:lnTo>
                    <a:pt x="13605" y="4853"/>
                  </a:lnTo>
                  <a:cubicBezTo>
                    <a:pt x="13828" y="4729"/>
                    <a:pt x="13962" y="4506"/>
                    <a:pt x="13962" y="4238"/>
                  </a:cubicBezTo>
                  <a:cubicBezTo>
                    <a:pt x="13962" y="3979"/>
                    <a:pt x="13828" y="3756"/>
                    <a:pt x="13605" y="362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270;p43">
              <a:extLst>
                <a:ext uri="{FF2B5EF4-FFF2-40B4-BE49-F238E27FC236}">
                  <a16:creationId xmlns:a16="http://schemas.microsoft.com/office/drawing/2014/main" id="{7F71084E-1A24-2035-5333-2C310776D2BB}"/>
                </a:ext>
              </a:extLst>
            </p:cNvPr>
            <p:cNvSpPr/>
            <p:nvPr/>
          </p:nvSpPr>
          <p:spPr>
            <a:xfrm>
              <a:off x="2935469" y="4279763"/>
              <a:ext cx="652099" cy="396288"/>
            </a:xfrm>
            <a:custGeom>
              <a:avLst/>
              <a:gdLst/>
              <a:ahLst/>
              <a:cxnLst/>
              <a:rect l="l" t="t" r="r" b="b"/>
              <a:pathLst>
                <a:path w="13124" h="7976" extrusionOk="0">
                  <a:moveTo>
                    <a:pt x="12784" y="3408"/>
                  </a:moveTo>
                  <a:lnTo>
                    <a:pt x="7236" y="241"/>
                  </a:lnTo>
                  <a:cubicBezTo>
                    <a:pt x="6816" y="0"/>
                    <a:pt x="6335" y="0"/>
                    <a:pt x="5915" y="241"/>
                  </a:cubicBezTo>
                  <a:lnTo>
                    <a:pt x="340" y="3408"/>
                  </a:lnTo>
                  <a:cubicBezTo>
                    <a:pt x="126" y="3533"/>
                    <a:pt x="1" y="3738"/>
                    <a:pt x="1" y="3988"/>
                  </a:cubicBezTo>
                  <a:cubicBezTo>
                    <a:pt x="1" y="4238"/>
                    <a:pt x="126" y="4443"/>
                    <a:pt x="340" y="4568"/>
                  </a:cubicBezTo>
                  <a:lnTo>
                    <a:pt x="5897" y="7735"/>
                  </a:lnTo>
                  <a:cubicBezTo>
                    <a:pt x="6317" y="7975"/>
                    <a:pt x="6798" y="7975"/>
                    <a:pt x="7218" y="7735"/>
                  </a:cubicBezTo>
                  <a:lnTo>
                    <a:pt x="12784" y="4559"/>
                  </a:lnTo>
                  <a:cubicBezTo>
                    <a:pt x="12999" y="4443"/>
                    <a:pt x="13123" y="4229"/>
                    <a:pt x="13123" y="3988"/>
                  </a:cubicBezTo>
                  <a:cubicBezTo>
                    <a:pt x="13123" y="3738"/>
                    <a:pt x="12999" y="3524"/>
                    <a:pt x="12784" y="340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271;p43">
              <a:extLst>
                <a:ext uri="{FF2B5EF4-FFF2-40B4-BE49-F238E27FC236}">
                  <a16:creationId xmlns:a16="http://schemas.microsoft.com/office/drawing/2014/main" id="{341E9C15-84E7-4FB8-ABFF-63FDAABB8EA9}"/>
                </a:ext>
              </a:extLst>
            </p:cNvPr>
            <p:cNvSpPr/>
            <p:nvPr/>
          </p:nvSpPr>
          <p:spPr>
            <a:xfrm>
              <a:off x="2935469" y="4262026"/>
              <a:ext cx="652099" cy="396288"/>
            </a:xfrm>
            <a:custGeom>
              <a:avLst/>
              <a:gdLst/>
              <a:ahLst/>
              <a:cxnLst/>
              <a:rect l="l" t="t" r="r" b="b"/>
              <a:pathLst>
                <a:path w="13124" h="7976" extrusionOk="0">
                  <a:moveTo>
                    <a:pt x="12784" y="3408"/>
                  </a:moveTo>
                  <a:lnTo>
                    <a:pt x="7236" y="241"/>
                  </a:lnTo>
                  <a:cubicBezTo>
                    <a:pt x="6816" y="0"/>
                    <a:pt x="6335" y="0"/>
                    <a:pt x="5915" y="241"/>
                  </a:cubicBezTo>
                  <a:lnTo>
                    <a:pt x="340" y="3408"/>
                  </a:lnTo>
                  <a:cubicBezTo>
                    <a:pt x="126" y="3533"/>
                    <a:pt x="1" y="3738"/>
                    <a:pt x="1" y="3988"/>
                  </a:cubicBezTo>
                  <a:cubicBezTo>
                    <a:pt x="1" y="4238"/>
                    <a:pt x="126" y="4443"/>
                    <a:pt x="340" y="4568"/>
                  </a:cubicBezTo>
                  <a:lnTo>
                    <a:pt x="5897" y="7735"/>
                  </a:lnTo>
                  <a:cubicBezTo>
                    <a:pt x="6317" y="7976"/>
                    <a:pt x="6798" y="7976"/>
                    <a:pt x="7218" y="7735"/>
                  </a:cubicBezTo>
                  <a:lnTo>
                    <a:pt x="12784" y="4559"/>
                  </a:lnTo>
                  <a:cubicBezTo>
                    <a:pt x="12999" y="4443"/>
                    <a:pt x="13123" y="4229"/>
                    <a:pt x="13123" y="3988"/>
                  </a:cubicBezTo>
                  <a:cubicBezTo>
                    <a:pt x="13123" y="3738"/>
                    <a:pt x="12999" y="3524"/>
                    <a:pt x="12784" y="340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272;p43">
              <a:extLst>
                <a:ext uri="{FF2B5EF4-FFF2-40B4-BE49-F238E27FC236}">
                  <a16:creationId xmlns:a16="http://schemas.microsoft.com/office/drawing/2014/main" id="{C965075A-F5C7-51C7-BDFB-4969B092F263}"/>
                </a:ext>
              </a:extLst>
            </p:cNvPr>
            <p:cNvSpPr/>
            <p:nvPr/>
          </p:nvSpPr>
          <p:spPr>
            <a:xfrm>
              <a:off x="2943021" y="4266000"/>
              <a:ext cx="636994" cy="379444"/>
            </a:xfrm>
            <a:custGeom>
              <a:avLst/>
              <a:gdLst/>
              <a:ahLst/>
              <a:cxnLst/>
              <a:rect l="l" t="t" r="r" b="b"/>
              <a:pathLst>
                <a:path w="12820" h="7637" extrusionOk="0">
                  <a:moveTo>
                    <a:pt x="12490" y="3328"/>
                  </a:moveTo>
                  <a:lnTo>
                    <a:pt x="7066" y="232"/>
                  </a:lnTo>
                  <a:cubicBezTo>
                    <a:pt x="6655" y="0"/>
                    <a:pt x="6191" y="0"/>
                    <a:pt x="5781" y="232"/>
                  </a:cubicBezTo>
                  <a:lnTo>
                    <a:pt x="330" y="3328"/>
                  </a:lnTo>
                  <a:cubicBezTo>
                    <a:pt x="125" y="3453"/>
                    <a:pt x="0" y="3658"/>
                    <a:pt x="0" y="3899"/>
                  </a:cubicBezTo>
                  <a:cubicBezTo>
                    <a:pt x="0" y="4140"/>
                    <a:pt x="125" y="4345"/>
                    <a:pt x="330" y="4461"/>
                  </a:cubicBezTo>
                  <a:cubicBezTo>
                    <a:pt x="5603" y="7467"/>
                    <a:pt x="6905" y="7637"/>
                    <a:pt x="12490" y="4461"/>
                  </a:cubicBezTo>
                  <a:cubicBezTo>
                    <a:pt x="12704" y="4336"/>
                    <a:pt x="12820" y="4131"/>
                    <a:pt x="12820" y="3890"/>
                  </a:cubicBezTo>
                  <a:cubicBezTo>
                    <a:pt x="12820" y="3649"/>
                    <a:pt x="12704" y="3444"/>
                    <a:pt x="12490" y="332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273;p43">
              <a:extLst>
                <a:ext uri="{FF2B5EF4-FFF2-40B4-BE49-F238E27FC236}">
                  <a16:creationId xmlns:a16="http://schemas.microsoft.com/office/drawing/2014/main" id="{C268AAD0-6DB2-93E8-E1E2-3A14127D75A3}"/>
                </a:ext>
              </a:extLst>
            </p:cNvPr>
            <p:cNvSpPr/>
            <p:nvPr/>
          </p:nvSpPr>
          <p:spPr>
            <a:xfrm>
              <a:off x="3034345" y="3945525"/>
              <a:ext cx="455237" cy="617485"/>
            </a:xfrm>
            <a:custGeom>
              <a:avLst/>
              <a:gdLst/>
              <a:ahLst/>
              <a:cxnLst/>
              <a:rect l="l" t="t" r="r" b="b"/>
              <a:pathLst>
                <a:path w="9162" h="12428" extrusionOk="0">
                  <a:moveTo>
                    <a:pt x="143" y="9403"/>
                  </a:moveTo>
                  <a:cubicBezTo>
                    <a:pt x="107" y="9475"/>
                    <a:pt x="80" y="9564"/>
                    <a:pt x="54" y="9644"/>
                  </a:cubicBezTo>
                  <a:lnTo>
                    <a:pt x="0" y="9778"/>
                  </a:lnTo>
                  <a:lnTo>
                    <a:pt x="27" y="9778"/>
                  </a:lnTo>
                  <a:cubicBezTo>
                    <a:pt x="9" y="9849"/>
                    <a:pt x="0" y="9921"/>
                    <a:pt x="0" y="10001"/>
                  </a:cubicBezTo>
                  <a:cubicBezTo>
                    <a:pt x="0" y="11339"/>
                    <a:pt x="2052" y="12428"/>
                    <a:pt x="4585" y="12428"/>
                  </a:cubicBezTo>
                  <a:cubicBezTo>
                    <a:pt x="7110" y="12428"/>
                    <a:pt x="9162" y="11339"/>
                    <a:pt x="9162" y="10001"/>
                  </a:cubicBezTo>
                  <a:cubicBezTo>
                    <a:pt x="9162" y="9921"/>
                    <a:pt x="9153" y="9849"/>
                    <a:pt x="9135" y="9778"/>
                  </a:cubicBezTo>
                  <a:lnTo>
                    <a:pt x="9162" y="9778"/>
                  </a:lnTo>
                  <a:lnTo>
                    <a:pt x="9108" y="9644"/>
                  </a:lnTo>
                  <a:cubicBezTo>
                    <a:pt x="9082" y="9564"/>
                    <a:pt x="9055" y="9484"/>
                    <a:pt x="9019" y="9403"/>
                  </a:cubicBezTo>
                  <a:lnTo>
                    <a:pt x="5808" y="911"/>
                  </a:lnTo>
                  <a:cubicBezTo>
                    <a:pt x="5594" y="349"/>
                    <a:pt x="5130" y="1"/>
                    <a:pt x="4585" y="1"/>
                  </a:cubicBezTo>
                  <a:cubicBezTo>
                    <a:pt x="4032" y="1"/>
                    <a:pt x="3568" y="349"/>
                    <a:pt x="3354" y="91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274;p43">
              <a:extLst>
                <a:ext uri="{FF2B5EF4-FFF2-40B4-BE49-F238E27FC236}">
                  <a16:creationId xmlns:a16="http://schemas.microsoft.com/office/drawing/2014/main" id="{D521D864-9A05-D3D3-7C4A-385BB29C115E}"/>
                </a:ext>
              </a:extLst>
            </p:cNvPr>
            <p:cNvSpPr/>
            <p:nvPr/>
          </p:nvSpPr>
          <p:spPr>
            <a:xfrm>
              <a:off x="3021800" y="4370350"/>
              <a:ext cx="491409" cy="195053"/>
            </a:xfrm>
            <a:custGeom>
              <a:avLst/>
              <a:gdLst/>
              <a:ahLst/>
              <a:cxnLst/>
              <a:rect l="l" t="t" r="r" b="b"/>
              <a:pathLst>
                <a:path w="9635" h="3926" extrusionOk="0">
                  <a:moveTo>
                    <a:pt x="607" y="0"/>
                  </a:moveTo>
                  <a:cubicBezTo>
                    <a:pt x="446" y="429"/>
                    <a:pt x="286" y="848"/>
                    <a:pt x="125" y="1276"/>
                  </a:cubicBezTo>
                  <a:cubicBezTo>
                    <a:pt x="0" y="3033"/>
                    <a:pt x="2650" y="3926"/>
                    <a:pt x="4710" y="3926"/>
                  </a:cubicBezTo>
                  <a:cubicBezTo>
                    <a:pt x="5933" y="3926"/>
                    <a:pt x="9635" y="3355"/>
                    <a:pt x="9260" y="1276"/>
                  </a:cubicBezTo>
                  <a:cubicBezTo>
                    <a:pt x="9287" y="1276"/>
                    <a:pt x="8850" y="125"/>
                    <a:pt x="8805" y="0"/>
                  </a:cubicBezTo>
                  <a:cubicBezTo>
                    <a:pt x="8234" y="1026"/>
                    <a:pt x="6566" y="1660"/>
                    <a:pt x="4710" y="1660"/>
                  </a:cubicBezTo>
                  <a:cubicBezTo>
                    <a:pt x="2846" y="1660"/>
                    <a:pt x="1169" y="999"/>
                    <a:pt x="607" y="0"/>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75;p43">
              <a:extLst>
                <a:ext uri="{FF2B5EF4-FFF2-40B4-BE49-F238E27FC236}">
                  <a16:creationId xmlns:a16="http://schemas.microsoft.com/office/drawing/2014/main" id="{057720B7-8611-F0A8-5F67-776F6C5163B3}"/>
                </a:ext>
              </a:extLst>
            </p:cNvPr>
            <p:cNvSpPr/>
            <p:nvPr/>
          </p:nvSpPr>
          <p:spPr>
            <a:xfrm>
              <a:off x="3099037" y="4164045"/>
              <a:ext cx="324956" cy="179562"/>
            </a:xfrm>
            <a:custGeom>
              <a:avLst/>
              <a:gdLst/>
              <a:ahLst/>
              <a:cxnLst/>
              <a:rect l="l" t="t" r="r" b="b"/>
              <a:pathLst>
                <a:path w="6540" h="3614" extrusionOk="0">
                  <a:moveTo>
                    <a:pt x="0" y="1937"/>
                  </a:moveTo>
                  <a:cubicBezTo>
                    <a:pt x="295" y="2998"/>
                    <a:pt x="1624" y="3614"/>
                    <a:pt x="3283" y="3614"/>
                  </a:cubicBezTo>
                  <a:cubicBezTo>
                    <a:pt x="4934" y="3614"/>
                    <a:pt x="6388" y="2945"/>
                    <a:pt x="6540" y="1892"/>
                  </a:cubicBezTo>
                  <a:lnTo>
                    <a:pt x="5826" y="1"/>
                  </a:lnTo>
                  <a:cubicBezTo>
                    <a:pt x="5648" y="679"/>
                    <a:pt x="4639" y="1348"/>
                    <a:pt x="3283" y="1348"/>
                  </a:cubicBezTo>
                  <a:cubicBezTo>
                    <a:pt x="1919" y="1348"/>
                    <a:pt x="964" y="821"/>
                    <a:pt x="714" y="45"/>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276;p43">
              <a:extLst>
                <a:ext uri="{FF2B5EF4-FFF2-40B4-BE49-F238E27FC236}">
                  <a16:creationId xmlns:a16="http://schemas.microsoft.com/office/drawing/2014/main" id="{4195C219-C914-4439-9C8B-C15B6A52E2C4}"/>
                </a:ext>
              </a:extLst>
            </p:cNvPr>
            <p:cNvSpPr/>
            <p:nvPr/>
          </p:nvSpPr>
          <p:spPr>
            <a:xfrm>
              <a:off x="3169940" y="3945525"/>
              <a:ext cx="184042" cy="169823"/>
            </a:xfrm>
            <a:custGeom>
              <a:avLst/>
              <a:gdLst/>
              <a:ahLst/>
              <a:cxnLst/>
              <a:rect l="l" t="t" r="r" b="b"/>
              <a:pathLst>
                <a:path w="3704" h="3418" extrusionOk="0">
                  <a:moveTo>
                    <a:pt x="1" y="2561"/>
                  </a:moveTo>
                  <a:cubicBezTo>
                    <a:pt x="197" y="3132"/>
                    <a:pt x="1107" y="3417"/>
                    <a:pt x="1856" y="3417"/>
                  </a:cubicBezTo>
                  <a:cubicBezTo>
                    <a:pt x="2597" y="3417"/>
                    <a:pt x="3551" y="3096"/>
                    <a:pt x="3703" y="2561"/>
                  </a:cubicBezTo>
                  <a:lnTo>
                    <a:pt x="3079" y="911"/>
                  </a:lnTo>
                  <a:cubicBezTo>
                    <a:pt x="2865" y="349"/>
                    <a:pt x="2401" y="1"/>
                    <a:pt x="1856" y="1"/>
                  </a:cubicBezTo>
                  <a:cubicBezTo>
                    <a:pt x="1303" y="1"/>
                    <a:pt x="839" y="349"/>
                    <a:pt x="625" y="91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905;p36">
            <a:extLst>
              <a:ext uri="{FF2B5EF4-FFF2-40B4-BE49-F238E27FC236}">
                <a16:creationId xmlns:a16="http://schemas.microsoft.com/office/drawing/2014/main" id="{63E35C3C-BB02-5E92-17B8-A6F2F287EE72}"/>
              </a:ext>
            </a:extLst>
          </p:cNvPr>
          <p:cNvSpPr/>
          <p:nvPr/>
        </p:nvSpPr>
        <p:spPr>
          <a:xfrm rot="-5400000" flipH="1">
            <a:off x="723590" y="711249"/>
            <a:ext cx="457800" cy="152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904;p36">
            <a:extLst>
              <a:ext uri="{FF2B5EF4-FFF2-40B4-BE49-F238E27FC236}">
                <a16:creationId xmlns:a16="http://schemas.microsoft.com/office/drawing/2014/main" id="{53D4FEFC-B998-849A-219D-88D36407C76E}"/>
              </a:ext>
            </a:extLst>
          </p:cNvPr>
          <p:cNvSpPr/>
          <p:nvPr/>
        </p:nvSpPr>
        <p:spPr>
          <a:xfrm rot="5400000">
            <a:off x="7994974" y="711249"/>
            <a:ext cx="457800" cy="152401"/>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9671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8">
          <a:extLst>
            <a:ext uri="{FF2B5EF4-FFF2-40B4-BE49-F238E27FC236}">
              <a16:creationId xmlns:a16="http://schemas.microsoft.com/office/drawing/2014/main" id="{F5ED3CC1-D55C-4406-D3C5-82861A6422B0}"/>
            </a:ext>
          </a:extLst>
        </p:cNvPr>
        <p:cNvGrpSpPr/>
        <p:nvPr/>
      </p:nvGrpSpPr>
      <p:grpSpPr>
        <a:xfrm>
          <a:off x="0" y="0"/>
          <a:ext cx="0" cy="0"/>
          <a:chOff x="0" y="0"/>
          <a:chExt cx="0" cy="0"/>
        </a:xfrm>
      </p:grpSpPr>
      <p:sp>
        <p:nvSpPr>
          <p:cNvPr id="904" name="Google Shape;904;p36">
            <a:extLst>
              <a:ext uri="{FF2B5EF4-FFF2-40B4-BE49-F238E27FC236}">
                <a16:creationId xmlns:a16="http://schemas.microsoft.com/office/drawing/2014/main" id="{355F76C1-5CA6-E9D6-7D48-3F85E47E4710}"/>
              </a:ext>
            </a:extLst>
          </p:cNvPr>
          <p:cNvSpPr/>
          <p:nvPr/>
        </p:nvSpPr>
        <p:spPr>
          <a:xfrm rot="5400000">
            <a:off x="7962591" y="745450"/>
            <a:ext cx="457800" cy="840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6">
            <a:extLst>
              <a:ext uri="{FF2B5EF4-FFF2-40B4-BE49-F238E27FC236}">
                <a16:creationId xmlns:a16="http://schemas.microsoft.com/office/drawing/2014/main" id="{5471413C-63A6-1B86-9917-8E0BDCA4F888}"/>
              </a:ext>
            </a:extLst>
          </p:cNvPr>
          <p:cNvSpPr/>
          <p:nvPr/>
        </p:nvSpPr>
        <p:spPr>
          <a:xfrm rot="-5400000" flipH="1">
            <a:off x="723591" y="745450"/>
            <a:ext cx="457800" cy="840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Rectangle 3">
            <a:extLst>
              <a:ext uri="{FF2B5EF4-FFF2-40B4-BE49-F238E27FC236}">
                <a16:creationId xmlns:a16="http://schemas.microsoft.com/office/drawing/2014/main" id="{263ED206-E8DF-E5D6-5732-9EC1545995C8}"/>
              </a:ext>
            </a:extLst>
          </p:cNvPr>
          <p:cNvSpPr/>
          <p:nvPr/>
        </p:nvSpPr>
        <p:spPr>
          <a:xfrm>
            <a:off x="713250" y="1272845"/>
            <a:ext cx="7717500" cy="348935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b="1" dirty="0">
                <a:latin typeface="Times New Roman" panose="02020603050405020304" pitchFamily="18" charset="0"/>
                <a:cs typeface="Times New Roman" panose="02020603050405020304" pitchFamily="18" charset="0"/>
              </a:rPr>
              <a:t>Existing System</a:t>
            </a:r>
          </a:p>
          <a:p>
            <a:pPr algn="just"/>
            <a:r>
              <a:rPr lang="en-US" dirty="0">
                <a:latin typeface="Times New Roman" panose="02020603050405020304" pitchFamily="18" charset="0"/>
                <a:cs typeface="Times New Roman" panose="02020603050405020304" pitchFamily="18" charset="0"/>
              </a:rPr>
              <a:t>In traditional parking systems, most operations are manual or semi-automated. Users have to:</a:t>
            </a:r>
          </a:p>
          <a:p>
            <a:pPr marL="285750" indent="-285750"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Search for parking slots physically, which wastes time and fuel.</a:t>
            </a:r>
          </a:p>
          <a:p>
            <a:pPr marL="285750" indent="-285750"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Manually check slot availability, often resulting in congestion and improper space utilization.</a:t>
            </a:r>
          </a:p>
          <a:p>
            <a:pPr marL="285750" indent="-285750"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Rely on human operators for gate control and parking management. </a:t>
            </a:r>
          </a:p>
          <a:p>
            <a:pPr marL="285750" indent="-285750" algn="just">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Proposed system</a:t>
            </a:r>
          </a:p>
          <a:p>
            <a:pPr algn="just"/>
            <a:r>
              <a:rPr lang="en-US" dirty="0">
                <a:latin typeface="Times New Roman" panose="02020603050405020304" pitchFamily="18" charset="0"/>
                <a:cs typeface="Times New Roman" panose="02020603050405020304" pitchFamily="18" charset="0"/>
              </a:rPr>
              <a:t>The Proposed Smart Parking System automates parking space monitoring and access control using Arduino and embedded components:</a:t>
            </a:r>
          </a:p>
          <a:p>
            <a:pPr marL="285750" indent="-285750"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IR Sensors are used to detect the presence of vehicles in each slot.</a:t>
            </a:r>
          </a:p>
          <a:p>
            <a:pPr marL="285750" indent="-285750"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Real-time Slot Status is displayed on a 16x2 LCD, clearly showing which slots are filled or vacant.</a:t>
            </a:r>
          </a:p>
          <a:p>
            <a:pPr marL="285750" indent="-285750"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A Servo Motor Gate System is used to control vehicle entry, opening only when slots are available.</a:t>
            </a:r>
          </a:p>
          <a:p>
            <a:pPr marL="285750" indent="-285750"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An Arduino Uno is used as the central controller to handle all input and output operations.</a:t>
            </a:r>
          </a:p>
          <a:p>
            <a:pPr marL="285750" indent="-285750"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Efficient Power Supply (5V, 2A adapter) ensures smooth operation of all hardware components.</a:t>
            </a:r>
          </a:p>
          <a:p>
            <a:pPr marL="285750" indent="-285750"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Improved User Experience by guiding vehicles directly and reducing traffic within the parking area.</a:t>
            </a:r>
            <a:endParaRPr lang="en-IN"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2AFAF651-81B6-4CCE-B875-FAC7B83D02C2}"/>
              </a:ext>
            </a:extLst>
          </p:cNvPr>
          <p:cNvSpPr>
            <a:spLocks noGrp="1"/>
          </p:cNvSpPr>
          <p:nvPr>
            <p:ph type="ctrTitle"/>
          </p:nvPr>
        </p:nvSpPr>
        <p:spPr/>
        <p:txBody>
          <a:bodyPr/>
          <a:lstStyle/>
          <a:p>
            <a:r>
              <a:rPr lang="en-US" dirty="0"/>
              <a:t>SYSTEM ANALYSIS</a:t>
            </a:r>
            <a:endParaRPr lang="en-IN" dirty="0"/>
          </a:p>
        </p:txBody>
      </p:sp>
      <p:grpSp>
        <p:nvGrpSpPr>
          <p:cNvPr id="5" name="Google Shape;1268;p43">
            <a:extLst>
              <a:ext uri="{FF2B5EF4-FFF2-40B4-BE49-F238E27FC236}">
                <a16:creationId xmlns:a16="http://schemas.microsoft.com/office/drawing/2014/main" id="{8561DC71-AE3C-3ABB-AA2E-34BA517094FC}"/>
              </a:ext>
            </a:extLst>
          </p:cNvPr>
          <p:cNvGrpSpPr/>
          <p:nvPr/>
        </p:nvGrpSpPr>
        <p:grpSpPr>
          <a:xfrm>
            <a:off x="-396183" y="4135524"/>
            <a:ext cx="1041993" cy="1141205"/>
            <a:chOff x="2914650" y="3945525"/>
            <a:chExt cx="693737" cy="759791"/>
          </a:xfrm>
        </p:grpSpPr>
        <p:sp>
          <p:nvSpPr>
            <p:cNvPr id="6" name="Google Shape;1269;p43">
              <a:extLst>
                <a:ext uri="{FF2B5EF4-FFF2-40B4-BE49-F238E27FC236}">
                  <a16:creationId xmlns:a16="http://schemas.microsoft.com/office/drawing/2014/main" id="{42CD37CC-5AC9-7E12-E873-5496DB9C8CFE}"/>
                </a:ext>
              </a:extLst>
            </p:cNvPr>
            <p:cNvSpPr/>
            <p:nvPr/>
          </p:nvSpPr>
          <p:spPr>
            <a:xfrm>
              <a:off x="2914650" y="4283291"/>
              <a:ext cx="693737" cy="422024"/>
            </a:xfrm>
            <a:custGeom>
              <a:avLst/>
              <a:gdLst/>
              <a:ahLst/>
              <a:cxnLst/>
              <a:rect l="l" t="t" r="r" b="b"/>
              <a:pathLst>
                <a:path w="13962" h="8494" extrusionOk="0">
                  <a:moveTo>
                    <a:pt x="13605" y="3622"/>
                  </a:moveTo>
                  <a:lnTo>
                    <a:pt x="7699" y="259"/>
                  </a:lnTo>
                  <a:cubicBezTo>
                    <a:pt x="7253" y="0"/>
                    <a:pt x="6745" y="0"/>
                    <a:pt x="6299" y="259"/>
                  </a:cubicBezTo>
                  <a:lnTo>
                    <a:pt x="357" y="3631"/>
                  </a:lnTo>
                  <a:cubicBezTo>
                    <a:pt x="134" y="3756"/>
                    <a:pt x="0" y="3979"/>
                    <a:pt x="0" y="4247"/>
                  </a:cubicBezTo>
                  <a:cubicBezTo>
                    <a:pt x="0" y="4506"/>
                    <a:pt x="134" y="4729"/>
                    <a:pt x="357" y="4862"/>
                  </a:cubicBezTo>
                  <a:lnTo>
                    <a:pt x="6281" y="8234"/>
                  </a:lnTo>
                  <a:cubicBezTo>
                    <a:pt x="6727" y="8493"/>
                    <a:pt x="7235" y="8493"/>
                    <a:pt x="7681" y="8234"/>
                  </a:cubicBezTo>
                  <a:lnTo>
                    <a:pt x="13605" y="4853"/>
                  </a:lnTo>
                  <a:cubicBezTo>
                    <a:pt x="13828" y="4729"/>
                    <a:pt x="13962" y="4506"/>
                    <a:pt x="13962" y="4238"/>
                  </a:cubicBezTo>
                  <a:cubicBezTo>
                    <a:pt x="13962" y="3979"/>
                    <a:pt x="13828" y="3756"/>
                    <a:pt x="13605" y="362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270;p43">
              <a:extLst>
                <a:ext uri="{FF2B5EF4-FFF2-40B4-BE49-F238E27FC236}">
                  <a16:creationId xmlns:a16="http://schemas.microsoft.com/office/drawing/2014/main" id="{2150A2DA-03E1-6641-7156-DEC4FE1A157E}"/>
                </a:ext>
              </a:extLst>
            </p:cNvPr>
            <p:cNvSpPr/>
            <p:nvPr/>
          </p:nvSpPr>
          <p:spPr>
            <a:xfrm>
              <a:off x="2935469" y="4279763"/>
              <a:ext cx="652099" cy="396288"/>
            </a:xfrm>
            <a:custGeom>
              <a:avLst/>
              <a:gdLst/>
              <a:ahLst/>
              <a:cxnLst/>
              <a:rect l="l" t="t" r="r" b="b"/>
              <a:pathLst>
                <a:path w="13124" h="7976" extrusionOk="0">
                  <a:moveTo>
                    <a:pt x="12784" y="3408"/>
                  </a:moveTo>
                  <a:lnTo>
                    <a:pt x="7236" y="241"/>
                  </a:lnTo>
                  <a:cubicBezTo>
                    <a:pt x="6816" y="0"/>
                    <a:pt x="6335" y="0"/>
                    <a:pt x="5915" y="241"/>
                  </a:cubicBezTo>
                  <a:lnTo>
                    <a:pt x="340" y="3408"/>
                  </a:lnTo>
                  <a:cubicBezTo>
                    <a:pt x="126" y="3533"/>
                    <a:pt x="1" y="3738"/>
                    <a:pt x="1" y="3988"/>
                  </a:cubicBezTo>
                  <a:cubicBezTo>
                    <a:pt x="1" y="4238"/>
                    <a:pt x="126" y="4443"/>
                    <a:pt x="340" y="4568"/>
                  </a:cubicBezTo>
                  <a:lnTo>
                    <a:pt x="5897" y="7735"/>
                  </a:lnTo>
                  <a:cubicBezTo>
                    <a:pt x="6317" y="7975"/>
                    <a:pt x="6798" y="7975"/>
                    <a:pt x="7218" y="7735"/>
                  </a:cubicBezTo>
                  <a:lnTo>
                    <a:pt x="12784" y="4559"/>
                  </a:lnTo>
                  <a:cubicBezTo>
                    <a:pt x="12999" y="4443"/>
                    <a:pt x="13123" y="4229"/>
                    <a:pt x="13123" y="3988"/>
                  </a:cubicBezTo>
                  <a:cubicBezTo>
                    <a:pt x="13123" y="3738"/>
                    <a:pt x="12999" y="3524"/>
                    <a:pt x="12784" y="340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271;p43">
              <a:extLst>
                <a:ext uri="{FF2B5EF4-FFF2-40B4-BE49-F238E27FC236}">
                  <a16:creationId xmlns:a16="http://schemas.microsoft.com/office/drawing/2014/main" id="{3B025185-0FD3-3C6C-D1A3-83FEB49F3C3A}"/>
                </a:ext>
              </a:extLst>
            </p:cNvPr>
            <p:cNvSpPr/>
            <p:nvPr/>
          </p:nvSpPr>
          <p:spPr>
            <a:xfrm>
              <a:off x="2935469" y="4262026"/>
              <a:ext cx="652099" cy="396288"/>
            </a:xfrm>
            <a:custGeom>
              <a:avLst/>
              <a:gdLst/>
              <a:ahLst/>
              <a:cxnLst/>
              <a:rect l="l" t="t" r="r" b="b"/>
              <a:pathLst>
                <a:path w="13124" h="7976" extrusionOk="0">
                  <a:moveTo>
                    <a:pt x="12784" y="3408"/>
                  </a:moveTo>
                  <a:lnTo>
                    <a:pt x="7236" y="241"/>
                  </a:lnTo>
                  <a:cubicBezTo>
                    <a:pt x="6816" y="0"/>
                    <a:pt x="6335" y="0"/>
                    <a:pt x="5915" y="241"/>
                  </a:cubicBezTo>
                  <a:lnTo>
                    <a:pt x="340" y="3408"/>
                  </a:lnTo>
                  <a:cubicBezTo>
                    <a:pt x="126" y="3533"/>
                    <a:pt x="1" y="3738"/>
                    <a:pt x="1" y="3988"/>
                  </a:cubicBezTo>
                  <a:cubicBezTo>
                    <a:pt x="1" y="4238"/>
                    <a:pt x="126" y="4443"/>
                    <a:pt x="340" y="4568"/>
                  </a:cubicBezTo>
                  <a:lnTo>
                    <a:pt x="5897" y="7735"/>
                  </a:lnTo>
                  <a:cubicBezTo>
                    <a:pt x="6317" y="7976"/>
                    <a:pt x="6798" y="7976"/>
                    <a:pt x="7218" y="7735"/>
                  </a:cubicBezTo>
                  <a:lnTo>
                    <a:pt x="12784" y="4559"/>
                  </a:lnTo>
                  <a:cubicBezTo>
                    <a:pt x="12999" y="4443"/>
                    <a:pt x="13123" y="4229"/>
                    <a:pt x="13123" y="3988"/>
                  </a:cubicBezTo>
                  <a:cubicBezTo>
                    <a:pt x="13123" y="3738"/>
                    <a:pt x="12999" y="3524"/>
                    <a:pt x="12784" y="340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272;p43">
              <a:extLst>
                <a:ext uri="{FF2B5EF4-FFF2-40B4-BE49-F238E27FC236}">
                  <a16:creationId xmlns:a16="http://schemas.microsoft.com/office/drawing/2014/main" id="{05BBCC37-CE65-C496-D106-238DF5A98722}"/>
                </a:ext>
              </a:extLst>
            </p:cNvPr>
            <p:cNvSpPr/>
            <p:nvPr/>
          </p:nvSpPr>
          <p:spPr>
            <a:xfrm>
              <a:off x="2943021" y="4266000"/>
              <a:ext cx="636994" cy="379444"/>
            </a:xfrm>
            <a:custGeom>
              <a:avLst/>
              <a:gdLst/>
              <a:ahLst/>
              <a:cxnLst/>
              <a:rect l="l" t="t" r="r" b="b"/>
              <a:pathLst>
                <a:path w="12820" h="7637" extrusionOk="0">
                  <a:moveTo>
                    <a:pt x="12490" y="3328"/>
                  </a:moveTo>
                  <a:lnTo>
                    <a:pt x="7066" y="232"/>
                  </a:lnTo>
                  <a:cubicBezTo>
                    <a:pt x="6655" y="0"/>
                    <a:pt x="6191" y="0"/>
                    <a:pt x="5781" y="232"/>
                  </a:cubicBezTo>
                  <a:lnTo>
                    <a:pt x="330" y="3328"/>
                  </a:lnTo>
                  <a:cubicBezTo>
                    <a:pt x="125" y="3453"/>
                    <a:pt x="0" y="3658"/>
                    <a:pt x="0" y="3899"/>
                  </a:cubicBezTo>
                  <a:cubicBezTo>
                    <a:pt x="0" y="4140"/>
                    <a:pt x="125" y="4345"/>
                    <a:pt x="330" y="4461"/>
                  </a:cubicBezTo>
                  <a:cubicBezTo>
                    <a:pt x="5603" y="7467"/>
                    <a:pt x="6905" y="7637"/>
                    <a:pt x="12490" y="4461"/>
                  </a:cubicBezTo>
                  <a:cubicBezTo>
                    <a:pt x="12704" y="4336"/>
                    <a:pt x="12820" y="4131"/>
                    <a:pt x="12820" y="3890"/>
                  </a:cubicBezTo>
                  <a:cubicBezTo>
                    <a:pt x="12820" y="3649"/>
                    <a:pt x="12704" y="3444"/>
                    <a:pt x="12490" y="332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273;p43">
              <a:extLst>
                <a:ext uri="{FF2B5EF4-FFF2-40B4-BE49-F238E27FC236}">
                  <a16:creationId xmlns:a16="http://schemas.microsoft.com/office/drawing/2014/main" id="{ABFBD8FF-C7B7-8248-3766-1B243EDDC8F6}"/>
                </a:ext>
              </a:extLst>
            </p:cNvPr>
            <p:cNvSpPr/>
            <p:nvPr/>
          </p:nvSpPr>
          <p:spPr>
            <a:xfrm>
              <a:off x="3034345" y="3945525"/>
              <a:ext cx="455237" cy="617485"/>
            </a:xfrm>
            <a:custGeom>
              <a:avLst/>
              <a:gdLst/>
              <a:ahLst/>
              <a:cxnLst/>
              <a:rect l="l" t="t" r="r" b="b"/>
              <a:pathLst>
                <a:path w="9162" h="12428" extrusionOk="0">
                  <a:moveTo>
                    <a:pt x="143" y="9403"/>
                  </a:moveTo>
                  <a:cubicBezTo>
                    <a:pt x="107" y="9475"/>
                    <a:pt x="80" y="9564"/>
                    <a:pt x="54" y="9644"/>
                  </a:cubicBezTo>
                  <a:lnTo>
                    <a:pt x="0" y="9778"/>
                  </a:lnTo>
                  <a:lnTo>
                    <a:pt x="27" y="9778"/>
                  </a:lnTo>
                  <a:cubicBezTo>
                    <a:pt x="9" y="9849"/>
                    <a:pt x="0" y="9921"/>
                    <a:pt x="0" y="10001"/>
                  </a:cubicBezTo>
                  <a:cubicBezTo>
                    <a:pt x="0" y="11339"/>
                    <a:pt x="2052" y="12428"/>
                    <a:pt x="4585" y="12428"/>
                  </a:cubicBezTo>
                  <a:cubicBezTo>
                    <a:pt x="7110" y="12428"/>
                    <a:pt x="9162" y="11339"/>
                    <a:pt x="9162" y="10001"/>
                  </a:cubicBezTo>
                  <a:cubicBezTo>
                    <a:pt x="9162" y="9921"/>
                    <a:pt x="9153" y="9849"/>
                    <a:pt x="9135" y="9778"/>
                  </a:cubicBezTo>
                  <a:lnTo>
                    <a:pt x="9162" y="9778"/>
                  </a:lnTo>
                  <a:lnTo>
                    <a:pt x="9108" y="9644"/>
                  </a:lnTo>
                  <a:cubicBezTo>
                    <a:pt x="9082" y="9564"/>
                    <a:pt x="9055" y="9484"/>
                    <a:pt x="9019" y="9403"/>
                  </a:cubicBezTo>
                  <a:lnTo>
                    <a:pt x="5808" y="911"/>
                  </a:lnTo>
                  <a:cubicBezTo>
                    <a:pt x="5594" y="349"/>
                    <a:pt x="5130" y="1"/>
                    <a:pt x="4585" y="1"/>
                  </a:cubicBezTo>
                  <a:cubicBezTo>
                    <a:pt x="4032" y="1"/>
                    <a:pt x="3568" y="349"/>
                    <a:pt x="3354" y="91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274;p43">
              <a:extLst>
                <a:ext uri="{FF2B5EF4-FFF2-40B4-BE49-F238E27FC236}">
                  <a16:creationId xmlns:a16="http://schemas.microsoft.com/office/drawing/2014/main" id="{209CC46E-C6BA-D335-1577-F72149254C26}"/>
                </a:ext>
              </a:extLst>
            </p:cNvPr>
            <p:cNvSpPr/>
            <p:nvPr/>
          </p:nvSpPr>
          <p:spPr>
            <a:xfrm>
              <a:off x="3021800" y="4370350"/>
              <a:ext cx="491409" cy="195053"/>
            </a:xfrm>
            <a:custGeom>
              <a:avLst/>
              <a:gdLst/>
              <a:ahLst/>
              <a:cxnLst/>
              <a:rect l="l" t="t" r="r" b="b"/>
              <a:pathLst>
                <a:path w="9635" h="3926" extrusionOk="0">
                  <a:moveTo>
                    <a:pt x="607" y="0"/>
                  </a:moveTo>
                  <a:cubicBezTo>
                    <a:pt x="446" y="429"/>
                    <a:pt x="286" y="848"/>
                    <a:pt x="125" y="1276"/>
                  </a:cubicBezTo>
                  <a:cubicBezTo>
                    <a:pt x="0" y="3033"/>
                    <a:pt x="2650" y="3926"/>
                    <a:pt x="4710" y="3926"/>
                  </a:cubicBezTo>
                  <a:cubicBezTo>
                    <a:pt x="5933" y="3926"/>
                    <a:pt x="9635" y="3355"/>
                    <a:pt x="9260" y="1276"/>
                  </a:cubicBezTo>
                  <a:cubicBezTo>
                    <a:pt x="9287" y="1276"/>
                    <a:pt x="8850" y="125"/>
                    <a:pt x="8805" y="0"/>
                  </a:cubicBezTo>
                  <a:cubicBezTo>
                    <a:pt x="8234" y="1026"/>
                    <a:pt x="6566" y="1660"/>
                    <a:pt x="4710" y="1660"/>
                  </a:cubicBezTo>
                  <a:cubicBezTo>
                    <a:pt x="2846" y="1660"/>
                    <a:pt x="1169" y="999"/>
                    <a:pt x="607" y="0"/>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75;p43">
              <a:extLst>
                <a:ext uri="{FF2B5EF4-FFF2-40B4-BE49-F238E27FC236}">
                  <a16:creationId xmlns:a16="http://schemas.microsoft.com/office/drawing/2014/main" id="{956A0BAE-7012-3CE6-97B0-7EC1E5BE8A10}"/>
                </a:ext>
              </a:extLst>
            </p:cNvPr>
            <p:cNvSpPr/>
            <p:nvPr/>
          </p:nvSpPr>
          <p:spPr>
            <a:xfrm>
              <a:off x="3099037" y="4164045"/>
              <a:ext cx="324956" cy="179562"/>
            </a:xfrm>
            <a:custGeom>
              <a:avLst/>
              <a:gdLst/>
              <a:ahLst/>
              <a:cxnLst/>
              <a:rect l="l" t="t" r="r" b="b"/>
              <a:pathLst>
                <a:path w="6540" h="3614" extrusionOk="0">
                  <a:moveTo>
                    <a:pt x="0" y="1937"/>
                  </a:moveTo>
                  <a:cubicBezTo>
                    <a:pt x="295" y="2998"/>
                    <a:pt x="1624" y="3614"/>
                    <a:pt x="3283" y="3614"/>
                  </a:cubicBezTo>
                  <a:cubicBezTo>
                    <a:pt x="4934" y="3614"/>
                    <a:pt x="6388" y="2945"/>
                    <a:pt x="6540" y="1892"/>
                  </a:cubicBezTo>
                  <a:lnTo>
                    <a:pt x="5826" y="1"/>
                  </a:lnTo>
                  <a:cubicBezTo>
                    <a:pt x="5648" y="679"/>
                    <a:pt x="4639" y="1348"/>
                    <a:pt x="3283" y="1348"/>
                  </a:cubicBezTo>
                  <a:cubicBezTo>
                    <a:pt x="1919" y="1348"/>
                    <a:pt x="964" y="821"/>
                    <a:pt x="714" y="45"/>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276;p43">
              <a:extLst>
                <a:ext uri="{FF2B5EF4-FFF2-40B4-BE49-F238E27FC236}">
                  <a16:creationId xmlns:a16="http://schemas.microsoft.com/office/drawing/2014/main" id="{11A26923-F9BC-5E4A-7217-F1FF6586FA78}"/>
                </a:ext>
              </a:extLst>
            </p:cNvPr>
            <p:cNvSpPr/>
            <p:nvPr/>
          </p:nvSpPr>
          <p:spPr>
            <a:xfrm>
              <a:off x="3169940" y="3945525"/>
              <a:ext cx="184042" cy="169823"/>
            </a:xfrm>
            <a:custGeom>
              <a:avLst/>
              <a:gdLst/>
              <a:ahLst/>
              <a:cxnLst/>
              <a:rect l="l" t="t" r="r" b="b"/>
              <a:pathLst>
                <a:path w="3704" h="3418" extrusionOk="0">
                  <a:moveTo>
                    <a:pt x="1" y="2561"/>
                  </a:moveTo>
                  <a:cubicBezTo>
                    <a:pt x="197" y="3132"/>
                    <a:pt x="1107" y="3417"/>
                    <a:pt x="1856" y="3417"/>
                  </a:cubicBezTo>
                  <a:cubicBezTo>
                    <a:pt x="2597" y="3417"/>
                    <a:pt x="3551" y="3096"/>
                    <a:pt x="3703" y="2561"/>
                  </a:cubicBezTo>
                  <a:lnTo>
                    <a:pt x="3079" y="911"/>
                  </a:lnTo>
                  <a:cubicBezTo>
                    <a:pt x="2865" y="349"/>
                    <a:pt x="2401" y="1"/>
                    <a:pt x="1856" y="1"/>
                  </a:cubicBezTo>
                  <a:cubicBezTo>
                    <a:pt x="1303" y="1"/>
                    <a:pt x="839" y="349"/>
                    <a:pt x="625" y="91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905;p36">
            <a:extLst>
              <a:ext uri="{FF2B5EF4-FFF2-40B4-BE49-F238E27FC236}">
                <a16:creationId xmlns:a16="http://schemas.microsoft.com/office/drawing/2014/main" id="{06FECC60-C817-204C-3652-AFF438A26069}"/>
              </a:ext>
            </a:extLst>
          </p:cNvPr>
          <p:cNvSpPr/>
          <p:nvPr/>
        </p:nvSpPr>
        <p:spPr>
          <a:xfrm rot="-5400000" flipH="1">
            <a:off x="681590" y="711250"/>
            <a:ext cx="457800" cy="152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904;p36">
            <a:extLst>
              <a:ext uri="{FF2B5EF4-FFF2-40B4-BE49-F238E27FC236}">
                <a16:creationId xmlns:a16="http://schemas.microsoft.com/office/drawing/2014/main" id="{4CBDAF01-6FC6-F1D8-DDA4-633D2E5C039A}"/>
              </a:ext>
            </a:extLst>
          </p:cNvPr>
          <p:cNvSpPr/>
          <p:nvPr/>
        </p:nvSpPr>
        <p:spPr>
          <a:xfrm rot="5400000">
            <a:off x="7994974" y="711249"/>
            <a:ext cx="457800" cy="152401"/>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90904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8">
          <a:extLst>
            <a:ext uri="{FF2B5EF4-FFF2-40B4-BE49-F238E27FC236}">
              <a16:creationId xmlns:a16="http://schemas.microsoft.com/office/drawing/2014/main" id="{E046FB0A-09D6-CF55-6C0C-F29F6DF6A3FA}"/>
            </a:ext>
          </a:extLst>
        </p:cNvPr>
        <p:cNvGrpSpPr/>
        <p:nvPr/>
      </p:nvGrpSpPr>
      <p:grpSpPr>
        <a:xfrm>
          <a:off x="0" y="0"/>
          <a:ext cx="0" cy="0"/>
          <a:chOff x="0" y="0"/>
          <a:chExt cx="0" cy="0"/>
        </a:xfrm>
      </p:grpSpPr>
      <p:sp>
        <p:nvSpPr>
          <p:cNvPr id="899" name="Google Shape;899;p36">
            <a:extLst>
              <a:ext uri="{FF2B5EF4-FFF2-40B4-BE49-F238E27FC236}">
                <a16:creationId xmlns:a16="http://schemas.microsoft.com/office/drawing/2014/main" id="{D8967814-3AD8-353B-D51D-30A5F653D449}"/>
              </a:ext>
            </a:extLst>
          </p:cNvPr>
          <p:cNvSpPr txBox="1">
            <a:spLocks noGrp="1"/>
          </p:cNvSpPr>
          <p:nvPr>
            <p:ph type="ctrTitle"/>
          </p:nvPr>
        </p:nvSpPr>
        <p:spPr>
          <a:xfrm>
            <a:off x="713250" y="470050"/>
            <a:ext cx="7717500" cy="63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LITERATURE SURVEY</a:t>
            </a:r>
            <a:endParaRPr dirty="0"/>
          </a:p>
        </p:txBody>
      </p:sp>
      <p:sp>
        <p:nvSpPr>
          <p:cNvPr id="904" name="Google Shape;904;p36">
            <a:extLst>
              <a:ext uri="{FF2B5EF4-FFF2-40B4-BE49-F238E27FC236}">
                <a16:creationId xmlns:a16="http://schemas.microsoft.com/office/drawing/2014/main" id="{97FB01AE-DE9F-C14E-A0E8-DF81155E5FEB}"/>
              </a:ext>
            </a:extLst>
          </p:cNvPr>
          <p:cNvSpPr/>
          <p:nvPr/>
        </p:nvSpPr>
        <p:spPr>
          <a:xfrm rot="5400000">
            <a:off x="7962591" y="745450"/>
            <a:ext cx="457800" cy="840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6">
            <a:extLst>
              <a:ext uri="{FF2B5EF4-FFF2-40B4-BE49-F238E27FC236}">
                <a16:creationId xmlns:a16="http://schemas.microsoft.com/office/drawing/2014/main" id="{7ED69DBF-86DF-F0A8-57D2-C703B987E965}"/>
              </a:ext>
            </a:extLst>
          </p:cNvPr>
          <p:cNvSpPr/>
          <p:nvPr/>
        </p:nvSpPr>
        <p:spPr>
          <a:xfrm rot="-5400000" flipH="1">
            <a:off x="723591" y="745450"/>
            <a:ext cx="457800" cy="840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Rectangle 3">
            <a:extLst>
              <a:ext uri="{FF2B5EF4-FFF2-40B4-BE49-F238E27FC236}">
                <a16:creationId xmlns:a16="http://schemas.microsoft.com/office/drawing/2014/main" id="{B4BE4D9F-77CD-C9E7-DCEA-E80C8B488EA5}"/>
              </a:ext>
            </a:extLst>
          </p:cNvPr>
          <p:cNvSpPr/>
          <p:nvPr/>
        </p:nvSpPr>
        <p:spPr>
          <a:xfrm>
            <a:off x="713250" y="1272845"/>
            <a:ext cx="7717500" cy="348935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dirty="0">
                <a:latin typeface="Times New Roman" panose="02020603050405020304" pitchFamily="18" charset="0"/>
                <a:cs typeface="Times New Roman" panose="02020603050405020304" pitchFamily="18" charset="0"/>
              </a:rPr>
              <a:t>Shastri, A., and Singh, R. [1] propose a smart parking solution based on wireless sensor networks (WSN) deployed in multi-level parking lots. This system capitalizes on ZigBee protocol for sensor data communication to maintain low power consumption. Sensors placed at each parking slot detect the presence of vehicles and relay real-time status to a central coordinator. The system also supports historical data analysis to predict peak parking times and optimize management. Limitation: Their system is less suitable for outdoor parking lots where signal interference and environmental factors may affect wireless communication quality.</a:t>
            </a:r>
          </a:p>
          <a:p>
            <a:pPr algn="just"/>
            <a:r>
              <a:rPr lang="en-US" dirty="0">
                <a:latin typeface="Times New Roman" panose="02020603050405020304" pitchFamily="18" charset="0"/>
                <a:cs typeface="Times New Roman" panose="02020603050405020304" pitchFamily="18" charset="0"/>
              </a:rPr>
              <a:t>Wang, C. et al. [2] investigate an IoT-enabled smart parking system that incorporates vision-based sensing technologies complemented by ultrasonic sensors. The system uses cameras strategically positioned to capture parking occupancy while ultrasonic sensors provide supplementary data for confirmation. These inputs are processed via edge computing units to reduce data transmission latency. The system aims for a high detection accuracy and real-time response. Limitation: Camera-based solutions raise privacy issues and require substantial processing power and bandwidth</a:t>
            </a:r>
            <a:r>
              <a:rPr lang="en-US" dirty="0"/>
              <a:t>.</a:t>
            </a:r>
            <a:endParaRPr lang="en-IN" dirty="0"/>
          </a:p>
        </p:txBody>
      </p:sp>
      <p:grpSp>
        <p:nvGrpSpPr>
          <p:cNvPr id="2" name="Google Shape;1268;p43">
            <a:extLst>
              <a:ext uri="{FF2B5EF4-FFF2-40B4-BE49-F238E27FC236}">
                <a16:creationId xmlns:a16="http://schemas.microsoft.com/office/drawing/2014/main" id="{EF8A7B4D-6D37-5009-D375-D0A2D442EB7C}"/>
              </a:ext>
            </a:extLst>
          </p:cNvPr>
          <p:cNvGrpSpPr/>
          <p:nvPr/>
        </p:nvGrpSpPr>
        <p:grpSpPr>
          <a:xfrm>
            <a:off x="-396183" y="4135524"/>
            <a:ext cx="1041993" cy="1141205"/>
            <a:chOff x="2914650" y="3945525"/>
            <a:chExt cx="693737" cy="759791"/>
          </a:xfrm>
        </p:grpSpPr>
        <p:sp>
          <p:nvSpPr>
            <p:cNvPr id="3" name="Google Shape;1269;p43">
              <a:extLst>
                <a:ext uri="{FF2B5EF4-FFF2-40B4-BE49-F238E27FC236}">
                  <a16:creationId xmlns:a16="http://schemas.microsoft.com/office/drawing/2014/main" id="{8B88A0CD-7711-A862-3EE7-701FC9D05793}"/>
                </a:ext>
              </a:extLst>
            </p:cNvPr>
            <p:cNvSpPr/>
            <p:nvPr/>
          </p:nvSpPr>
          <p:spPr>
            <a:xfrm>
              <a:off x="2914650" y="4283291"/>
              <a:ext cx="693737" cy="422024"/>
            </a:xfrm>
            <a:custGeom>
              <a:avLst/>
              <a:gdLst/>
              <a:ahLst/>
              <a:cxnLst/>
              <a:rect l="l" t="t" r="r" b="b"/>
              <a:pathLst>
                <a:path w="13962" h="8494" extrusionOk="0">
                  <a:moveTo>
                    <a:pt x="13605" y="3622"/>
                  </a:moveTo>
                  <a:lnTo>
                    <a:pt x="7699" y="259"/>
                  </a:lnTo>
                  <a:cubicBezTo>
                    <a:pt x="7253" y="0"/>
                    <a:pt x="6745" y="0"/>
                    <a:pt x="6299" y="259"/>
                  </a:cubicBezTo>
                  <a:lnTo>
                    <a:pt x="357" y="3631"/>
                  </a:lnTo>
                  <a:cubicBezTo>
                    <a:pt x="134" y="3756"/>
                    <a:pt x="0" y="3979"/>
                    <a:pt x="0" y="4247"/>
                  </a:cubicBezTo>
                  <a:cubicBezTo>
                    <a:pt x="0" y="4506"/>
                    <a:pt x="134" y="4729"/>
                    <a:pt x="357" y="4862"/>
                  </a:cubicBezTo>
                  <a:lnTo>
                    <a:pt x="6281" y="8234"/>
                  </a:lnTo>
                  <a:cubicBezTo>
                    <a:pt x="6727" y="8493"/>
                    <a:pt x="7235" y="8493"/>
                    <a:pt x="7681" y="8234"/>
                  </a:cubicBezTo>
                  <a:lnTo>
                    <a:pt x="13605" y="4853"/>
                  </a:lnTo>
                  <a:cubicBezTo>
                    <a:pt x="13828" y="4729"/>
                    <a:pt x="13962" y="4506"/>
                    <a:pt x="13962" y="4238"/>
                  </a:cubicBezTo>
                  <a:cubicBezTo>
                    <a:pt x="13962" y="3979"/>
                    <a:pt x="13828" y="3756"/>
                    <a:pt x="13605" y="362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270;p43">
              <a:extLst>
                <a:ext uri="{FF2B5EF4-FFF2-40B4-BE49-F238E27FC236}">
                  <a16:creationId xmlns:a16="http://schemas.microsoft.com/office/drawing/2014/main" id="{8AA0AAA4-8F1E-910C-966F-5B2098FBBA1E}"/>
                </a:ext>
              </a:extLst>
            </p:cNvPr>
            <p:cNvSpPr/>
            <p:nvPr/>
          </p:nvSpPr>
          <p:spPr>
            <a:xfrm>
              <a:off x="2935469" y="4279763"/>
              <a:ext cx="652099" cy="396288"/>
            </a:xfrm>
            <a:custGeom>
              <a:avLst/>
              <a:gdLst/>
              <a:ahLst/>
              <a:cxnLst/>
              <a:rect l="l" t="t" r="r" b="b"/>
              <a:pathLst>
                <a:path w="13124" h="7976" extrusionOk="0">
                  <a:moveTo>
                    <a:pt x="12784" y="3408"/>
                  </a:moveTo>
                  <a:lnTo>
                    <a:pt x="7236" y="241"/>
                  </a:lnTo>
                  <a:cubicBezTo>
                    <a:pt x="6816" y="0"/>
                    <a:pt x="6335" y="0"/>
                    <a:pt x="5915" y="241"/>
                  </a:cubicBezTo>
                  <a:lnTo>
                    <a:pt x="340" y="3408"/>
                  </a:lnTo>
                  <a:cubicBezTo>
                    <a:pt x="126" y="3533"/>
                    <a:pt x="1" y="3738"/>
                    <a:pt x="1" y="3988"/>
                  </a:cubicBezTo>
                  <a:cubicBezTo>
                    <a:pt x="1" y="4238"/>
                    <a:pt x="126" y="4443"/>
                    <a:pt x="340" y="4568"/>
                  </a:cubicBezTo>
                  <a:lnTo>
                    <a:pt x="5897" y="7735"/>
                  </a:lnTo>
                  <a:cubicBezTo>
                    <a:pt x="6317" y="7975"/>
                    <a:pt x="6798" y="7975"/>
                    <a:pt x="7218" y="7735"/>
                  </a:cubicBezTo>
                  <a:lnTo>
                    <a:pt x="12784" y="4559"/>
                  </a:lnTo>
                  <a:cubicBezTo>
                    <a:pt x="12999" y="4443"/>
                    <a:pt x="13123" y="4229"/>
                    <a:pt x="13123" y="3988"/>
                  </a:cubicBezTo>
                  <a:cubicBezTo>
                    <a:pt x="13123" y="3738"/>
                    <a:pt x="12999" y="3524"/>
                    <a:pt x="12784" y="340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271;p43">
              <a:extLst>
                <a:ext uri="{FF2B5EF4-FFF2-40B4-BE49-F238E27FC236}">
                  <a16:creationId xmlns:a16="http://schemas.microsoft.com/office/drawing/2014/main" id="{39F6C179-ED56-398D-67E7-C0233F5024E4}"/>
                </a:ext>
              </a:extLst>
            </p:cNvPr>
            <p:cNvSpPr/>
            <p:nvPr/>
          </p:nvSpPr>
          <p:spPr>
            <a:xfrm>
              <a:off x="2935469" y="4262026"/>
              <a:ext cx="652099" cy="396288"/>
            </a:xfrm>
            <a:custGeom>
              <a:avLst/>
              <a:gdLst/>
              <a:ahLst/>
              <a:cxnLst/>
              <a:rect l="l" t="t" r="r" b="b"/>
              <a:pathLst>
                <a:path w="13124" h="7976" extrusionOk="0">
                  <a:moveTo>
                    <a:pt x="12784" y="3408"/>
                  </a:moveTo>
                  <a:lnTo>
                    <a:pt x="7236" y="241"/>
                  </a:lnTo>
                  <a:cubicBezTo>
                    <a:pt x="6816" y="0"/>
                    <a:pt x="6335" y="0"/>
                    <a:pt x="5915" y="241"/>
                  </a:cubicBezTo>
                  <a:lnTo>
                    <a:pt x="340" y="3408"/>
                  </a:lnTo>
                  <a:cubicBezTo>
                    <a:pt x="126" y="3533"/>
                    <a:pt x="1" y="3738"/>
                    <a:pt x="1" y="3988"/>
                  </a:cubicBezTo>
                  <a:cubicBezTo>
                    <a:pt x="1" y="4238"/>
                    <a:pt x="126" y="4443"/>
                    <a:pt x="340" y="4568"/>
                  </a:cubicBezTo>
                  <a:lnTo>
                    <a:pt x="5897" y="7735"/>
                  </a:lnTo>
                  <a:cubicBezTo>
                    <a:pt x="6317" y="7976"/>
                    <a:pt x="6798" y="7976"/>
                    <a:pt x="7218" y="7735"/>
                  </a:cubicBezTo>
                  <a:lnTo>
                    <a:pt x="12784" y="4559"/>
                  </a:lnTo>
                  <a:cubicBezTo>
                    <a:pt x="12999" y="4443"/>
                    <a:pt x="13123" y="4229"/>
                    <a:pt x="13123" y="3988"/>
                  </a:cubicBezTo>
                  <a:cubicBezTo>
                    <a:pt x="13123" y="3738"/>
                    <a:pt x="12999" y="3524"/>
                    <a:pt x="12784" y="340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272;p43">
              <a:extLst>
                <a:ext uri="{FF2B5EF4-FFF2-40B4-BE49-F238E27FC236}">
                  <a16:creationId xmlns:a16="http://schemas.microsoft.com/office/drawing/2014/main" id="{139FFA7F-FD4B-BEC8-DDF0-76552CEDDE4B}"/>
                </a:ext>
              </a:extLst>
            </p:cNvPr>
            <p:cNvSpPr/>
            <p:nvPr/>
          </p:nvSpPr>
          <p:spPr>
            <a:xfrm>
              <a:off x="2943021" y="4266000"/>
              <a:ext cx="636994" cy="379444"/>
            </a:xfrm>
            <a:custGeom>
              <a:avLst/>
              <a:gdLst/>
              <a:ahLst/>
              <a:cxnLst/>
              <a:rect l="l" t="t" r="r" b="b"/>
              <a:pathLst>
                <a:path w="12820" h="7637" extrusionOk="0">
                  <a:moveTo>
                    <a:pt x="12490" y="3328"/>
                  </a:moveTo>
                  <a:lnTo>
                    <a:pt x="7066" y="232"/>
                  </a:lnTo>
                  <a:cubicBezTo>
                    <a:pt x="6655" y="0"/>
                    <a:pt x="6191" y="0"/>
                    <a:pt x="5781" y="232"/>
                  </a:cubicBezTo>
                  <a:lnTo>
                    <a:pt x="330" y="3328"/>
                  </a:lnTo>
                  <a:cubicBezTo>
                    <a:pt x="125" y="3453"/>
                    <a:pt x="0" y="3658"/>
                    <a:pt x="0" y="3899"/>
                  </a:cubicBezTo>
                  <a:cubicBezTo>
                    <a:pt x="0" y="4140"/>
                    <a:pt x="125" y="4345"/>
                    <a:pt x="330" y="4461"/>
                  </a:cubicBezTo>
                  <a:cubicBezTo>
                    <a:pt x="5603" y="7467"/>
                    <a:pt x="6905" y="7637"/>
                    <a:pt x="12490" y="4461"/>
                  </a:cubicBezTo>
                  <a:cubicBezTo>
                    <a:pt x="12704" y="4336"/>
                    <a:pt x="12820" y="4131"/>
                    <a:pt x="12820" y="3890"/>
                  </a:cubicBezTo>
                  <a:cubicBezTo>
                    <a:pt x="12820" y="3649"/>
                    <a:pt x="12704" y="3444"/>
                    <a:pt x="12490" y="332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273;p43">
              <a:extLst>
                <a:ext uri="{FF2B5EF4-FFF2-40B4-BE49-F238E27FC236}">
                  <a16:creationId xmlns:a16="http://schemas.microsoft.com/office/drawing/2014/main" id="{19E8F42C-0BAC-9D95-1B58-437175C64315}"/>
                </a:ext>
              </a:extLst>
            </p:cNvPr>
            <p:cNvSpPr/>
            <p:nvPr/>
          </p:nvSpPr>
          <p:spPr>
            <a:xfrm>
              <a:off x="3034345" y="3945525"/>
              <a:ext cx="455237" cy="617485"/>
            </a:xfrm>
            <a:custGeom>
              <a:avLst/>
              <a:gdLst/>
              <a:ahLst/>
              <a:cxnLst/>
              <a:rect l="l" t="t" r="r" b="b"/>
              <a:pathLst>
                <a:path w="9162" h="12428" extrusionOk="0">
                  <a:moveTo>
                    <a:pt x="143" y="9403"/>
                  </a:moveTo>
                  <a:cubicBezTo>
                    <a:pt x="107" y="9475"/>
                    <a:pt x="80" y="9564"/>
                    <a:pt x="54" y="9644"/>
                  </a:cubicBezTo>
                  <a:lnTo>
                    <a:pt x="0" y="9778"/>
                  </a:lnTo>
                  <a:lnTo>
                    <a:pt x="27" y="9778"/>
                  </a:lnTo>
                  <a:cubicBezTo>
                    <a:pt x="9" y="9849"/>
                    <a:pt x="0" y="9921"/>
                    <a:pt x="0" y="10001"/>
                  </a:cubicBezTo>
                  <a:cubicBezTo>
                    <a:pt x="0" y="11339"/>
                    <a:pt x="2052" y="12428"/>
                    <a:pt x="4585" y="12428"/>
                  </a:cubicBezTo>
                  <a:cubicBezTo>
                    <a:pt x="7110" y="12428"/>
                    <a:pt x="9162" y="11339"/>
                    <a:pt x="9162" y="10001"/>
                  </a:cubicBezTo>
                  <a:cubicBezTo>
                    <a:pt x="9162" y="9921"/>
                    <a:pt x="9153" y="9849"/>
                    <a:pt x="9135" y="9778"/>
                  </a:cubicBezTo>
                  <a:lnTo>
                    <a:pt x="9162" y="9778"/>
                  </a:lnTo>
                  <a:lnTo>
                    <a:pt x="9108" y="9644"/>
                  </a:lnTo>
                  <a:cubicBezTo>
                    <a:pt x="9082" y="9564"/>
                    <a:pt x="9055" y="9484"/>
                    <a:pt x="9019" y="9403"/>
                  </a:cubicBezTo>
                  <a:lnTo>
                    <a:pt x="5808" y="911"/>
                  </a:lnTo>
                  <a:cubicBezTo>
                    <a:pt x="5594" y="349"/>
                    <a:pt x="5130" y="1"/>
                    <a:pt x="4585" y="1"/>
                  </a:cubicBezTo>
                  <a:cubicBezTo>
                    <a:pt x="4032" y="1"/>
                    <a:pt x="3568" y="349"/>
                    <a:pt x="3354" y="91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274;p43">
              <a:extLst>
                <a:ext uri="{FF2B5EF4-FFF2-40B4-BE49-F238E27FC236}">
                  <a16:creationId xmlns:a16="http://schemas.microsoft.com/office/drawing/2014/main" id="{75809BC2-F7CA-E56F-5943-9442254C5169}"/>
                </a:ext>
              </a:extLst>
            </p:cNvPr>
            <p:cNvSpPr/>
            <p:nvPr/>
          </p:nvSpPr>
          <p:spPr>
            <a:xfrm>
              <a:off x="3021800" y="4370350"/>
              <a:ext cx="491409" cy="195053"/>
            </a:xfrm>
            <a:custGeom>
              <a:avLst/>
              <a:gdLst/>
              <a:ahLst/>
              <a:cxnLst/>
              <a:rect l="l" t="t" r="r" b="b"/>
              <a:pathLst>
                <a:path w="9635" h="3926" extrusionOk="0">
                  <a:moveTo>
                    <a:pt x="607" y="0"/>
                  </a:moveTo>
                  <a:cubicBezTo>
                    <a:pt x="446" y="429"/>
                    <a:pt x="286" y="848"/>
                    <a:pt x="125" y="1276"/>
                  </a:cubicBezTo>
                  <a:cubicBezTo>
                    <a:pt x="0" y="3033"/>
                    <a:pt x="2650" y="3926"/>
                    <a:pt x="4710" y="3926"/>
                  </a:cubicBezTo>
                  <a:cubicBezTo>
                    <a:pt x="5933" y="3926"/>
                    <a:pt x="9635" y="3355"/>
                    <a:pt x="9260" y="1276"/>
                  </a:cubicBezTo>
                  <a:cubicBezTo>
                    <a:pt x="9287" y="1276"/>
                    <a:pt x="8850" y="125"/>
                    <a:pt x="8805" y="0"/>
                  </a:cubicBezTo>
                  <a:cubicBezTo>
                    <a:pt x="8234" y="1026"/>
                    <a:pt x="6566" y="1660"/>
                    <a:pt x="4710" y="1660"/>
                  </a:cubicBezTo>
                  <a:cubicBezTo>
                    <a:pt x="2846" y="1660"/>
                    <a:pt x="1169" y="999"/>
                    <a:pt x="607" y="0"/>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275;p43">
              <a:extLst>
                <a:ext uri="{FF2B5EF4-FFF2-40B4-BE49-F238E27FC236}">
                  <a16:creationId xmlns:a16="http://schemas.microsoft.com/office/drawing/2014/main" id="{00801BDB-E2EA-EAE9-A6B4-3908AAD1CB91}"/>
                </a:ext>
              </a:extLst>
            </p:cNvPr>
            <p:cNvSpPr/>
            <p:nvPr/>
          </p:nvSpPr>
          <p:spPr>
            <a:xfrm>
              <a:off x="3099037" y="4164045"/>
              <a:ext cx="324956" cy="179562"/>
            </a:xfrm>
            <a:custGeom>
              <a:avLst/>
              <a:gdLst/>
              <a:ahLst/>
              <a:cxnLst/>
              <a:rect l="l" t="t" r="r" b="b"/>
              <a:pathLst>
                <a:path w="6540" h="3614" extrusionOk="0">
                  <a:moveTo>
                    <a:pt x="0" y="1937"/>
                  </a:moveTo>
                  <a:cubicBezTo>
                    <a:pt x="295" y="2998"/>
                    <a:pt x="1624" y="3614"/>
                    <a:pt x="3283" y="3614"/>
                  </a:cubicBezTo>
                  <a:cubicBezTo>
                    <a:pt x="4934" y="3614"/>
                    <a:pt x="6388" y="2945"/>
                    <a:pt x="6540" y="1892"/>
                  </a:cubicBezTo>
                  <a:lnTo>
                    <a:pt x="5826" y="1"/>
                  </a:lnTo>
                  <a:cubicBezTo>
                    <a:pt x="5648" y="679"/>
                    <a:pt x="4639" y="1348"/>
                    <a:pt x="3283" y="1348"/>
                  </a:cubicBezTo>
                  <a:cubicBezTo>
                    <a:pt x="1919" y="1348"/>
                    <a:pt x="964" y="821"/>
                    <a:pt x="714" y="45"/>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276;p43">
              <a:extLst>
                <a:ext uri="{FF2B5EF4-FFF2-40B4-BE49-F238E27FC236}">
                  <a16:creationId xmlns:a16="http://schemas.microsoft.com/office/drawing/2014/main" id="{D4E8A532-787A-926B-02C1-8B2480C20E8B}"/>
                </a:ext>
              </a:extLst>
            </p:cNvPr>
            <p:cNvSpPr/>
            <p:nvPr/>
          </p:nvSpPr>
          <p:spPr>
            <a:xfrm>
              <a:off x="3169940" y="3945525"/>
              <a:ext cx="184042" cy="169823"/>
            </a:xfrm>
            <a:custGeom>
              <a:avLst/>
              <a:gdLst/>
              <a:ahLst/>
              <a:cxnLst/>
              <a:rect l="l" t="t" r="r" b="b"/>
              <a:pathLst>
                <a:path w="3704" h="3418" extrusionOk="0">
                  <a:moveTo>
                    <a:pt x="1" y="2561"/>
                  </a:moveTo>
                  <a:cubicBezTo>
                    <a:pt x="197" y="3132"/>
                    <a:pt x="1107" y="3417"/>
                    <a:pt x="1856" y="3417"/>
                  </a:cubicBezTo>
                  <a:cubicBezTo>
                    <a:pt x="2597" y="3417"/>
                    <a:pt x="3551" y="3096"/>
                    <a:pt x="3703" y="2561"/>
                  </a:cubicBezTo>
                  <a:lnTo>
                    <a:pt x="3079" y="911"/>
                  </a:lnTo>
                  <a:cubicBezTo>
                    <a:pt x="2865" y="349"/>
                    <a:pt x="2401" y="1"/>
                    <a:pt x="1856" y="1"/>
                  </a:cubicBezTo>
                  <a:cubicBezTo>
                    <a:pt x="1303" y="1"/>
                    <a:pt x="839" y="349"/>
                    <a:pt x="625" y="91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947231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98">
          <a:extLst>
            <a:ext uri="{FF2B5EF4-FFF2-40B4-BE49-F238E27FC236}">
              <a16:creationId xmlns:a16="http://schemas.microsoft.com/office/drawing/2014/main" id="{9E70AB78-EE76-004F-AB98-8C4E6020B7EA}"/>
            </a:ext>
          </a:extLst>
        </p:cNvPr>
        <p:cNvGrpSpPr/>
        <p:nvPr/>
      </p:nvGrpSpPr>
      <p:grpSpPr>
        <a:xfrm>
          <a:off x="0" y="0"/>
          <a:ext cx="0" cy="0"/>
          <a:chOff x="0" y="0"/>
          <a:chExt cx="0" cy="0"/>
        </a:xfrm>
      </p:grpSpPr>
      <p:sp>
        <p:nvSpPr>
          <p:cNvPr id="904" name="Google Shape;904;p36">
            <a:extLst>
              <a:ext uri="{FF2B5EF4-FFF2-40B4-BE49-F238E27FC236}">
                <a16:creationId xmlns:a16="http://schemas.microsoft.com/office/drawing/2014/main" id="{707F9EAA-94D5-2D65-7E36-A8521954E246}"/>
              </a:ext>
            </a:extLst>
          </p:cNvPr>
          <p:cNvSpPr/>
          <p:nvPr/>
        </p:nvSpPr>
        <p:spPr>
          <a:xfrm rot="5400000">
            <a:off x="7962591" y="745450"/>
            <a:ext cx="457800" cy="840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6">
            <a:extLst>
              <a:ext uri="{FF2B5EF4-FFF2-40B4-BE49-F238E27FC236}">
                <a16:creationId xmlns:a16="http://schemas.microsoft.com/office/drawing/2014/main" id="{CA85A1F8-ACC5-1151-B672-43209DF82590}"/>
              </a:ext>
            </a:extLst>
          </p:cNvPr>
          <p:cNvSpPr/>
          <p:nvPr/>
        </p:nvSpPr>
        <p:spPr>
          <a:xfrm rot="-5400000" flipH="1">
            <a:off x="723591" y="745450"/>
            <a:ext cx="457800" cy="840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Rectangle 3">
            <a:extLst>
              <a:ext uri="{FF2B5EF4-FFF2-40B4-BE49-F238E27FC236}">
                <a16:creationId xmlns:a16="http://schemas.microsoft.com/office/drawing/2014/main" id="{F74AD780-D481-A942-C4A5-C8A9B68D0223}"/>
              </a:ext>
            </a:extLst>
          </p:cNvPr>
          <p:cNvSpPr/>
          <p:nvPr/>
        </p:nvSpPr>
        <p:spPr>
          <a:xfrm>
            <a:off x="713250" y="1272845"/>
            <a:ext cx="7717500" cy="348935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342900" indent="-342900" algn="just">
              <a:buFont typeface="+mj-lt"/>
              <a:buAutoNum type="arabicPeriod"/>
            </a:pPr>
            <a:r>
              <a:rPr lang="en-US" dirty="0">
                <a:latin typeface="Times New Roman" panose="02020603050405020304" pitchFamily="18" charset="0"/>
                <a:cs typeface="Times New Roman" panose="02020603050405020304" pitchFamily="18" charset="0"/>
              </a:rPr>
              <a:t>Time Efficiency: Drivers spend less time searching for parking spaces, reducing congestion and frustration.</a:t>
            </a:r>
          </a:p>
          <a:p>
            <a:pPr marL="342900" indent="-342900" algn="just">
              <a:buFont typeface="+mj-lt"/>
              <a:buAutoNum type="arabicPeriod"/>
            </a:pPr>
            <a:r>
              <a:rPr lang="en-US" dirty="0">
                <a:latin typeface="Times New Roman" panose="02020603050405020304" pitchFamily="18" charset="0"/>
                <a:cs typeface="Times New Roman" panose="02020603050405020304" pitchFamily="18" charset="0"/>
              </a:rPr>
              <a:t>Optimized Space Utilization: Parking spaces are efficiently managed, ensuring maximum usage of available spots.</a:t>
            </a:r>
          </a:p>
          <a:p>
            <a:pPr marL="342900" indent="-342900" algn="just">
              <a:buFont typeface="+mj-lt"/>
              <a:buAutoNum type="arabicPeriod"/>
            </a:pPr>
            <a:r>
              <a:rPr lang="en-US" dirty="0">
                <a:latin typeface="Times New Roman" panose="02020603050405020304" pitchFamily="18" charset="0"/>
                <a:cs typeface="Times New Roman" panose="02020603050405020304" pitchFamily="18" charset="0"/>
              </a:rPr>
              <a:t>Convenience: Features like real-time space availability, reservations, and automatic payments make the parking experience more convenient for users.</a:t>
            </a:r>
          </a:p>
          <a:p>
            <a:pPr marL="342900" indent="-342900" algn="just">
              <a:buFont typeface="+mj-lt"/>
              <a:buAutoNum type="arabicPeriod"/>
            </a:pPr>
            <a:r>
              <a:rPr lang="en-US" dirty="0">
                <a:latin typeface="Times New Roman" panose="02020603050405020304" pitchFamily="18" charset="0"/>
                <a:cs typeface="Times New Roman" panose="02020603050405020304" pitchFamily="18" charset="0"/>
              </a:rPr>
              <a:t>Reduced Traffic Congestion: By guiding drivers directly to available parking spaces, the system reduces unnecessary driving and decreases traffic within parking lots.</a:t>
            </a:r>
          </a:p>
          <a:p>
            <a:pPr marL="342900" indent="-342900" algn="just">
              <a:buFont typeface="+mj-lt"/>
              <a:buAutoNum type="arabicPeriod"/>
            </a:pPr>
            <a:r>
              <a:rPr lang="en-US" dirty="0">
                <a:latin typeface="Times New Roman" panose="02020603050405020304" pitchFamily="18" charset="0"/>
                <a:cs typeface="Times New Roman" panose="02020603050405020304" pitchFamily="18" charset="0"/>
              </a:rPr>
              <a:t>Environmentally Friendly: Reduced search time for parking spaces leads to lower fuel consumption and reduced emissions, contributing to a greener environment</a:t>
            </a:r>
            <a:r>
              <a:rPr lang="en-US" dirty="0"/>
              <a:t>.</a:t>
            </a:r>
            <a:endParaRPr lang="en-IN" dirty="0"/>
          </a:p>
        </p:txBody>
      </p:sp>
      <p:sp>
        <p:nvSpPr>
          <p:cNvPr id="3" name="Title 2">
            <a:extLst>
              <a:ext uri="{FF2B5EF4-FFF2-40B4-BE49-F238E27FC236}">
                <a16:creationId xmlns:a16="http://schemas.microsoft.com/office/drawing/2014/main" id="{8CD0EEF6-6121-CB40-6ADE-D0C574BEDC30}"/>
              </a:ext>
            </a:extLst>
          </p:cNvPr>
          <p:cNvSpPr>
            <a:spLocks noGrp="1"/>
          </p:cNvSpPr>
          <p:nvPr>
            <p:ph type="ctrTitle"/>
          </p:nvPr>
        </p:nvSpPr>
        <p:spPr>
          <a:xfrm>
            <a:off x="713250" y="426786"/>
            <a:ext cx="7717500" cy="634800"/>
          </a:xfrm>
        </p:spPr>
        <p:txBody>
          <a:bodyPr/>
          <a:lstStyle/>
          <a:p>
            <a:r>
              <a:rPr lang="en-US" dirty="0"/>
              <a:t>ADVANTAGES </a:t>
            </a:r>
            <a:endParaRPr lang="en-IN" dirty="0"/>
          </a:p>
        </p:txBody>
      </p:sp>
      <p:grpSp>
        <p:nvGrpSpPr>
          <p:cNvPr id="5" name="Google Shape;1268;p43">
            <a:extLst>
              <a:ext uri="{FF2B5EF4-FFF2-40B4-BE49-F238E27FC236}">
                <a16:creationId xmlns:a16="http://schemas.microsoft.com/office/drawing/2014/main" id="{F791F833-689A-7185-E944-893297C9EB41}"/>
              </a:ext>
            </a:extLst>
          </p:cNvPr>
          <p:cNvGrpSpPr/>
          <p:nvPr/>
        </p:nvGrpSpPr>
        <p:grpSpPr>
          <a:xfrm>
            <a:off x="-396183" y="4135524"/>
            <a:ext cx="1041993" cy="1141205"/>
            <a:chOff x="2914650" y="3945525"/>
            <a:chExt cx="693737" cy="759791"/>
          </a:xfrm>
        </p:grpSpPr>
        <p:sp>
          <p:nvSpPr>
            <p:cNvPr id="6" name="Google Shape;1269;p43">
              <a:extLst>
                <a:ext uri="{FF2B5EF4-FFF2-40B4-BE49-F238E27FC236}">
                  <a16:creationId xmlns:a16="http://schemas.microsoft.com/office/drawing/2014/main" id="{628FBBD3-F58E-B2AB-1475-BFCAD379757A}"/>
                </a:ext>
              </a:extLst>
            </p:cNvPr>
            <p:cNvSpPr/>
            <p:nvPr/>
          </p:nvSpPr>
          <p:spPr>
            <a:xfrm>
              <a:off x="2914650" y="4283291"/>
              <a:ext cx="693737" cy="422024"/>
            </a:xfrm>
            <a:custGeom>
              <a:avLst/>
              <a:gdLst/>
              <a:ahLst/>
              <a:cxnLst/>
              <a:rect l="l" t="t" r="r" b="b"/>
              <a:pathLst>
                <a:path w="13962" h="8494" extrusionOk="0">
                  <a:moveTo>
                    <a:pt x="13605" y="3622"/>
                  </a:moveTo>
                  <a:lnTo>
                    <a:pt x="7699" y="259"/>
                  </a:lnTo>
                  <a:cubicBezTo>
                    <a:pt x="7253" y="0"/>
                    <a:pt x="6745" y="0"/>
                    <a:pt x="6299" y="259"/>
                  </a:cubicBezTo>
                  <a:lnTo>
                    <a:pt x="357" y="3631"/>
                  </a:lnTo>
                  <a:cubicBezTo>
                    <a:pt x="134" y="3756"/>
                    <a:pt x="0" y="3979"/>
                    <a:pt x="0" y="4247"/>
                  </a:cubicBezTo>
                  <a:cubicBezTo>
                    <a:pt x="0" y="4506"/>
                    <a:pt x="134" y="4729"/>
                    <a:pt x="357" y="4862"/>
                  </a:cubicBezTo>
                  <a:lnTo>
                    <a:pt x="6281" y="8234"/>
                  </a:lnTo>
                  <a:cubicBezTo>
                    <a:pt x="6727" y="8493"/>
                    <a:pt x="7235" y="8493"/>
                    <a:pt x="7681" y="8234"/>
                  </a:cubicBezTo>
                  <a:lnTo>
                    <a:pt x="13605" y="4853"/>
                  </a:lnTo>
                  <a:cubicBezTo>
                    <a:pt x="13828" y="4729"/>
                    <a:pt x="13962" y="4506"/>
                    <a:pt x="13962" y="4238"/>
                  </a:cubicBezTo>
                  <a:cubicBezTo>
                    <a:pt x="13962" y="3979"/>
                    <a:pt x="13828" y="3756"/>
                    <a:pt x="13605" y="362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270;p43">
              <a:extLst>
                <a:ext uri="{FF2B5EF4-FFF2-40B4-BE49-F238E27FC236}">
                  <a16:creationId xmlns:a16="http://schemas.microsoft.com/office/drawing/2014/main" id="{71BB02C2-84B9-CA08-2186-A10F1B533192}"/>
                </a:ext>
              </a:extLst>
            </p:cNvPr>
            <p:cNvSpPr/>
            <p:nvPr/>
          </p:nvSpPr>
          <p:spPr>
            <a:xfrm>
              <a:off x="2935469" y="4279763"/>
              <a:ext cx="652099" cy="396288"/>
            </a:xfrm>
            <a:custGeom>
              <a:avLst/>
              <a:gdLst/>
              <a:ahLst/>
              <a:cxnLst/>
              <a:rect l="l" t="t" r="r" b="b"/>
              <a:pathLst>
                <a:path w="13124" h="7976" extrusionOk="0">
                  <a:moveTo>
                    <a:pt x="12784" y="3408"/>
                  </a:moveTo>
                  <a:lnTo>
                    <a:pt x="7236" y="241"/>
                  </a:lnTo>
                  <a:cubicBezTo>
                    <a:pt x="6816" y="0"/>
                    <a:pt x="6335" y="0"/>
                    <a:pt x="5915" y="241"/>
                  </a:cubicBezTo>
                  <a:lnTo>
                    <a:pt x="340" y="3408"/>
                  </a:lnTo>
                  <a:cubicBezTo>
                    <a:pt x="126" y="3533"/>
                    <a:pt x="1" y="3738"/>
                    <a:pt x="1" y="3988"/>
                  </a:cubicBezTo>
                  <a:cubicBezTo>
                    <a:pt x="1" y="4238"/>
                    <a:pt x="126" y="4443"/>
                    <a:pt x="340" y="4568"/>
                  </a:cubicBezTo>
                  <a:lnTo>
                    <a:pt x="5897" y="7735"/>
                  </a:lnTo>
                  <a:cubicBezTo>
                    <a:pt x="6317" y="7975"/>
                    <a:pt x="6798" y="7975"/>
                    <a:pt x="7218" y="7735"/>
                  </a:cubicBezTo>
                  <a:lnTo>
                    <a:pt x="12784" y="4559"/>
                  </a:lnTo>
                  <a:cubicBezTo>
                    <a:pt x="12999" y="4443"/>
                    <a:pt x="13123" y="4229"/>
                    <a:pt x="13123" y="3988"/>
                  </a:cubicBezTo>
                  <a:cubicBezTo>
                    <a:pt x="13123" y="3738"/>
                    <a:pt x="12999" y="3524"/>
                    <a:pt x="12784" y="340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271;p43">
              <a:extLst>
                <a:ext uri="{FF2B5EF4-FFF2-40B4-BE49-F238E27FC236}">
                  <a16:creationId xmlns:a16="http://schemas.microsoft.com/office/drawing/2014/main" id="{BF5014C2-7AA5-94C3-B317-F4634C9ADD70}"/>
                </a:ext>
              </a:extLst>
            </p:cNvPr>
            <p:cNvSpPr/>
            <p:nvPr/>
          </p:nvSpPr>
          <p:spPr>
            <a:xfrm>
              <a:off x="2935469" y="4262026"/>
              <a:ext cx="652099" cy="396288"/>
            </a:xfrm>
            <a:custGeom>
              <a:avLst/>
              <a:gdLst/>
              <a:ahLst/>
              <a:cxnLst/>
              <a:rect l="l" t="t" r="r" b="b"/>
              <a:pathLst>
                <a:path w="13124" h="7976" extrusionOk="0">
                  <a:moveTo>
                    <a:pt x="12784" y="3408"/>
                  </a:moveTo>
                  <a:lnTo>
                    <a:pt x="7236" y="241"/>
                  </a:lnTo>
                  <a:cubicBezTo>
                    <a:pt x="6816" y="0"/>
                    <a:pt x="6335" y="0"/>
                    <a:pt x="5915" y="241"/>
                  </a:cubicBezTo>
                  <a:lnTo>
                    <a:pt x="340" y="3408"/>
                  </a:lnTo>
                  <a:cubicBezTo>
                    <a:pt x="126" y="3533"/>
                    <a:pt x="1" y="3738"/>
                    <a:pt x="1" y="3988"/>
                  </a:cubicBezTo>
                  <a:cubicBezTo>
                    <a:pt x="1" y="4238"/>
                    <a:pt x="126" y="4443"/>
                    <a:pt x="340" y="4568"/>
                  </a:cubicBezTo>
                  <a:lnTo>
                    <a:pt x="5897" y="7735"/>
                  </a:lnTo>
                  <a:cubicBezTo>
                    <a:pt x="6317" y="7976"/>
                    <a:pt x="6798" y="7976"/>
                    <a:pt x="7218" y="7735"/>
                  </a:cubicBezTo>
                  <a:lnTo>
                    <a:pt x="12784" y="4559"/>
                  </a:lnTo>
                  <a:cubicBezTo>
                    <a:pt x="12999" y="4443"/>
                    <a:pt x="13123" y="4229"/>
                    <a:pt x="13123" y="3988"/>
                  </a:cubicBezTo>
                  <a:cubicBezTo>
                    <a:pt x="13123" y="3738"/>
                    <a:pt x="12999" y="3524"/>
                    <a:pt x="12784" y="340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272;p43">
              <a:extLst>
                <a:ext uri="{FF2B5EF4-FFF2-40B4-BE49-F238E27FC236}">
                  <a16:creationId xmlns:a16="http://schemas.microsoft.com/office/drawing/2014/main" id="{1A898990-E5F5-18FF-CB1E-FDE504CB050C}"/>
                </a:ext>
              </a:extLst>
            </p:cNvPr>
            <p:cNvSpPr/>
            <p:nvPr/>
          </p:nvSpPr>
          <p:spPr>
            <a:xfrm>
              <a:off x="2943021" y="4266000"/>
              <a:ext cx="636994" cy="379444"/>
            </a:xfrm>
            <a:custGeom>
              <a:avLst/>
              <a:gdLst/>
              <a:ahLst/>
              <a:cxnLst/>
              <a:rect l="l" t="t" r="r" b="b"/>
              <a:pathLst>
                <a:path w="12820" h="7637" extrusionOk="0">
                  <a:moveTo>
                    <a:pt x="12490" y="3328"/>
                  </a:moveTo>
                  <a:lnTo>
                    <a:pt x="7066" y="232"/>
                  </a:lnTo>
                  <a:cubicBezTo>
                    <a:pt x="6655" y="0"/>
                    <a:pt x="6191" y="0"/>
                    <a:pt x="5781" y="232"/>
                  </a:cubicBezTo>
                  <a:lnTo>
                    <a:pt x="330" y="3328"/>
                  </a:lnTo>
                  <a:cubicBezTo>
                    <a:pt x="125" y="3453"/>
                    <a:pt x="0" y="3658"/>
                    <a:pt x="0" y="3899"/>
                  </a:cubicBezTo>
                  <a:cubicBezTo>
                    <a:pt x="0" y="4140"/>
                    <a:pt x="125" y="4345"/>
                    <a:pt x="330" y="4461"/>
                  </a:cubicBezTo>
                  <a:cubicBezTo>
                    <a:pt x="5603" y="7467"/>
                    <a:pt x="6905" y="7637"/>
                    <a:pt x="12490" y="4461"/>
                  </a:cubicBezTo>
                  <a:cubicBezTo>
                    <a:pt x="12704" y="4336"/>
                    <a:pt x="12820" y="4131"/>
                    <a:pt x="12820" y="3890"/>
                  </a:cubicBezTo>
                  <a:cubicBezTo>
                    <a:pt x="12820" y="3649"/>
                    <a:pt x="12704" y="3444"/>
                    <a:pt x="12490" y="332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273;p43">
              <a:extLst>
                <a:ext uri="{FF2B5EF4-FFF2-40B4-BE49-F238E27FC236}">
                  <a16:creationId xmlns:a16="http://schemas.microsoft.com/office/drawing/2014/main" id="{A6E53136-5BB7-6EF5-204F-4DC43EDFDC3C}"/>
                </a:ext>
              </a:extLst>
            </p:cNvPr>
            <p:cNvSpPr/>
            <p:nvPr/>
          </p:nvSpPr>
          <p:spPr>
            <a:xfrm>
              <a:off x="3034345" y="3945525"/>
              <a:ext cx="455237" cy="617485"/>
            </a:xfrm>
            <a:custGeom>
              <a:avLst/>
              <a:gdLst/>
              <a:ahLst/>
              <a:cxnLst/>
              <a:rect l="l" t="t" r="r" b="b"/>
              <a:pathLst>
                <a:path w="9162" h="12428" extrusionOk="0">
                  <a:moveTo>
                    <a:pt x="143" y="9403"/>
                  </a:moveTo>
                  <a:cubicBezTo>
                    <a:pt x="107" y="9475"/>
                    <a:pt x="80" y="9564"/>
                    <a:pt x="54" y="9644"/>
                  </a:cubicBezTo>
                  <a:lnTo>
                    <a:pt x="0" y="9778"/>
                  </a:lnTo>
                  <a:lnTo>
                    <a:pt x="27" y="9778"/>
                  </a:lnTo>
                  <a:cubicBezTo>
                    <a:pt x="9" y="9849"/>
                    <a:pt x="0" y="9921"/>
                    <a:pt x="0" y="10001"/>
                  </a:cubicBezTo>
                  <a:cubicBezTo>
                    <a:pt x="0" y="11339"/>
                    <a:pt x="2052" y="12428"/>
                    <a:pt x="4585" y="12428"/>
                  </a:cubicBezTo>
                  <a:cubicBezTo>
                    <a:pt x="7110" y="12428"/>
                    <a:pt x="9162" y="11339"/>
                    <a:pt x="9162" y="10001"/>
                  </a:cubicBezTo>
                  <a:cubicBezTo>
                    <a:pt x="9162" y="9921"/>
                    <a:pt x="9153" y="9849"/>
                    <a:pt x="9135" y="9778"/>
                  </a:cubicBezTo>
                  <a:lnTo>
                    <a:pt x="9162" y="9778"/>
                  </a:lnTo>
                  <a:lnTo>
                    <a:pt x="9108" y="9644"/>
                  </a:lnTo>
                  <a:cubicBezTo>
                    <a:pt x="9082" y="9564"/>
                    <a:pt x="9055" y="9484"/>
                    <a:pt x="9019" y="9403"/>
                  </a:cubicBezTo>
                  <a:lnTo>
                    <a:pt x="5808" y="911"/>
                  </a:lnTo>
                  <a:cubicBezTo>
                    <a:pt x="5594" y="349"/>
                    <a:pt x="5130" y="1"/>
                    <a:pt x="4585" y="1"/>
                  </a:cubicBezTo>
                  <a:cubicBezTo>
                    <a:pt x="4032" y="1"/>
                    <a:pt x="3568" y="349"/>
                    <a:pt x="3354" y="91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274;p43">
              <a:extLst>
                <a:ext uri="{FF2B5EF4-FFF2-40B4-BE49-F238E27FC236}">
                  <a16:creationId xmlns:a16="http://schemas.microsoft.com/office/drawing/2014/main" id="{D6D3B5EF-8174-A214-83D5-DB305C0B91CD}"/>
                </a:ext>
              </a:extLst>
            </p:cNvPr>
            <p:cNvSpPr/>
            <p:nvPr/>
          </p:nvSpPr>
          <p:spPr>
            <a:xfrm>
              <a:off x="3021800" y="4370350"/>
              <a:ext cx="491409" cy="195053"/>
            </a:xfrm>
            <a:custGeom>
              <a:avLst/>
              <a:gdLst/>
              <a:ahLst/>
              <a:cxnLst/>
              <a:rect l="l" t="t" r="r" b="b"/>
              <a:pathLst>
                <a:path w="9635" h="3926" extrusionOk="0">
                  <a:moveTo>
                    <a:pt x="607" y="0"/>
                  </a:moveTo>
                  <a:cubicBezTo>
                    <a:pt x="446" y="429"/>
                    <a:pt x="286" y="848"/>
                    <a:pt x="125" y="1276"/>
                  </a:cubicBezTo>
                  <a:cubicBezTo>
                    <a:pt x="0" y="3033"/>
                    <a:pt x="2650" y="3926"/>
                    <a:pt x="4710" y="3926"/>
                  </a:cubicBezTo>
                  <a:cubicBezTo>
                    <a:pt x="5933" y="3926"/>
                    <a:pt x="9635" y="3355"/>
                    <a:pt x="9260" y="1276"/>
                  </a:cubicBezTo>
                  <a:cubicBezTo>
                    <a:pt x="9287" y="1276"/>
                    <a:pt x="8850" y="125"/>
                    <a:pt x="8805" y="0"/>
                  </a:cubicBezTo>
                  <a:cubicBezTo>
                    <a:pt x="8234" y="1026"/>
                    <a:pt x="6566" y="1660"/>
                    <a:pt x="4710" y="1660"/>
                  </a:cubicBezTo>
                  <a:cubicBezTo>
                    <a:pt x="2846" y="1660"/>
                    <a:pt x="1169" y="999"/>
                    <a:pt x="607" y="0"/>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75;p43">
              <a:extLst>
                <a:ext uri="{FF2B5EF4-FFF2-40B4-BE49-F238E27FC236}">
                  <a16:creationId xmlns:a16="http://schemas.microsoft.com/office/drawing/2014/main" id="{5C0DE42F-150B-04F6-2B80-783815885D45}"/>
                </a:ext>
              </a:extLst>
            </p:cNvPr>
            <p:cNvSpPr/>
            <p:nvPr/>
          </p:nvSpPr>
          <p:spPr>
            <a:xfrm>
              <a:off x="3099037" y="4164045"/>
              <a:ext cx="324956" cy="179562"/>
            </a:xfrm>
            <a:custGeom>
              <a:avLst/>
              <a:gdLst/>
              <a:ahLst/>
              <a:cxnLst/>
              <a:rect l="l" t="t" r="r" b="b"/>
              <a:pathLst>
                <a:path w="6540" h="3614" extrusionOk="0">
                  <a:moveTo>
                    <a:pt x="0" y="1937"/>
                  </a:moveTo>
                  <a:cubicBezTo>
                    <a:pt x="295" y="2998"/>
                    <a:pt x="1624" y="3614"/>
                    <a:pt x="3283" y="3614"/>
                  </a:cubicBezTo>
                  <a:cubicBezTo>
                    <a:pt x="4934" y="3614"/>
                    <a:pt x="6388" y="2945"/>
                    <a:pt x="6540" y="1892"/>
                  </a:cubicBezTo>
                  <a:lnTo>
                    <a:pt x="5826" y="1"/>
                  </a:lnTo>
                  <a:cubicBezTo>
                    <a:pt x="5648" y="679"/>
                    <a:pt x="4639" y="1348"/>
                    <a:pt x="3283" y="1348"/>
                  </a:cubicBezTo>
                  <a:cubicBezTo>
                    <a:pt x="1919" y="1348"/>
                    <a:pt x="964" y="821"/>
                    <a:pt x="714" y="45"/>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276;p43">
              <a:extLst>
                <a:ext uri="{FF2B5EF4-FFF2-40B4-BE49-F238E27FC236}">
                  <a16:creationId xmlns:a16="http://schemas.microsoft.com/office/drawing/2014/main" id="{9F186384-322D-55B7-2B50-21B3F2A389B5}"/>
                </a:ext>
              </a:extLst>
            </p:cNvPr>
            <p:cNvSpPr/>
            <p:nvPr/>
          </p:nvSpPr>
          <p:spPr>
            <a:xfrm>
              <a:off x="3169940" y="3945525"/>
              <a:ext cx="184042" cy="169823"/>
            </a:xfrm>
            <a:custGeom>
              <a:avLst/>
              <a:gdLst/>
              <a:ahLst/>
              <a:cxnLst/>
              <a:rect l="l" t="t" r="r" b="b"/>
              <a:pathLst>
                <a:path w="3704" h="3418" extrusionOk="0">
                  <a:moveTo>
                    <a:pt x="1" y="2561"/>
                  </a:moveTo>
                  <a:cubicBezTo>
                    <a:pt x="197" y="3132"/>
                    <a:pt x="1107" y="3417"/>
                    <a:pt x="1856" y="3417"/>
                  </a:cubicBezTo>
                  <a:cubicBezTo>
                    <a:pt x="2597" y="3417"/>
                    <a:pt x="3551" y="3096"/>
                    <a:pt x="3703" y="2561"/>
                  </a:cubicBezTo>
                  <a:lnTo>
                    <a:pt x="3079" y="911"/>
                  </a:lnTo>
                  <a:cubicBezTo>
                    <a:pt x="2865" y="349"/>
                    <a:pt x="2401" y="1"/>
                    <a:pt x="1856" y="1"/>
                  </a:cubicBezTo>
                  <a:cubicBezTo>
                    <a:pt x="1303" y="1"/>
                    <a:pt x="839" y="349"/>
                    <a:pt x="625" y="91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905;p36">
            <a:extLst>
              <a:ext uri="{FF2B5EF4-FFF2-40B4-BE49-F238E27FC236}">
                <a16:creationId xmlns:a16="http://schemas.microsoft.com/office/drawing/2014/main" id="{834D8A24-3D9A-F14C-5DD7-102CCA5C8B87}"/>
              </a:ext>
            </a:extLst>
          </p:cNvPr>
          <p:cNvSpPr/>
          <p:nvPr/>
        </p:nvSpPr>
        <p:spPr>
          <a:xfrm rot="-5400000" flipH="1">
            <a:off x="605390" y="668352"/>
            <a:ext cx="610200" cy="152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904;p36">
            <a:extLst>
              <a:ext uri="{FF2B5EF4-FFF2-40B4-BE49-F238E27FC236}">
                <a16:creationId xmlns:a16="http://schemas.microsoft.com/office/drawing/2014/main" id="{CD220187-6A3D-AE6A-3952-F61916606EDB}"/>
              </a:ext>
            </a:extLst>
          </p:cNvPr>
          <p:cNvSpPr/>
          <p:nvPr/>
        </p:nvSpPr>
        <p:spPr>
          <a:xfrm rot="5400000">
            <a:off x="7994974" y="711249"/>
            <a:ext cx="457800" cy="152401"/>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35735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8">
          <a:extLst>
            <a:ext uri="{FF2B5EF4-FFF2-40B4-BE49-F238E27FC236}">
              <a16:creationId xmlns:a16="http://schemas.microsoft.com/office/drawing/2014/main" id="{AC2E5685-0B56-568A-491E-1FE4B5B0AED3}"/>
            </a:ext>
          </a:extLst>
        </p:cNvPr>
        <p:cNvGrpSpPr/>
        <p:nvPr/>
      </p:nvGrpSpPr>
      <p:grpSpPr>
        <a:xfrm>
          <a:off x="0" y="0"/>
          <a:ext cx="0" cy="0"/>
          <a:chOff x="0" y="0"/>
          <a:chExt cx="0" cy="0"/>
        </a:xfrm>
      </p:grpSpPr>
      <p:sp>
        <p:nvSpPr>
          <p:cNvPr id="899" name="Google Shape;899;p36">
            <a:extLst>
              <a:ext uri="{FF2B5EF4-FFF2-40B4-BE49-F238E27FC236}">
                <a16:creationId xmlns:a16="http://schemas.microsoft.com/office/drawing/2014/main" id="{0D4904E0-86AD-EBA0-B2E2-01B877353337}"/>
              </a:ext>
            </a:extLst>
          </p:cNvPr>
          <p:cNvSpPr txBox="1">
            <a:spLocks noGrp="1"/>
          </p:cNvSpPr>
          <p:nvPr>
            <p:ph type="ctrTitle"/>
          </p:nvPr>
        </p:nvSpPr>
        <p:spPr>
          <a:xfrm>
            <a:off x="713250" y="470050"/>
            <a:ext cx="7717500" cy="63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DISADVANTAGES</a:t>
            </a:r>
            <a:endParaRPr dirty="0"/>
          </a:p>
        </p:txBody>
      </p:sp>
      <p:sp>
        <p:nvSpPr>
          <p:cNvPr id="904" name="Google Shape;904;p36">
            <a:extLst>
              <a:ext uri="{FF2B5EF4-FFF2-40B4-BE49-F238E27FC236}">
                <a16:creationId xmlns:a16="http://schemas.microsoft.com/office/drawing/2014/main" id="{806E1B65-A663-A853-A6B2-35121EBA950D}"/>
              </a:ext>
            </a:extLst>
          </p:cNvPr>
          <p:cNvSpPr/>
          <p:nvPr/>
        </p:nvSpPr>
        <p:spPr>
          <a:xfrm rot="5400000">
            <a:off x="7962591" y="745450"/>
            <a:ext cx="457800" cy="840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6">
            <a:extLst>
              <a:ext uri="{FF2B5EF4-FFF2-40B4-BE49-F238E27FC236}">
                <a16:creationId xmlns:a16="http://schemas.microsoft.com/office/drawing/2014/main" id="{662F8B9C-5194-4B83-C663-9AD1C4189950}"/>
              </a:ext>
            </a:extLst>
          </p:cNvPr>
          <p:cNvSpPr/>
          <p:nvPr/>
        </p:nvSpPr>
        <p:spPr>
          <a:xfrm rot="-5400000" flipH="1">
            <a:off x="723591" y="745450"/>
            <a:ext cx="457800" cy="840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Rectangle 3">
            <a:extLst>
              <a:ext uri="{FF2B5EF4-FFF2-40B4-BE49-F238E27FC236}">
                <a16:creationId xmlns:a16="http://schemas.microsoft.com/office/drawing/2014/main" id="{CA0BAB6C-6743-33DA-790F-DDBFD4762889}"/>
              </a:ext>
            </a:extLst>
          </p:cNvPr>
          <p:cNvSpPr/>
          <p:nvPr/>
        </p:nvSpPr>
        <p:spPr>
          <a:xfrm>
            <a:off x="713250" y="1294791"/>
            <a:ext cx="7717500" cy="348935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342900" indent="-342900" algn="just">
              <a:buFont typeface="+mj-lt"/>
              <a:buAutoNum type="arabicPeriod"/>
            </a:pPr>
            <a:r>
              <a:rPr lang="en-US" dirty="0">
                <a:latin typeface="Times New Roman" panose="02020603050405020304" pitchFamily="18" charset="0"/>
                <a:cs typeface="Times New Roman" panose="02020603050405020304" pitchFamily="18" charset="0"/>
              </a:rPr>
              <a:t>High Initial Cost: The installation of sensors, communication infrastructure, software, and other required technologies can be expensive for parking lot operators or city planners.</a:t>
            </a:r>
          </a:p>
          <a:p>
            <a:pPr marL="342900" indent="-342900" algn="just">
              <a:buFont typeface="+mj-lt"/>
              <a:buAutoNum type="arabicPeriod"/>
            </a:pPr>
            <a:r>
              <a:rPr lang="en-US" dirty="0">
                <a:latin typeface="Times New Roman" panose="02020603050405020304" pitchFamily="18" charset="0"/>
                <a:cs typeface="Times New Roman" panose="02020603050405020304" pitchFamily="18" charset="0"/>
              </a:rPr>
              <a:t>Maintenance and Upkeep: Regular maintenance of sensors, hardware, software, and communication systems is needed to ensure smooth operation, which can be costly and time-consuming.</a:t>
            </a:r>
          </a:p>
          <a:p>
            <a:pPr marL="342900" indent="-342900" algn="just">
              <a:buFont typeface="+mj-lt"/>
              <a:buAutoNum type="arabicPeriod"/>
            </a:pPr>
            <a:r>
              <a:rPr lang="en-US" dirty="0">
                <a:latin typeface="Times New Roman" panose="02020603050405020304" pitchFamily="18" charset="0"/>
                <a:cs typeface="Times New Roman" panose="02020603050405020304" pitchFamily="18" charset="0"/>
              </a:rPr>
              <a:t>Privacy Concerns: The use of technologies like license plate recognition (LPR) or surveillance cameras can raise privacy issues among users, as it involves data collection and tracking of vehicles.</a:t>
            </a:r>
          </a:p>
          <a:p>
            <a:pPr marL="342900" indent="-342900" algn="just">
              <a:buFont typeface="+mj-lt"/>
              <a:buAutoNum type="arabicPeriod"/>
            </a:pPr>
            <a:r>
              <a:rPr lang="en-US" dirty="0">
                <a:latin typeface="Times New Roman" panose="02020603050405020304" pitchFamily="18" charset="0"/>
                <a:cs typeface="Times New Roman" panose="02020603050405020304" pitchFamily="18" charset="0"/>
              </a:rPr>
              <a:t>Dependence on Technology: A smart parking system is highly reliant on technology. If there is a system failure, malfunctioning sensors, or technical glitches, it can cause inconvenience to drivers and parking lot operators.</a:t>
            </a:r>
            <a:endParaRPr lang="en-IN" dirty="0">
              <a:latin typeface="Times New Roman" panose="02020603050405020304" pitchFamily="18" charset="0"/>
              <a:cs typeface="Times New Roman" panose="02020603050405020304" pitchFamily="18" charset="0"/>
            </a:endParaRPr>
          </a:p>
        </p:txBody>
      </p:sp>
      <p:grpSp>
        <p:nvGrpSpPr>
          <p:cNvPr id="2" name="Google Shape;1268;p43">
            <a:extLst>
              <a:ext uri="{FF2B5EF4-FFF2-40B4-BE49-F238E27FC236}">
                <a16:creationId xmlns:a16="http://schemas.microsoft.com/office/drawing/2014/main" id="{51C9AE48-7DE8-73DE-D371-175AAD2B8F54}"/>
              </a:ext>
            </a:extLst>
          </p:cNvPr>
          <p:cNvGrpSpPr/>
          <p:nvPr/>
        </p:nvGrpSpPr>
        <p:grpSpPr>
          <a:xfrm>
            <a:off x="-396183" y="4135524"/>
            <a:ext cx="1041993" cy="1141205"/>
            <a:chOff x="2914650" y="3945525"/>
            <a:chExt cx="693737" cy="759791"/>
          </a:xfrm>
        </p:grpSpPr>
        <p:sp>
          <p:nvSpPr>
            <p:cNvPr id="3" name="Google Shape;1269;p43">
              <a:extLst>
                <a:ext uri="{FF2B5EF4-FFF2-40B4-BE49-F238E27FC236}">
                  <a16:creationId xmlns:a16="http://schemas.microsoft.com/office/drawing/2014/main" id="{8E4AFE06-A185-31F9-A1CE-0483198107ED}"/>
                </a:ext>
              </a:extLst>
            </p:cNvPr>
            <p:cNvSpPr/>
            <p:nvPr/>
          </p:nvSpPr>
          <p:spPr>
            <a:xfrm>
              <a:off x="2914650" y="4283291"/>
              <a:ext cx="693737" cy="422024"/>
            </a:xfrm>
            <a:custGeom>
              <a:avLst/>
              <a:gdLst/>
              <a:ahLst/>
              <a:cxnLst/>
              <a:rect l="l" t="t" r="r" b="b"/>
              <a:pathLst>
                <a:path w="13962" h="8494" extrusionOk="0">
                  <a:moveTo>
                    <a:pt x="13605" y="3622"/>
                  </a:moveTo>
                  <a:lnTo>
                    <a:pt x="7699" y="259"/>
                  </a:lnTo>
                  <a:cubicBezTo>
                    <a:pt x="7253" y="0"/>
                    <a:pt x="6745" y="0"/>
                    <a:pt x="6299" y="259"/>
                  </a:cubicBezTo>
                  <a:lnTo>
                    <a:pt x="357" y="3631"/>
                  </a:lnTo>
                  <a:cubicBezTo>
                    <a:pt x="134" y="3756"/>
                    <a:pt x="0" y="3979"/>
                    <a:pt x="0" y="4247"/>
                  </a:cubicBezTo>
                  <a:cubicBezTo>
                    <a:pt x="0" y="4506"/>
                    <a:pt x="134" y="4729"/>
                    <a:pt x="357" y="4862"/>
                  </a:cubicBezTo>
                  <a:lnTo>
                    <a:pt x="6281" y="8234"/>
                  </a:lnTo>
                  <a:cubicBezTo>
                    <a:pt x="6727" y="8493"/>
                    <a:pt x="7235" y="8493"/>
                    <a:pt x="7681" y="8234"/>
                  </a:cubicBezTo>
                  <a:lnTo>
                    <a:pt x="13605" y="4853"/>
                  </a:lnTo>
                  <a:cubicBezTo>
                    <a:pt x="13828" y="4729"/>
                    <a:pt x="13962" y="4506"/>
                    <a:pt x="13962" y="4238"/>
                  </a:cubicBezTo>
                  <a:cubicBezTo>
                    <a:pt x="13962" y="3979"/>
                    <a:pt x="13828" y="3756"/>
                    <a:pt x="13605" y="362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270;p43">
              <a:extLst>
                <a:ext uri="{FF2B5EF4-FFF2-40B4-BE49-F238E27FC236}">
                  <a16:creationId xmlns:a16="http://schemas.microsoft.com/office/drawing/2014/main" id="{1DD0BBB4-7655-D3DB-81FE-38BDF2B7FFFC}"/>
                </a:ext>
              </a:extLst>
            </p:cNvPr>
            <p:cNvSpPr/>
            <p:nvPr/>
          </p:nvSpPr>
          <p:spPr>
            <a:xfrm>
              <a:off x="2935469" y="4279763"/>
              <a:ext cx="652099" cy="396288"/>
            </a:xfrm>
            <a:custGeom>
              <a:avLst/>
              <a:gdLst/>
              <a:ahLst/>
              <a:cxnLst/>
              <a:rect l="l" t="t" r="r" b="b"/>
              <a:pathLst>
                <a:path w="13124" h="7976" extrusionOk="0">
                  <a:moveTo>
                    <a:pt x="12784" y="3408"/>
                  </a:moveTo>
                  <a:lnTo>
                    <a:pt x="7236" y="241"/>
                  </a:lnTo>
                  <a:cubicBezTo>
                    <a:pt x="6816" y="0"/>
                    <a:pt x="6335" y="0"/>
                    <a:pt x="5915" y="241"/>
                  </a:cubicBezTo>
                  <a:lnTo>
                    <a:pt x="340" y="3408"/>
                  </a:lnTo>
                  <a:cubicBezTo>
                    <a:pt x="126" y="3533"/>
                    <a:pt x="1" y="3738"/>
                    <a:pt x="1" y="3988"/>
                  </a:cubicBezTo>
                  <a:cubicBezTo>
                    <a:pt x="1" y="4238"/>
                    <a:pt x="126" y="4443"/>
                    <a:pt x="340" y="4568"/>
                  </a:cubicBezTo>
                  <a:lnTo>
                    <a:pt x="5897" y="7735"/>
                  </a:lnTo>
                  <a:cubicBezTo>
                    <a:pt x="6317" y="7975"/>
                    <a:pt x="6798" y="7975"/>
                    <a:pt x="7218" y="7735"/>
                  </a:cubicBezTo>
                  <a:lnTo>
                    <a:pt x="12784" y="4559"/>
                  </a:lnTo>
                  <a:cubicBezTo>
                    <a:pt x="12999" y="4443"/>
                    <a:pt x="13123" y="4229"/>
                    <a:pt x="13123" y="3988"/>
                  </a:cubicBezTo>
                  <a:cubicBezTo>
                    <a:pt x="13123" y="3738"/>
                    <a:pt x="12999" y="3524"/>
                    <a:pt x="12784" y="340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271;p43">
              <a:extLst>
                <a:ext uri="{FF2B5EF4-FFF2-40B4-BE49-F238E27FC236}">
                  <a16:creationId xmlns:a16="http://schemas.microsoft.com/office/drawing/2014/main" id="{49C31D8F-060A-5C45-B275-97FC71300C0C}"/>
                </a:ext>
              </a:extLst>
            </p:cNvPr>
            <p:cNvSpPr/>
            <p:nvPr/>
          </p:nvSpPr>
          <p:spPr>
            <a:xfrm>
              <a:off x="2935469" y="4262026"/>
              <a:ext cx="652099" cy="396288"/>
            </a:xfrm>
            <a:custGeom>
              <a:avLst/>
              <a:gdLst/>
              <a:ahLst/>
              <a:cxnLst/>
              <a:rect l="l" t="t" r="r" b="b"/>
              <a:pathLst>
                <a:path w="13124" h="7976" extrusionOk="0">
                  <a:moveTo>
                    <a:pt x="12784" y="3408"/>
                  </a:moveTo>
                  <a:lnTo>
                    <a:pt x="7236" y="241"/>
                  </a:lnTo>
                  <a:cubicBezTo>
                    <a:pt x="6816" y="0"/>
                    <a:pt x="6335" y="0"/>
                    <a:pt x="5915" y="241"/>
                  </a:cubicBezTo>
                  <a:lnTo>
                    <a:pt x="340" y="3408"/>
                  </a:lnTo>
                  <a:cubicBezTo>
                    <a:pt x="126" y="3533"/>
                    <a:pt x="1" y="3738"/>
                    <a:pt x="1" y="3988"/>
                  </a:cubicBezTo>
                  <a:cubicBezTo>
                    <a:pt x="1" y="4238"/>
                    <a:pt x="126" y="4443"/>
                    <a:pt x="340" y="4568"/>
                  </a:cubicBezTo>
                  <a:lnTo>
                    <a:pt x="5897" y="7735"/>
                  </a:lnTo>
                  <a:cubicBezTo>
                    <a:pt x="6317" y="7976"/>
                    <a:pt x="6798" y="7976"/>
                    <a:pt x="7218" y="7735"/>
                  </a:cubicBezTo>
                  <a:lnTo>
                    <a:pt x="12784" y="4559"/>
                  </a:lnTo>
                  <a:cubicBezTo>
                    <a:pt x="12999" y="4443"/>
                    <a:pt x="13123" y="4229"/>
                    <a:pt x="13123" y="3988"/>
                  </a:cubicBezTo>
                  <a:cubicBezTo>
                    <a:pt x="13123" y="3738"/>
                    <a:pt x="12999" y="3524"/>
                    <a:pt x="12784" y="340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272;p43">
              <a:extLst>
                <a:ext uri="{FF2B5EF4-FFF2-40B4-BE49-F238E27FC236}">
                  <a16:creationId xmlns:a16="http://schemas.microsoft.com/office/drawing/2014/main" id="{339AEA68-E764-DDBB-44BF-B6F83BF6A8BF}"/>
                </a:ext>
              </a:extLst>
            </p:cNvPr>
            <p:cNvSpPr/>
            <p:nvPr/>
          </p:nvSpPr>
          <p:spPr>
            <a:xfrm>
              <a:off x="2943021" y="4266000"/>
              <a:ext cx="636994" cy="379444"/>
            </a:xfrm>
            <a:custGeom>
              <a:avLst/>
              <a:gdLst/>
              <a:ahLst/>
              <a:cxnLst/>
              <a:rect l="l" t="t" r="r" b="b"/>
              <a:pathLst>
                <a:path w="12820" h="7637" extrusionOk="0">
                  <a:moveTo>
                    <a:pt x="12490" y="3328"/>
                  </a:moveTo>
                  <a:lnTo>
                    <a:pt x="7066" y="232"/>
                  </a:lnTo>
                  <a:cubicBezTo>
                    <a:pt x="6655" y="0"/>
                    <a:pt x="6191" y="0"/>
                    <a:pt x="5781" y="232"/>
                  </a:cubicBezTo>
                  <a:lnTo>
                    <a:pt x="330" y="3328"/>
                  </a:lnTo>
                  <a:cubicBezTo>
                    <a:pt x="125" y="3453"/>
                    <a:pt x="0" y="3658"/>
                    <a:pt x="0" y="3899"/>
                  </a:cubicBezTo>
                  <a:cubicBezTo>
                    <a:pt x="0" y="4140"/>
                    <a:pt x="125" y="4345"/>
                    <a:pt x="330" y="4461"/>
                  </a:cubicBezTo>
                  <a:cubicBezTo>
                    <a:pt x="5603" y="7467"/>
                    <a:pt x="6905" y="7637"/>
                    <a:pt x="12490" y="4461"/>
                  </a:cubicBezTo>
                  <a:cubicBezTo>
                    <a:pt x="12704" y="4336"/>
                    <a:pt x="12820" y="4131"/>
                    <a:pt x="12820" y="3890"/>
                  </a:cubicBezTo>
                  <a:cubicBezTo>
                    <a:pt x="12820" y="3649"/>
                    <a:pt x="12704" y="3444"/>
                    <a:pt x="12490" y="332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273;p43">
              <a:extLst>
                <a:ext uri="{FF2B5EF4-FFF2-40B4-BE49-F238E27FC236}">
                  <a16:creationId xmlns:a16="http://schemas.microsoft.com/office/drawing/2014/main" id="{8883275D-0020-7971-7434-5616FB7A9239}"/>
                </a:ext>
              </a:extLst>
            </p:cNvPr>
            <p:cNvSpPr/>
            <p:nvPr/>
          </p:nvSpPr>
          <p:spPr>
            <a:xfrm>
              <a:off x="3034345" y="3945525"/>
              <a:ext cx="455237" cy="617485"/>
            </a:xfrm>
            <a:custGeom>
              <a:avLst/>
              <a:gdLst/>
              <a:ahLst/>
              <a:cxnLst/>
              <a:rect l="l" t="t" r="r" b="b"/>
              <a:pathLst>
                <a:path w="9162" h="12428" extrusionOk="0">
                  <a:moveTo>
                    <a:pt x="143" y="9403"/>
                  </a:moveTo>
                  <a:cubicBezTo>
                    <a:pt x="107" y="9475"/>
                    <a:pt x="80" y="9564"/>
                    <a:pt x="54" y="9644"/>
                  </a:cubicBezTo>
                  <a:lnTo>
                    <a:pt x="0" y="9778"/>
                  </a:lnTo>
                  <a:lnTo>
                    <a:pt x="27" y="9778"/>
                  </a:lnTo>
                  <a:cubicBezTo>
                    <a:pt x="9" y="9849"/>
                    <a:pt x="0" y="9921"/>
                    <a:pt x="0" y="10001"/>
                  </a:cubicBezTo>
                  <a:cubicBezTo>
                    <a:pt x="0" y="11339"/>
                    <a:pt x="2052" y="12428"/>
                    <a:pt x="4585" y="12428"/>
                  </a:cubicBezTo>
                  <a:cubicBezTo>
                    <a:pt x="7110" y="12428"/>
                    <a:pt x="9162" y="11339"/>
                    <a:pt x="9162" y="10001"/>
                  </a:cubicBezTo>
                  <a:cubicBezTo>
                    <a:pt x="9162" y="9921"/>
                    <a:pt x="9153" y="9849"/>
                    <a:pt x="9135" y="9778"/>
                  </a:cubicBezTo>
                  <a:lnTo>
                    <a:pt x="9162" y="9778"/>
                  </a:lnTo>
                  <a:lnTo>
                    <a:pt x="9108" y="9644"/>
                  </a:lnTo>
                  <a:cubicBezTo>
                    <a:pt x="9082" y="9564"/>
                    <a:pt x="9055" y="9484"/>
                    <a:pt x="9019" y="9403"/>
                  </a:cubicBezTo>
                  <a:lnTo>
                    <a:pt x="5808" y="911"/>
                  </a:lnTo>
                  <a:cubicBezTo>
                    <a:pt x="5594" y="349"/>
                    <a:pt x="5130" y="1"/>
                    <a:pt x="4585" y="1"/>
                  </a:cubicBezTo>
                  <a:cubicBezTo>
                    <a:pt x="4032" y="1"/>
                    <a:pt x="3568" y="349"/>
                    <a:pt x="3354" y="91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274;p43">
              <a:extLst>
                <a:ext uri="{FF2B5EF4-FFF2-40B4-BE49-F238E27FC236}">
                  <a16:creationId xmlns:a16="http://schemas.microsoft.com/office/drawing/2014/main" id="{E63A56A2-AEEA-7277-B80B-91DF5E554A6C}"/>
                </a:ext>
              </a:extLst>
            </p:cNvPr>
            <p:cNvSpPr/>
            <p:nvPr/>
          </p:nvSpPr>
          <p:spPr>
            <a:xfrm>
              <a:off x="3021800" y="4370350"/>
              <a:ext cx="491409" cy="195053"/>
            </a:xfrm>
            <a:custGeom>
              <a:avLst/>
              <a:gdLst/>
              <a:ahLst/>
              <a:cxnLst/>
              <a:rect l="l" t="t" r="r" b="b"/>
              <a:pathLst>
                <a:path w="9635" h="3926" extrusionOk="0">
                  <a:moveTo>
                    <a:pt x="607" y="0"/>
                  </a:moveTo>
                  <a:cubicBezTo>
                    <a:pt x="446" y="429"/>
                    <a:pt x="286" y="848"/>
                    <a:pt x="125" y="1276"/>
                  </a:cubicBezTo>
                  <a:cubicBezTo>
                    <a:pt x="0" y="3033"/>
                    <a:pt x="2650" y="3926"/>
                    <a:pt x="4710" y="3926"/>
                  </a:cubicBezTo>
                  <a:cubicBezTo>
                    <a:pt x="5933" y="3926"/>
                    <a:pt x="9635" y="3355"/>
                    <a:pt x="9260" y="1276"/>
                  </a:cubicBezTo>
                  <a:cubicBezTo>
                    <a:pt x="9287" y="1276"/>
                    <a:pt x="8850" y="125"/>
                    <a:pt x="8805" y="0"/>
                  </a:cubicBezTo>
                  <a:cubicBezTo>
                    <a:pt x="8234" y="1026"/>
                    <a:pt x="6566" y="1660"/>
                    <a:pt x="4710" y="1660"/>
                  </a:cubicBezTo>
                  <a:cubicBezTo>
                    <a:pt x="2846" y="1660"/>
                    <a:pt x="1169" y="999"/>
                    <a:pt x="607" y="0"/>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275;p43">
              <a:extLst>
                <a:ext uri="{FF2B5EF4-FFF2-40B4-BE49-F238E27FC236}">
                  <a16:creationId xmlns:a16="http://schemas.microsoft.com/office/drawing/2014/main" id="{73A0C5AF-CDB4-B717-A337-098CE05EA1E3}"/>
                </a:ext>
              </a:extLst>
            </p:cNvPr>
            <p:cNvSpPr/>
            <p:nvPr/>
          </p:nvSpPr>
          <p:spPr>
            <a:xfrm>
              <a:off x="3099037" y="4164045"/>
              <a:ext cx="324956" cy="179562"/>
            </a:xfrm>
            <a:custGeom>
              <a:avLst/>
              <a:gdLst/>
              <a:ahLst/>
              <a:cxnLst/>
              <a:rect l="l" t="t" r="r" b="b"/>
              <a:pathLst>
                <a:path w="6540" h="3614" extrusionOk="0">
                  <a:moveTo>
                    <a:pt x="0" y="1937"/>
                  </a:moveTo>
                  <a:cubicBezTo>
                    <a:pt x="295" y="2998"/>
                    <a:pt x="1624" y="3614"/>
                    <a:pt x="3283" y="3614"/>
                  </a:cubicBezTo>
                  <a:cubicBezTo>
                    <a:pt x="4934" y="3614"/>
                    <a:pt x="6388" y="2945"/>
                    <a:pt x="6540" y="1892"/>
                  </a:cubicBezTo>
                  <a:lnTo>
                    <a:pt x="5826" y="1"/>
                  </a:lnTo>
                  <a:cubicBezTo>
                    <a:pt x="5648" y="679"/>
                    <a:pt x="4639" y="1348"/>
                    <a:pt x="3283" y="1348"/>
                  </a:cubicBezTo>
                  <a:cubicBezTo>
                    <a:pt x="1919" y="1348"/>
                    <a:pt x="964" y="821"/>
                    <a:pt x="714" y="45"/>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276;p43">
              <a:extLst>
                <a:ext uri="{FF2B5EF4-FFF2-40B4-BE49-F238E27FC236}">
                  <a16:creationId xmlns:a16="http://schemas.microsoft.com/office/drawing/2014/main" id="{4B1AEB35-15D6-C40F-DD66-B43164640DEB}"/>
                </a:ext>
              </a:extLst>
            </p:cNvPr>
            <p:cNvSpPr/>
            <p:nvPr/>
          </p:nvSpPr>
          <p:spPr>
            <a:xfrm>
              <a:off x="3169940" y="3945525"/>
              <a:ext cx="184042" cy="169823"/>
            </a:xfrm>
            <a:custGeom>
              <a:avLst/>
              <a:gdLst/>
              <a:ahLst/>
              <a:cxnLst/>
              <a:rect l="l" t="t" r="r" b="b"/>
              <a:pathLst>
                <a:path w="3704" h="3418" extrusionOk="0">
                  <a:moveTo>
                    <a:pt x="1" y="2561"/>
                  </a:moveTo>
                  <a:cubicBezTo>
                    <a:pt x="197" y="3132"/>
                    <a:pt x="1107" y="3417"/>
                    <a:pt x="1856" y="3417"/>
                  </a:cubicBezTo>
                  <a:cubicBezTo>
                    <a:pt x="2597" y="3417"/>
                    <a:pt x="3551" y="3096"/>
                    <a:pt x="3703" y="2561"/>
                  </a:cubicBezTo>
                  <a:lnTo>
                    <a:pt x="3079" y="911"/>
                  </a:lnTo>
                  <a:cubicBezTo>
                    <a:pt x="2865" y="349"/>
                    <a:pt x="2401" y="1"/>
                    <a:pt x="1856" y="1"/>
                  </a:cubicBezTo>
                  <a:cubicBezTo>
                    <a:pt x="1303" y="1"/>
                    <a:pt x="839" y="349"/>
                    <a:pt x="625" y="91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484466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8">
          <a:extLst>
            <a:ext uri="{FF2B5EF4-FFF2-40B4-BE49-F238E27FC236}">
              <a16:creationId xmlns:a16="http://schemas.microsoft.com/office/drawing/2014/main" id="{64847353-478D-D216-DD8F-14B24D101917}"/>
            </a:ext>
          </a:extLst>
        </p:cNvPr>
        <p:cNvGrpSpPr/>
        <p:nvPr/>
      </p:nvGrpSpPr>
      <p:grpSpPr>
        <a:xfrm>
          <a:off x="0" y="0"/>
          <a:ext cx="0" cy="0"/>
          <a:chOff x="0" y="0"/>
          <a:chExt cx="0" cy="0"/>
        </a:xfrm>
      </p:grpSpPr>
      <p:sp>
        <p:nvSpPr>
          <p:cNvPr id="899" name="Google Shape;899;p36">
            <a:extLst>
              <a:ext uri="{FF2B5EF4-FFF2-40B4-BE49-F238E27FC236}">
                <a16:creationId xmlns:a16="http://schemas.microsoft.com/office/drawing/2014/main" id="{6B6AD232-580E-8372-C17F-E0D52E987182}"/>
              </a:ext>
            </a:extLst>
          </p:cNvPr>
          <p:cNvSpPr txBox="1">
            <a:spLocks noGrp="1"/>
          </p:cNvSpPr>
          <p:nvPr>
            <p:ph type="ctrTitle"/>
          </p:nvPr>
        </p:nvSpPr>
        <p:spPr>
          <a:xfrm>
            <a:off x="713250" y="470050"/>
            <a:ext cx="7717500" cy="63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SYSTEM REQUIREMENTS</a:t>
            </a:r>
            <a:endParaRPr dirty="0"/>
          </a:p>
        </p:txBody>
      </p:sp>
      <p:sp>
        <p:nvSpPr>
          <p:cNvPr id="904" name="Google Shape;904;p36">
            <a:extLst>
              <a:ext uri="{FF2B5EF4-FFF2-40B4-BE49-F238E27FC236}">
                <a16:creationId xmlns:a16="http://schemas.microsoft.com/office/drawing/2014/main" id="{E73FE626-3C16-8CBC-D1CA-51C84C76DAAA}"/>
              </a:ext>
            </a:extLst>
          </p:cNvPr>
          <p:cNvSpPr/>
          <p:nvPr/>
        </p:nvSpPr>
        <p:spPr>
          <a:xfrm rot="5400000">
            <a:off x="7962591" y="745450"/>
            <a:ext cx="457800" cy="840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6">
            <a:extLst>
              <a:ext uri="{FF2B5EF4-FFF2-40B4-BE49-F238E27FC236}">
                <a16:creationId xmlns:a16="http://schemas.microsoft.com/office/drawing/2014/main" id="{3554063B-F22E-6B5B-31A3-14A051D3A634}"/>
              </a:ext>
            </a:extLst>
          </p:cNvPr>
          <p:cNvSpPr/>
          <p:nvPr/>
        </p:nvSpPr>
        <p:spPr>
          <a:xfrm rot="-5400000" flipH="1">
            <a:off x="723591" y="745450"/>
            <a:ext cx="457800" cy="840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Rectangle 3">
            <a:extLst>
              <a:ext uri="{FF2B5EF4-FFF2-40B4-BE49-F238E27FC236}">
                <a16:creationId xmlns:a16="http://schemas.microsoft.com/office/drawing/2014/main" id="{F3EA6A32-0BE1-098C-CF5C-B64912EF4727}"/>
              </a:ext>
            </a:extLst>
          </p:cNvPr>
          <p:cNvSpPr/>
          <p:nvPr/>
        </p:nvSpPr>
        <p:spPr>
          <a:xfrm>
            <a:off x="713250" y="1404519"/>
            <a:ext cx="7717500" cy="348935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endParaRPr lang="en-IN"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1AC1187C-35C1-4D60-A985-A9F3565A8560}"/>
              </a:ext>
            </a:extLst>
          </p:cNvPr>
          <p:cNvSpPr txBox="1"/>
          <p:nvPr/>
        </p:nvSpPr>
        <p:spPr>
          <a:xfrm>
            <a:off x="952490" y="1719072"/>
            <a:ext cx="7197001" cy="3077766"/>
          </a:xfrm>
          <a:prstGeom prst="rect">
            <a:avLst/>
          </a:prstGeom>
          <a:noFill/>
        </p:spPr>
        <p:txBody>
          <a:bodyPr wrap="square" rtlCol="0">
            <a:spAutoFit/>
          </a:bodyPr>
          <a:lstStyle/>
          <a:p>
            <a:pPr algn="just"/>
            <a:r>
              <a:rPr lang="en-IN" sz="1200" b="1" dirty="0">
                <a:latin typeface="Times New Roman" panose="02020603050405020304" pitchFamily="18" charset="0"/>
                <a:cs typeface="Times New Roman" panose="02020603050405020304" pitchFamily="18" charset="0"/>
              </a:rPr>
              <a:t>Hardware Requirements</a:t>
            </a:r>
          </a:p>
          <a:p>
            <a:pPr marL="171450" indent="-171450" algn="just">
              <a:buFont typeface="Wingdings" panose="05000000000000000000" pitchFamily="2" charset="2"/>
              <a:buChar char="ü"/>
            </a:pPr>
            <a:r>
              <a:rPr lang="en-IN" sz="1200" dirty="0">
                <a:latin typeface="Times New Roman" panose="02020603050405020304" pitchFamily="18" charset="0"/>
                <a:cs typeface="Times New Roman" panose="02020603050405020304" pitchFamily="18" charset="0"/>
              </a:rPr>
              <a:t>Arduino Uno (1 unit) – Microcontroller</a:t>
            </a:r>
          </a:p>
          <a:p>
            <a:pPr marL="171450" indent="-171450" algn="just">
              <a:buFont typeface="Wingdings" panose="05000000000000000000" pitchFamily="2" charset="2"/>
              <a:buChar char="ü"/>
            </a:pPr>
            <a:r>
              <a:rPr lang="en-IN" sz="1200" dirty="0">
                <a:latin typeface="Times New Roman" panose="02020603050405020304" pitchFamily="18" charset="0"/>
                <a:cs typeface="Times New Roman" panose="02020603050405020304" pitchFamily="18" charset="0"/>
              </a:rPr>
              <a:t>IR Sensors (6 units) – Vehicle detection in each slot</a:t>
            </a:r>
          </a:p>
          <a:p>
            <a:pPr marL="171450" indent="-171450" algn="just">
              <a:buFont typeface="Wingdings" panose="05000000000000000000" pitchFamily="2" charset="2"/>
              <a:buChar char="ü"/>
            </a:pPr>
            <a:r>
              <a:rPr lang="en-IN" sz="1200" dirty="0">
                <a:latin typeface="Times New Roman" panose="02020603050405020304" pitchFamily="18" charset="0"/>
                <a:cs typeface="Times New Roman" panose="02020603050405020304" pitchFamily="18" charset="0"/>
              </a:rPr>
              <a:t>16x2 LCD Display – Shows slot status</a:t>
            </a:r>
          </a:p>
          <a:p>
            <a:pPr marL="171450" indent="-171450" algn="just">
              <a:buFont typeface="Wingdings" panose="05000000000000000000" pitchFamily="2" charset="2"/>
              <a:buChar char="ü"/>
            </a:pPr>
            <a:r>
              <a:rPr lang="en-IN" sz="1200" dirty="0">
                <a:latin typeface="Times New Roman" panose="02020603050405020304" pitchFamily="18" charset="0"/>
                <a:cs typeface="Times New Roman" panose="02020603050405020304" pitchFamily="18" charset="0"/>
              </a:rPr>
              <a:t>Servo Motor – Controls entry gate</a:t>
            </a:r>
          </a:p>
          <a:p>
            <a:pPr marL="171450" indent="-171450" algn="just">
              <a:buFont typeface="Wingdings" panose="05000000000000000000" pitchFamily="2" charset="2"/>
              <a:buChar char="ü"/>
            </a:pPr>
            <a:r>
              <a:rPr lang="en-IN" sz="1200" dirty="0">
                <a:latin typeface="Times New Roman" panose="02020603050405020304" pitchFamily="18" charset="0"/>
                <a:cs typeface="Times New Roman" panose="02020603050405020304" pitchFamily="18" charset="0"/>
              </a:rPr>
              <a:t>5V, 2A Adapter – Power supply</a:t>
            </a:r>
          </a:p>
          <a:p>
            <a:pPr marL="171450" indent="-171450" algn="just">
              <a:buFont typeface="Wingdings" panose="05000000000000000000" pitchFamily="2" charset="2"/>
              <a:buChar char="ü"/>
            </a:pPr>
            <a:r>
              <a:rPr lang="en-IN" sz="1200" dirty="0">
                <a:latin typeface="Times New Roman" panose="02020603050405020304" pitchFamily="18" charset="0"/>
                <a:cs typeface="Times New Roman" panose="02020603050405020304" pitchFamily="18" charset="0"/>
              </a:rPr>
              <a:t>Breadboard &amp; Jumper Wires – Circuit connections</a:t>
            </a:r>
          </a:p>
          <a:p>
            <a:pPr marL="171450" indent="-171450" algn="just">
              <a:buFont typeface="Wingdings" panose="05000000000000000000" pitchFamily="2" charset="2"/>
              <a:buChar char="ü"/>
            </a:pPr>
            <a:r>
              <a:rPr lang="en-IN" sz="1200" dirty="0">
                <a:latin typeface="Times New Roman" panose="02020603050405020304" pitchFamily="18" charset="0"/>
                <a:cs typeface="Times New Roman" panose="02020603050405020304" pitchFamily="18" charset="0"/>
              </a:rPr>
              <a:t>Resistors, Connectors – Supporting components</a:t>
            </a:r>
          </a:p>
          <a:p>
            <a:pPr marL="171450" indent="-171450" algn="just">
              <a:buFont typeface="Wingdings" panose="05000000000000000000" pitchFamily="2" charset="2"/>
              <a:buChar char="ü"/>
            </a:pPr>
            <a:endParaRPr lang="en-IN" sz="1200" dirty="0">
              <a:latin typeface="Times New Roman" panose="02020603050405020304" pitchFamily="18" charset="0"/>
              <a:cs typeface="Times New Roman" panose="02020603050405020304" pitchFamily="18" charset="0"/>
            </a:endParaRPr>
          </a:p>
          <a:p>
            <a:pPr marL="171450" indent="-171450" algn="just">
              <a:buFont typeface="Wingdings" panose="05000000000000000000" pitchFamily="2" charset="2"/>
              <a:buChar char="ü"/>
            </a:pPr>
            <a:endParaRPr lang="en-IN" sz="1200" dirty="0">
              <a:latin typeface="Times New Roman" panose="02020603050405020304" pitchFamily="18" charset="0"/>
              <a:cs typeface="Times New Roman" panose="02020603050405020304" pitchFamily="18" charset="0"/>
            </a:endParaRPr>
          </a:p>
          <a:p>
            <a:pPr algn="just"/>
            <a:r>
              <a:rPr lang="en-IN" sz="1200" b="1" dirty="0">
                <a:latin typeface="Times New Roman" panose="02020603050405020304" pitchFamily="18" charset="0"/>
                <a:cs typeface="Times New Roman" panose="02020603050405020304" pitchFamily="18" charset="0"/>
              </a:rPr>
              <a:t>Software Requirements</a:t>
            </a:r>
          </a:p>
          <a:p>
            <a:pPr marL="171450" indent="-171450" algn="just">
              <a:buFont typeface="Wingdings" panose="05000000000000000000" pitchFamily="2" charset="2"/>
              <a:buChar char="ü"/>
            </a:pPr>
            <a:r>
              <a:rPr lang="en-IN" sz="1200" dirty="0">
                <a:latin typeface="Times New Roman" panose="02020603050405020304" pitchFamily="18" charset="0"/>
                <a:cs typeface="Times New Roman" panose="02020603050405020304" pitchFamily="18" charset="0"/>
              </a:rPr>
              <a:t>Arduino IDE – Code writing and uploading</a:t>
            </a:r>
          </a:p>
          <a:p>
            <a:pPr marL="171450" indent="-171450" algn="just">
              <a:buFont typeface="Wingdings" panose="05000000000000000000" pitchFamily="2" charset="2"/>
              <a:buChar char="ü"/>
            </a:pPr>
            <a:r>
              <a:rPr lang="en-IN" sz="1200" dirty="0">
                <a:latin typeface="Times New Roman" panose="02020603050405020304" pitchFamily="18" charset="0"/>
                <a:cs typeface="Times New Roman" panose="02020603050405020304" pitchFamily="18" charset="0"/>
              </a:rPr>
              <a:t>Embedded C / Arduino C++ – Programming language</a:t>
            </a:r>
          </a:p>
          <a:p>
            <a:pPr marL="171450" indent="-171450" algn="just">
              <a:buFont typeface="Wingdings" panose="05000000000000000000" pitchFamily="2" charset="2"/>
              <a:buChar char="ü"/>
            </a:pPr>
            <a:r>
              <a:rPr lang="en-IN" sz="1200" dirty="0">
                <a:latin typeface="Times New Roman" panose="02020603050405020304" pitchFamily="18" charset="0"/>
                <a:cs typeface="Times New Roman" panose="02020603050405020304" pitchFamily="18" charset="0"/>
              </a:rPr>
              <a:t>(Optional) Fritzing/Proteus – Circuit simulation</a:t>
            </a:r>
          </a:p>
          <a:p>
            <a:pPr marL="171450" indent="-171450" algn="just">
              <a:buFont typeface="Wingdings" panose="05000000000000000000" pitchFamily="2" charset="2"/>
              <a:buChar char="ü"/>
            </a:pPr>
            <a:r>
              <a:rPr lang="en-IN" sz="1200" dirty="0">
                <a:latin typeface="Times New Roman" panose="02020603050405020304" pitchFamily="18" charset="0"/>
                <a:cs typeface="Times New Roman" panose="02020603050405020304" pitchFamily="18" charset="0"/>
              </a:rPr>
              <a:t>MS Word / PowerPoint – Project documentation</a:t>
            </a:r>
          </a:p>
          <a:p>
            <a:endParaRPr lang="en-IN" dirty="0"/>
          </a:p>
        </p:txBody>
      </p:sp>
      <p:grpSp>
        <p:nvGrpSpPr>
          <p:cNvPr id="3" name="Google Shape;1268;p43">
            <a:extLst>
              <a:ext uri="{FF2B5EF4-FFF2-40B4-BE49-F238E27FC236}">
                <a16:creationId xmlns:a16="http://schemas.microsoft.com/office/drawing/2014/main" id="{0B366921-2603-FEB0-BC4C-893EC7953F0B}"/>
              </a:ext>
            </a:extLst>
          </p:cNvPr>
          <p:cNvGrpSpPr/>
          <p:nvPr/>
        </p:nvGrpSpPr>
        <p:grpSpPr>
          <a:xfrm>
            <a:off x="-396183" y="4135524"/>
            <a:ext cx="1041993" cy="1141205"/>
            <a:chOff x="2914650" y="3945525"/>
            <a:chExt cx="693737" cy="759791"/>
          </a:xfrm>
        </p:grpSpPr>
        <p:sp>
          <p:nvSpPr>
            <p:cNvPr id="5" name="Google Shape;1269;p43">
              <a:extLst>
                <a:ext uri="{FF2B5EF4-FFF2-40B4-BE49-F238E27FC236}">
                  <a16:creationId xmlns:a16="http://schemas.microsoft.com/office/drawing/2014/main" id="{D2526E7C-C5F2-6189-E867-92A9B32E46D0}"/>
                </a:ext>
              </a:extLst>
            </p:cNvPr>
            <p:cNvSpPr/>
            <p:nvPr/>
          </p:nvSpPr>
          <p:spPr>
            <a:xfrm>
              <a:off x="2914650" y="4283291"/>
              <a:ext cx="693737" cy="422024"/>
            </a:xfrm>
            <a:custGeom>
              <a:avLst/>
              <a:gdLst/>
              <a:ahLst/>
              <a:cxnLst/>
              <a:rect l="l" t="t" r="r" b="b"/>
              <a:pathLst>
                <a:path w="13962" h="8494" extrusionOk="0">
                  <a:moveTo>
                    <a:pt x="13605" y="3622"/>
                  </a:moveTo>
                  <a:lnTo>
                    <a:pt x="7699" y="259"/>
                  </a:lnTo>
                  <a:cubicBezTo>
                    <a:pt x="7253" y="0"/>
                    <a:pt x="6745" y="0"/>
                    <a:pt x="6299" y="259"/>
                  </a:cubicBezTo>
                  <a:lnTo>
                    <a:pt x="357" y="3631"/>
                  </a:lnTo>
                  <a:cubicBezTo>
                    <a:pt x="134" y="3756"/>
                    <a:pt x="0" y="3979"/>
                    <a:pt x="0" y="4247"/>
                  </a:cubicBezTo>
                  <a:cubicBezTo>
                    <a:pt x="0" y="4506"/>
                    <a:pt x="134" y="4729"/>
                    <a:pt x="357" y="4862"/>
                  </a:cubicBezTo>
                  <a:lnTo>
                    <a:pt x="6281" y="8234"/>
                  </a:lnTo>
                  <a:cubicBezTo>
                    <a:pt x="6727" y="8493"/>
                    <a:pt x="7235" y="8493"/>
                    <a:pt x="7681" y="8234"/>
                  </a:cubicBezTo>
                  <a:lnTo>
                    <a:pt x="13605" y="4853"/>
                  </a:lnTo>
                  <a:cubicBezTo>
                    <a:pt x="13828" y="4729"/>
                    <a:pt x="13962" y="4506"/>
                    <a:pt x="13962" y="4238"/>
                  </a:cubicBezTo>
                  <a:cubicBezTo>
                    <a:pt x="13962" y="3979"/>
                    <a:pt x="13828" y="3756"/>
                    <a:pt x="13605" y="362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270;p43">
              <a:extLst>
                <a:ext uri="{FF2B5EF4-FFF2-40B4-BE49-F238E27FC236}">
                  <a16:creationId xmlns:a16="http://schemas.microsoft.com/office/drawing/2014/main" id="{8A670BCB-8D05-4924-56C6-29C3F986D444}"/>
                </a:ext>
              </a:extLst>
            </p:cNvPr>
            <p:cNvSpPr/>
            <p:nvPr/>
          </p:nvSpPr>
          <p:spPr>
            <a:xfrm>
              <a:off x="2935469" y="4279763"/>
              <a:ext cx="652099" cy="396288"/>
            </a:xfrm>
            <a:custGeom>
              <a:avLst/>
              <a:gdLst/>
              <a:ahLst/>
              <a:cxnLst/>
              <a:rect l="l" t="t" r="r" b="b"/>
              <a:pathLst>
                <a:path w="13124" h="7976" extrusionOk="0">
                  <a:moveTo>
                    <a:pt x="12784" y="3408"/>
                  </a:moveTo>
                  <a:lnTo>
                    <a:pt x="7236" y="241"/>
                  </a:lnTo>
                  <a:cubicBezTo>
                    <a:pt x="6816" y="0"/>
                    <a:pt x="6335" y="0"/>
                    <a:pt x="5915" y="241"/>
                  </a:cubicBezTo>
                  <a:lnTo>
                    <a:pt x="340" y="3408"/>
                  </a:lnTo>
                  <a:cubicBezTo>
                    <a:pt x="126" y="3533"/>
                    <a:pt x="1" y="3738"/>
                    <a:pt x="1" y="3988"/>
                  </a:cubicBezTo>
                  <a:cubicBezTo>
                    <a:pt x="1" y="4238"/>
                    <a:pt x="126" y="4443"/>
                    <a:pt x="340" y="4568"/>
                  </a:cubicBezTo>
                  <a:lnTo>
                    <a:pt x="5897" y="7735"/>
                  </a:lnTo>
                  <a:cubicBezTo>
                    <a:pt x="6317" y="7975"/>
                    <a:pt x="6798" y="7975"/>
                    <a:pt x="7218" y="7735"/>
                  </a:cubicBezTo>
                  <a:lnTo>
                    <a:pt x="12784" y="4559"/>
                  </a:lnTo>
                  <a:cubicBezTo>
                    <a:pt x="12999" y="4443"/>
                    <a:pt x="13123" y="4229"/>
                    <a:pt x="13123" y="3988"/>
                  </a:cubicBezTo>
                  <a:cubicBezTo>
                    <a:pt x="13123" y="3738"/>
                    <a:pt x="12999" y="3524"/>
                    <a:pt x="12784" y="340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271;p43">
              <a:extLst>
                <a:ext uri="{FF2B5EF4-FFF2-40B4-BE49-F238E27FC236}">
                  <a16:creationId xmlns:a16="http://schemas.microsoft.com/office/drawing/2014/main" id="{7BEAD056-AD7A-712E-9F1A-87EA1240F73E}"/>
                </a:ext>
              </a:extLst>
            </p:cNvPr>
            <p:cNvSpPr/>
            <p:nvPr/>
          </p:nvSpPr>
          <p:spPr>
            <a:xfrm>
              <a:off x="2935469" y="4262026"/>
              <a:ext cx="652099" cy="396288"/>
            </a:xfrm>
            <a:custGeom>
              <a:avLst/>
              <a:gdLst/>
              <a:ahLst/>
              <a:cxnLst/>
              <a:rect l="l" t="t" r="r" b="b"/>
              <a:pathLst>
                <a:path w="13124" h="7976" extrusionOk="0">
                  <a:moveTo>
                    <a:pt x="12784" y="3408"/>
                  </a:moveTo>
                  <a:lnTo>
                    <a:pt x="7236" y="241"/>
                  </a:lnTo>
                  <a:cubicBezTo>
                    <a:pt x="6816" y="0"/>
                    <a:pt x="6335" y="0"/>
                    <a:pt x="5915" y="241"/>
                  </a:cubicBezTo>
                  <a:lnTo>
                    <a:pt x="340" y="3408"/>
                  </a:lnTo>
                  <a:cubicBezTo>
                    <a:pt x="126" y="3533"/>
                    <a:pt x="1" y="3738"/>
                    <a:pt x="1" y="3988"/>
                  </a:cubicBezTo>
                  <a:cubicBezTo>
                    <a:pt x="1" y="4238"/>
                    <a:pt x="126" y="4443"/>
                    <a:pt x="340" y="4568"/>
                  </a:cubicBezTo>
                  <a:lnTo>
                    <a:pt x="5897" y="7735"/>
                  </a:lnTo>
                  <a:cubicBezTo>
                    <a:pt x="6317" y="7976"/>
                    <a:pt x="6798" y="7976"/>
                    <a:pt x="7218" y="7735"/>
                  </a:cubicBezTo>
                  <a:lnTo>
                    <a:pt x="12784" y="4559"/>
                  </a:lnTo>
                  <a:cubicBezTo>
                    <a:pt x="12999" y="4443"/>
                    <a:pt x="13123" y="4229"/>
                    <a:pt x="13123" y="3988"/>
                  </a:cubicBezTo>
                  <a:cubicBezTo>
                    <a:pt x="13123" y="3738"/>
                    <a:pt x="12999" y="3524"/>
                    <a:pt x="12784" y="340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272;p43">
              <a:extLst>
                <a:ext uri="{FF2B5EF4-FFF2-40B4-BE49-F238E27FC236}">
                  <a16:creationId xmlns:a16="http://schemas.microsoft.com/office/drawing/2014/main" id="{40341B4C-D2DD-8A71-55C1-B0B457BC2456}"/>
                </a:ext>
              </a:extLst>
            </p:cNvPr>
            <p:cNvSpPr/>
            <p:nvPr/>
          </p:nvSpPr>
          <p:spPr>
            <a:xfrm>
              <a:off x="2943021" y="4266000"/>
              <a:ext cx="636994" cy="379444"/>
            </a:xfrm>
            <a:custGeom>
              <a:avLst/>
              <a:gdLst/>
              <a:ahLst/>
              <a:cxnLst/>
              <a:rect l="l" t="t" r="r" b="b"/>
              <a:pathLst>
                <a:path w="12820" h="7637" extrusionOk="0">
                  <a:moveTo>
                    <a:pt x="12490" y="3328"/>
                  </a:moveTo>
                  <a:lnTo>
                    <a:pt x="7066" y="232"/>
                  </a:lnTo>
                  <a:cubicBezTo>
                    <a:pt x="6655" y="0"/>
                    <a:pt x="6191" y="0"/>
                    <a:pt x="5781" y="232"/>
                  </a:cubicBezTo>
                  <a:lnTo>
                    <a:pt x="330" y="3328"/>
                  </a:lnTo>
                  <a:cubicBezTo>
                    <a:pt x="125" y="3453"/>
                    <a:pt x="0" y="3658"/>
                    <a:pt x="0" y="3899"/>
                  </a:cubicBezTo>
                  <a:cubicBezTo>
                    <a:pt x="0" y="4140"/>
                    <a:pt x="125" y="4345"/>
                    <a:pt x="330" y="4461"/>
                  </a:cubicBezTo>
                  <a:cubicBezTo>
                    <a:pt x="5603" y="7467"/>
                    <a:pt x="6905" y="7637"/>
                    <a:pt x="12490" y="4461"/>
                  </a:cubicBezTo>
                  <a:cubicBezTo>
                    <a:pt x="12704" y="4336"/>
                    <a:pt x="12820" y="4131"/>
                    <a:pt x="12820" y="3890"/>
                  </a:cubicBezTo>
                  <a:cubicBezTo>
                    <a:pt x="12820" y="3649"/>
                    <a:pt x="12704" y="3444"/>
                    <a:pt x="12490" y="332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273;p43">
              <a:extLst>
                <a:ext uri="{FF2B5EF4-FFF2-40B4-BE49-F238E27FC236}">
                  <a16:creationId xmlns:a16="http://schemas.microsoft.com/office/drawing/2014/main" id="{81AF57D2-0667-E3C8-C837-22E7E716735C}"/>
                </a:ext>
              </a:extLst>
            </p:cNvPr>
            <p:cNvSpPr/>
            <p:nvPr/>
          </p:nvSpPr>
          <p:spPr>
            <a:xfrm>
              <a:off x="3034345" y="3945525"/>
              <a:ext cx="455237" cy="617485"/>
            </a:xfrm>
            <a:custGeom>
              <a:avLst/>
              <a:gdLst/>
              <a:ahLst/>
              <a:cxnLst/>
              <a:rect l="l" t="t" r="r" b="b"/>
              <a:pathLst>
                <a:path w="9162" h="12428" extrusionOk="0">
                  <a:moveTo>
                    <a:pt x="143" y="9403"/>
                  </a:moveTo>
                  <a:cubicBezTo>
                    <a:pt x="107" y="9475"/>
                    <a:pt x="80" y="9564"/>
                    <a:pt x="54" y="9644"/>
                  </a:cubicBezTo>
                  <a:lnTo>
                    <a:pt x="0" y="9778"/>
                  </a:lnTo>
                  <a:lnTo>
                    <a:pt x="27" y="9778"/>
                  </a:lnTo>
                  <a:cubicBezTo>
                    <a:pt x="9" y="9849"/>
                    <a:pt x="0" y="9921"/>
                    <a:pt x="0" y="10001"/>
                  </a:cubicBezTo>
                  <a:cubicBezTo>
                    <a:pt x="0" y="11339"/>
                    <a:pt x="2052" y="12428"/>
                    <a:pt x="4585" y="12428"/>
                  </a:cubicBezTo>
                  <a:cubicBezTo>
                    <a:pt x="7110" y="12428"/>
                    <a:pt x="9162" y="11339"/>
                    <a:pt x="9162" y="10001"/>
                  </a:cubicBezTo>
                  <a:cubicBezTo>
                    <a:pt x="9162" y="9921"/>
                    <a:pt x="9153" y="9849"/>
                    <a:pt x="9135" y="9778"/>
                  </a:cubicBezTo>
                  <a:lnTo>
                    <a:pt x="9162" y="9778"/>
                  </a:lnTo>
                  <a:lnTo>
                    <a:pt x="9108" y="9644"/>
                  </a:lnTo>
                  <a:cubicBezTo>
                    <a:pt x="9082" y="9564"/>
                    <a:pt x="9055" y="9484"/>
                    <a:pt x="9019" y="9403"/>
                  </a:cubicBezTo>
                  <a:lnTo>
                    <a:pt x="5808" y="911"/>
                  </a:lnTo>
                  <a:cubicBezTo>
                    <a:pt x="5594" y="349"/>
                    <a:pt x="5130" y="1"/>
                    <a:pt x="4585" y="1"/>
                  </a:cubicBezTo>
                  <a:cubicBezTo>
                    <a:pt x="4032" y="1"/>
                    <a:pt x="3568" y="349"/>
                    <a:pt x="3354" y="91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274;p43">
              <a:extLst>
                <a:ext uri="{FF2B5EF4-FFF2-40B4-BE49-F238E27FC236}">
                  <a16:creationId xmlns:a16="http://schemas.microsoft.com/office/drawing/2014/main" id="{2774B749-29DA-F087-6814-7FDFE06E98A8}"/>
                </a:ext>
              </a:extLst>
            </p:cNvPr>
            <p:cNvSpPr/>
            <p:nvPr/>
          </p:nvSpPr>
          <p:spPr>
            <a:xfrm>
              <a:off x="3021800" y="4370350"/>
              <a:ext cx="491409" cy="195053"/>
            </a:xfrm>
            <a:custGeom>
              <a:avLst/>
              <a:gdLst/>
              <a:ahLst/>
              <a:cxnLst/>
              <a:rect l="l" t="t" r="r" b="b"/>
              <a:pathLst>
                <a:path w="9635" h="3926" extrusionOk="0">
                  <a:moveTo>
                    <a:pt x="607" y="0"/>
                  </a:moveTo>
                  <a:cubicBezTo>
                    <a:pt x="446" y="429"/>
                    <a:pt x="286" y="848"/>
                    <a:pt x="125" y="1276"/>
                  </a:cubicBezTo>
                  <a:cubicBezTo>
                    <a:pt x="0" y="3033"/>
                    <a:pt x="2650" y="3926"/>
                    <a:pt x="4710" y="3926"/>
                  </a:cubicBezTo>
                  <a:cubicBezTo>
                    <a:pt x="5933" y="3926"/>
                    <a:pt x="9635" y="3355"/>
                    <a:pt x="9260" y="1276"/>
                  </a:cubicBezTo>
                  <a:cubicBezTo>
                    <a:pt x="9287" y="1276"/>
                    <a:pt x="8850" y="125"/>
                    <a:pt x="8805" y="0"/>
                  </a:cubicBezTo>
                  <a:cubicBezTo>
                    <a:pt x="8234" y="1026"/>
                    <a:pt x="6566" y="1660"/>
                    <a:pt x="4710" y="1660"/>
                  </a:cubicBezTo>
                  <a:cubicBezTo>
                    <a:pt x="2846" y="1660"/>
                    <a:pt x="1169" y="999"/>
                    <a:pt x="607" y="0"/>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275;p43">
              <a:extLst>
                <a:ext uri="{FF2B5EF4-FFF2-40B4-BE49-F238E27FC236}">
                  <a16:creationId xmlns:a16="http://schemas.microsoft.com/office/drawing/2014/main" id="{C177D453-993F-1A71-5FA1-09D12CD6A4EF}"/>
                </a:ext>
              </a:extLst>
            </p:cNvPr>
            <p:cNvSpPr/>
            <p:nvPr/>
          </p:nvSpPr>
          <p:spPr>
            <a:xfrm>
              <a:off x="3099037" y="4164045"/>
              <a:ext cx="324956" cy="179562"/>
            </a:xfrm>
            <a:custGeom>
              <a:avLst/>
              <a:gdLst/>
              <a:ahLst/>
              <a:cxnLst/>
              <a:rect l="l" t="t" r="r" b="b"/>
              <a:pathLst>
                <a:path w="6540" h="3614" extrusionOk="0">
                  <a:moveTo>
                    <a:pt x="0" y="1937"/>
                  </a:moveTo>
                  <a:cubicBezTo>
                    <a:pt x="295" y="2998"/>
                    <a:pt x="1624" y="3614"/>
                    <a:pt x="3283" y="3614"/>
                  </a:cubicBezTo>
                  <a:cubicBezTo>
                    <a:pt x="4934" y="3614"/>
                    <a:pt x="6388" y="2945"/>
                    <a:pt x="6540" y="1892"/>
                  </a:cubicBezTo>
                  <a:lnTo>
                    <a:pt x="5826" y="1"/>
                  </a:lnTo>
                  <a:cubicBezTo>
                    <a:pt x="5648" y="679"/>
                    <a:pt x="4639" y="1348"/>
                    <a:pt x="3283" y="1348"/>
                  </a:cubicBezTo>
                  <a:cubicBezTo>
                    <a:pt x="1919" y="1348"/>
                    <a:pt x="964" y="821"/>
                    <a:pt x="714" y="45"/>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76;p43">
              <a:extLst>
                <a:ext uri="{FF2B5EF4-FFF2-40B4-BE49-F238E27FC236}">
                  <a16:creationId xmlns:a16="http://schemas.microsoft.com/office/drawing/2014/main" id="{64F3880F-B91D-08D0-E23D-91C090408F26}"/>
                </a:ext>
              </a:extLst>
            </p:cNvPr>
            <p:cNvSpPr/>
            <p:nvPr/>
          </p:nvSpPr>
          <p:spPr>
            <a:xfrm>
              <a:off x="3169940" y="3945525"/>
              <a:ext cx="184042" cy="169823"/>
            </a:xfrm>
            <a:custGeom>
              <a:avLst/>
              <a:gdLst/>
              <a:ahLst/>
              <a:cxnLst/>
              <a:rect l="l" t="t" r="r" b="b"/>
              <a:pathLst>
                <a:path w="3704" h="3418" extrusionOk="0">
                  <a:moveTo>
                    <a:pt x="1" y="2561"/>
                  </a:moveTo>
                  <a:cubicBezTo>
                    <a:pt x="197" y="3132"/>
                    <a:pt x="1107" y="3417"/>
                    <a:pt x="1856" y="3417"/>
                  </a:cubicBezTo>
                  <a:cubicBezTo>
                    <a:pt x="2597" y="3417"/>
                    <a:pt x="3551" y="3096"/>
                    <a:pt x="3703" y="2561"/>
                  </a:cubicBezTo>
                  <a:lnTo>
                    <a:pt x="3079" y="911"/>
                  </a:lnTo>
                  <a:cubicBezTo>
                    <a:pt x="2865" y="349"/>
                    <a:pt x="2401" y="1"/>
                    <a:pt x="1856" y="1"/>
                  </a:cubicBezTo>
                  <a:cubicBezTo>
                    <a:pt x="1303" y="1"/>
                    <a:pt x="839" y="349"/>
                    <a:pt x="625" y="91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8745033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98">
          <a:extLst>
            <a:ext uri="{FF2B5EF4-FFF2-40B4-BE49-F238E27FC236}">
              <a16:creationId xmlns:a16="http://schemas.microsoft.com/office/drawing/2014/main" id="{16798500-4B8A-62B7-1464-9524A08C3711}"/>
            </a:ext>
          </a:extLst>
        </p:cNvPr>
        <p:cNvGrpSpPr/>
        <p:nvPr/>
      </p:nvGrpSpPr>
      <p:grpSpPr>
        <a:xfrm>
          <a:off x="0" y="0"/>
          <a:ext cx="0" cy="0"/>
          <a:chOff x="0" y="0"/>
          <a:chExt cx="0" cy="0"/>
        </a:xfrm>
      </p:grpSpPr>
      <p:sp>
        <p:nvSpPr>
          <p:cNvPr id="899" name="Google Shape;899;p36">
            <a:extLst>
              <a:ext uri="{FF2B5EF4-FFF2-40B4-BE49-F238E27FC236}">
                <a16:creationId xmlns:a16="http://schemas.microsoft.com/office/drawing/2014/main" id="{4657F300-141D-5A25-3E29-0341686349AD}"/>
              </a:ext>
            </a:extLst>
          </p:cNvPr>
          <p:cNvSpPr txBox="1">
            <a:spLocks noGrp="1"/>
          </p:cNvSpPr>
          <p:nvPr>
            <p:ph type="ctrTitle"/>
          </p:nvPr>
        </p:nvSpPr>
        <p:spPr>
          <a:xfrm>
            <a:off x="713250" y="470050"/>
            <a:ext cx="7717500" cy="63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RESULT</a:t>
            </a:r>
            <a:endParaRPr dirty="0"/>
          </a:p>
        </p:txBody>
      </p:sp>
      <p:sp>
        <p:nvSpPr>
          <p:cNvPr id="904" name="Google Shape;904;p36">
            <a:extLst>
              <a:ext uri="{FF2B5EF4-FFF2-40B4-BE49-F238E27FC236}">
                <a16:creationId xmlns:a16="http://schemas.microsoft.com/office/drawing/2014/main" id="{020C2943-74BD-F2E1-0FB4-A99C022C872F}"/>
              </a:ext>
            </a:extLst>
          </p:cNvPr>
          <p:cNvSpPr/>
          <p:nvPr/>
        </p:nvSpPr>
        <p:spPr>
          <a:xfrm rot="5400000">
            <a:off x="7962591" y="745450"/>
            <a:ext cx="457800" cy="840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6">
            <a:extLst>
              <a:ext uri="{FF2B5EF4-FFF2-40B4-BE49-F238E27FC236}">
                <a16:creationId xmlns:a16="http://schemas.microsoft.com/office/drawing/2014/main" id="{2E31A115-A016-A4F1-B9F8-D79C69E285B1}"/>
              </a:ext>
            </a:extLst>
          </p:cNvPr>
          <p:cNvSpPr/>
          <p:nvPr/>
        </p:nvSpPr>
        <p:spPr>
          <a:xfrm rot="-5400000" flipH="1">
            <a:off x="723591" y="745450"/>
            <a:ext cx="457800" cy="840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Rectangle 3">
            <a:extLst>
              <a:ext uri="{FF2B5EF4-FFF2-40B4-BE49-F238E27FC236}">
                <a16:creationId xmlns:a16="http://schemas.microsoft.com/office/drawing/2014/main" id="{73B819F5-AA99-1C0B-B687-866A0470966F}"/>
              </a:ext>
            </a:extLst>
          </p:cNvPr>
          <p:cNvSpPr/>
          <p:nvPr/>
        </p:nvSpPr>
        <p:spPr>
          <a:xfrm>
            <a:off x="713250" y="1404519"/>
            <a:ext cx="7717500" cy="348935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endParaRPr lang="en-IN" dirty="0">
              <a:latin typeface="Times New Roman" panose="02020603050405020304" pitchFamily="18" charset="0"/>
              <a:cs typeface="Times New Roman" panose="02020603050405020304" pitchFamily="18" charset="0"/>
            </a:endParaRPr>
          </a:p>
        </p:txBody>
      </p:sp>
      <p:grpSp>
        <p:nvGrpSpPr>
          <p:cNvPr id="3" name="Google Shape;1268;p43">
            <a:extLst>
              <a:ext uri="{FF2B5EF4-FFF2-40B4-BE49-F238E27FC236}">
                <a16:creationId xmlns:a16="http://schemas.microsoft.com/office/drawing/2014/main" id="{3AFDFE34-1848-A616-7B3B-C81DC233B1EB}"/>
              </a:ext>
            </a:extLst>
          </p:cNvPr>
          <p:cNvGrpSpPr/>
          <p:nvPr/>
        </p:nvGrpSpPr>
        <p:grpSpPr>
          <a:xfrm>
            <a:off x="-396183" y="4135524"/>
            <a:ext cx="1041993" cy="1141205"/>
            <a:chOff x="2914650" y="3945525"/>
            <a:chExt cx="693737" cy="759791"/>
          </a:xfrm>
        </p:grpSpPr>
        <p:sp>
          <p:nvSpPr>
            <p:cNvPr id="5" name="Google Shape;1269;p43">
              <a:extLst>
                <a:ext uri="{FF2B5EF4-FFF2-40B4-BE49-F238E27FC236}">
                  <a16:creationId xmlns:a16="http://schemas.microsoft.com/office/drawing/2014/main" id="{0124B1A1-F7EA-7F48-15C5-F799B9FFDC98}"/>
                </a:ext>
              </a:extLst>
            </p:cNvPr>
            <p:cNvSpPr/>
            <p:nvPr/>
          </p:nvSpPr>
          <p:spPr>
            <a:xfrm>
              <a:off x="2914650" y="4283291"/>
              <a:ext cx="693737" cy="422024"/>
            </a:xfrm>
            <a:custGeom>
              <a:avLst/>
              <a:gdLst/>
              <a:ahLst/>
              <a:cxnLst/>
              <a:rect l="l" t="t" r="r" b="b"/>
              <a:pathLst>
                <a:path w="13962" h="8494" extrusionOk="0">
                  <a:moveTo>
                    <a:pt x="13605" y="3622"/>
                  </a:moveTo>
                  <a:lnTo>
                    <a:pt x="7699" y="259"/>
                  </a:lnTo>
                  <a:cubicBezTo>
                    <a:pt x="7253" y="0"/>
                    <a:pt x="6745" y="0"/>
                    <a:pt x="6299" y="259"/>
                  </a:cubicBezTo>
                  <a:lnTo>
                    <a:pt x="357" y="3631"/>
                  </a:lnTo>
                  <a:cubicBezTo>
                    <a:pt x="134" y="3756"/>
                    <a:pt x="0" y="3979"/>
                    <a:pt x="0" y="4247"/>
                  </a:cubicBezTo>
                  <a:cubicBezTo>
                    <a:pt x="0" y="4506"/>
                    <a:pt x="134" y="4729"/>
                    <a:pt x="357" y="4862"/>
                  </a:cubicBezTo>
                  <a:lnTo>
                    <a:pt x="6281" y="8234"/>
                  </a:lnTo>
                  <a:cubicBezTo>
                    <a:pt x="6727" y="8493"/>
                    <a:pt x="7235" y="8493"/>
                    <a:pt x="7681" y="8234"/>
                  </a:cubicBezTo>
                  <a:lnTo>
                    <a:pt x="13605" y="4853"/>
                  </a:lnTo>
                  <a:cubicBezTo>
                    <a:pt x="13828" y="4729"/>
                    <a:pt x="13962" y="4506"/>
                    <a:pt x="13962" y="4238"/>
                  </a:cubicBezTo>
                  <a:cubicBezTo>
                    <a:pt x="13962" y="3979"/>
                    <a:pt x="13828" y="3756"/>
                    <a:pt x="13605" y="362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270;p43">
              <a:extLst>
                <a:ext uri="{FF2B5EF4-FFF2-40B4-BE49-F238E27FC236}">
                  <a16:creationId xmlns:a16="http://schemas.microsoft.com/office/drawing/2014/main" id="{F78F87F7-01F2-EF59-88AB-870F6D56DA09}"/>
                </a:ext>
              </a:extLst>
            </p:cNvPr>
            <p:cNvSpPr/>
            <p:nvPr/>
          </p:nvSpPr>
          <p:spPr>
            <a:xfrm>
              <a:off x="2935469" y="4279763"/>
              <a:ext cx="652099" cy="396288"/>
            </a:xfrm>
            <a:custGeom>
              <a:avLst/>
              <a:gdLst/>
              <a:ahLst/>
              <a:cxnLst/>
              <a:rect l="l" t="t" r="r" b="b"/>
              <a:pathLst>
                <a:path w="13124" h="7976" extrusionOk="0">
                  <a:moveTo>
                    <a:pt x="12784" y="3408"/>
                  </a:moveTo>
                  <a:lnTo>
                    <a:pt x="7236" y="241"/>
                  </a:lnTo>
                  <a:cubicBezTo>
                    <a:pt x="6816" y="0"/>
                    <a:pt x="6335" y="0"/>
                    <a:pt x="5915" y="241"/>
                  </a:cubicBezTo>
                  <a:lnTo>
                    <a:pt x="340" y="3408"/>
                  </a:lnTo>
                  <a:cubicBezTo>
                    <a:pt x="126" y="3533"/>
                    <a:pt x="1" y="3738"/>
                    <a:pt x="1" y="3988"/>
                  </a:cubicBezTo>
                  <a:cubicBezTo>
                    <a:pt x="1" y="4238"/>
                    <a:pt x="126" y="4443"/>
                    <a:pt x="340" y="4568"/>
                  </a:cubicBezTo>
                  <a:lnTo>
                    <a:pt x="5897" y="7735"/>
                  </a:lnTo>
                  <a:cubicBezTo>
                    <a:pt x="6317" y="7975"/>
                    <a:pt x="6798" y="7975"/>
                    <a:pt x="7218" y="7735"/>
                  </a:cubicBezTo>
                  <a:lnTo>
                    <a:pt x="12784" y="4559"/>
                  </a:lnTo>
                  <a:cubicBezTo>
                    <a:pt x="12999" y="4443"/>
                    <a:pt x="13123" y="4229"/>
                    <a:pt x="13123" y="3988"/>
                  </a:cubicBezTo>
                  <a:cubicBezTo>
                    <a:pt x="13123" y="3738"/>
                    <a:pt x="12999" y="3524"/>
                    <a:pt x="12784" y="340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271;p43">
              <a:extLst>
                <a:ext uri="{FF2B5EF4-FFF2-40B4-BE49-F238E27FC236}">
                  <a16:creationId xmlns:a16="http://schemas.microsoft.com/office/drawing/2014/main" id="{7608916B-F034-81E5-55EE-6960E9A80DBC}"/>
                </a:ext>
              </a:extLst>
            </p:cNvPr>
            <p:cNvSpPr/>
            <p:nvPr/>
          </p:nvSpPr>
          <p:spPr>
            <a:xfrm>
              <a:off x="2935469" y="4262026"/>
              <a:ext cx="652099" cy="396288"/>
            </a:xfrm>
            <a:custGeom>
              <a:avLst/>
              <a:gdLst/>
              <a:ahLst/>
              <a:cxnLst/>
              <a:rect l="l" t="t" r="r" b="b"/>
              <a:pathLst>
                <a:path w="13124" h="7976" extrusionOk="0">
                  <a:moveTo>
                    <a:pt x="12784" y="3408"/>
                  </a:moveTo>
                  <a:lnTo>
                    <a:pt x="7236" y="241"/>
                  </a:lnTo>
                  <a:cubicBezTo>
                    <a:pt x="6816" y="0"/>
                    <a:pt x="6335" y="0"/>
                    <a:pt x="5915" y="241"/>
                  </a:cubicBezTo>
                  <a:lnTo>
                    <a:pt x="340" y="3408"/>
                  </a:lnTo>
                  <a:cubicBezTo>
                    <a:pt x="126" y="3533"/>
                    <a:pt x="1" y="3738"/>
                    <a:pt x="1" y="3988"/>
                  </a:cubicBezTo>
                  <a:cubicBezTo>
                    <a:pt x="1" y="4238"/>
                    <a:pt x="126" y="4443"/>
                    <a:pt x="340" y="4568"/>
                  </a:cubicBezTo>
                  <a:lnTo>
                    <a:pt x="5897" y="7735"/>
                  </a:lnTo>
                  <a:cubicBezTo>
                    <a:pt x="6317" y="7976"/>
                    <a:pt x="6798" y="7976"/>
                    <a:pt x="7218" y="7735"/>
                  </a:cubicBezTo>
                  <a:lnTo>
                    <a:pt x="12784" y="4559"/>
                  </a:lnTo>
                  <a:cubicBezTo>
                    <a:pt x="12999" y="4443"/>
                    <a:pt x="13123" y="4229"/>
                    <a:pt x="13123" y="3988"/>
                  </a:cubicBezTo>
                  <a:cubicBezTo>
                    <a:pt x="13123" y="3738"/>
                    <a:pt x="12999" y="3524"/>
                    <a:pt x="12784" y="340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272;p43">
              <a:extLst>
                <a:ext uri="{FF2B5EF4-FFF2-40B4-BE49-F238E27FC236}">
                  <a16:creationId xmlns:a16="http://schemas.microsoft.com/office/drawing/2014/main" id="{7B223F89-7517-6CD2-C57E-4E87A51F8C0C}"/>
                </a:ext>
              </a:extLst>
            </p:cNvPr>
            <p:cNvSpPr/>
            <p:nvPr/>
          </p:nvSpPr>
          <p:spPr>
            <a:xfrm>
              <a:off x="2943021" y="4266000"/>
              <a:ext cx="636994" cy="379444"/>
            </a:xfrm>
            <a:custGeom>
              <a:avLst/>
              <a:gdLst/>
              <a:ahLst/>
              <a:cxnLst/>
              <a:rect l="l" t="t" r="r" b="b"/>
              <a:pathLst>
                <a:path w="12820" h="7637" extrusionOk="0">
                  <a:moveTo>
                    <a:pt x="12490" y="3328"/>
                  </a:moveTo>
                  <a:lnTo>
                    <a:pt x="7066" y="232"/>
                  </a:lnTo>
                  <a:cubicBezTo>
                    <a:pt x="6655" y="0"/>
                    <a:pt x="6191" y="0"/>
                    <a:pt x="5781" y="232"/>
                  </a:cubicBezTo>
                  <a:lnTo>
                    <a:pt x="330" y="3328"/>
                  </a:lnTo>
                  <a:cubicBezTo>
                    <a:pt x="125" y="3453"/>
                    <a:pt x="0" y="3658"/>
                    <a:pt x="0" y="3899"/>
                  </a:cubicBezTo>
                  <a:cubicBezTo>
                    <a:pt x="0" y="4140"/>
                    <a:pt x="125" y="4345"/>
                    <a:pt x="330" y="4461"/>
                  </a:cubicBezTo>
                  <a:cubicBezTo>
                    <a:pt x="5603" y="7467"/>
                    <a:pt x="6905" y="7637"/>
                    <a:pt x="12490" y="4461"/>
                  </a:cubicBezTo>
                  <a:cubicBezTo>
                    <a:pt x="12704" y="4336"/>
                    <a:pt x="12820" y="4131"/>
                    <a:pt x="12820" y="3890"/>
                  </a:cubicBezTo>
                  <a:cubicBezTo>
                    <a:pt x="12820" y="3649"/>
                    <a:pt x="12704" y="3444"/>
                    <a:pt x="12490" y="332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273;p43">
              <a:extLst>
                <a:ext uri="{FF2B5EF4-FFF2-40B4-BE49-F238E27FC236}">
                  <a16:creationId xmlns:a16="http://schemas.microsoft.com/office/drawing/2014/main" id="{51817F56-8876-738C-1FB7-9BDA62EE0206}"/>
                </a:ext>
              </a:extLst>
            </p:cNvPr>
            <p:cNvSpPr/>
            <p:nvPr/>
          </p:nvSpPr>
          <p:spPr>
            <a:xfrm>
              <a:off x="3034345" y="3945525"/>
              <a:ext cx="455237" cy="617485"/>
            </a:xfrm>
            <a:custGeom>
              <a:avLst/>
              <a:gdLst/>
              <a:ahLst/>
              <a:cxnLst/>
              <a:rect l="l" t="t" r="r" b="b"/>
              <a:pathLst>
                <a:path w="9162" h="12428" extrusionOk="0">
                  <a:moveTo>
                    <a:pt x="143" y="9403"/>
                  </a:moveTo>
                  <a:cubicBezTo>
                    <a:pt x="107" y="9475"/>
                    <a:pt x="80" y="9564"/>
                    <a:pt x="54" y="9644"/>
                  </a:cubicBezTo>
                  <a:lnTo>
                    <a:pt x="0" y="9778"/>
                  </a:lnTo>
                  <a:lnTo>
                    <a:pt x="27" y="9778"/>
                  </a:lnTo>
                  <a:cubicBezTo>
                    <a:pt x="9" y="9849"/>
                    <a:pt x="0" y="9921"/>
                    <a:pt x="0" y="10001"/>
                  </a:cubicBezTo>
                  <a:cubicBezTo>
                    <a:pt x="0" y="11339"/>
                    <a:pt x="2052" y="12428"/>
                    <a:pt x="4585" y="12428"/>
                  </a:cubicBezTo>
                  <a:cubicBezTo>
                    <a:pt x="7110" y="12428"/>
                    <a:pt x="9162" y="11339"/>
                    <a:pt x="9162" y="10001"/>
                  </a:cubicBezTo>
                  <a:cubicBezTo>
                    <a:pt x="9162" y="9921"/>
                    <a:pt x="9153" y="9849"/>
                    <a:pt x="9135" y="9778"/>
                  </a:cubicBezTo>
                  <a:lnTo>
                    <a:pt x="9162" y="9778"/>
                  </a:lnTo>
                  <a:lnTo>
                    <a:pt x="9108" y="9644"/>
                  </a:lnTo>
                  <a:cubicBezTo>
                    <a:pt x="9082" y="9564"/>
                    <a:pt x="9055" y="9484"/>
                    <a:pt x="9019" y="9403"/>
                  </a:cubicBezTo>
                  <a:lnTo>
                    <a:pt x="5808" y="911"/>
                  </a:lnTo>
                  <a:cubicBezTo>
                    <a:pt x="5594" y="349"/>
                    <a:pt x="5130" y="1"/>
                    <a:pt x="4585" y="1"/>
                  </a:cubicBezTo>
                  <a:cubicBezTo>
                    <a:pt x="4032" y="1"/>
                    <a:pt x="3568" y="349"/>
                    <a:pt x="3354" y="91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274;p43">
              <a:extLst>
                <a:ext uri="{FF2B5EF4-FFF2-40B4-BE49-F238E27FC236}">
                  <a16:creationId xmlns:a16="http://schemas.microsoft.com/office/drawing/2014/main" id="{DB59098E-CCFE-3C70-1653-4D146A3E0D42}"/>
                </a:ext>
              </a:extLst>
            </p:cNvPr>
            <p:cNvSpPr/>
            <p:nvPr/>
          </p:nvSpPr>
          <p:spPr>
            <a:xfrm>
              <a:off x="3021800" y="4370350"/>
              <a:ext cx="491409" cy="195053"/>
            </a:xfrm>
            <a:custGeom>
              <a:avLst/>
              <a:gdLst/>
              <a:ahLst/>
              <a:cxnLst/>
              <a:rect l="l" t="t" r="r" b="b"/>
              <a:pathLst>
                <a:path w="9635" h="3926" extrusionOk="0">
                  <a:moveTo>
                    <a:pt x="607" y="0"/>
                  </a:moveTo>
                  <a:cubicBezTo>
                    <a:pt x="446" y="429"/>
                    <a:pt x="286" y="848"/>
                    <a:pt x="125" y="1276"/>
                  </a:cubicBezTo>
                  <a:cubicBezTo>
                    <a:pt x="0" y="3033"/>
                    <a:pt x="2650" y="3926"/>
                    <a:pt x="4710" y="3926"/>
                  </a:cubicBezTo>
                  <a:cubicBezTo>
                    <a:pt x="5933" y="3926"/>
                    <a:pt x="9635" y="3355"/>
                    <a:pt x="9260" y="1276"/>
                  </a:cubicBezTo>
                  <a:cubicBezTo>
                    <a:pt x="9287" y="1276"/>
                    <a:pt x="8850" y="125"/>
                    <a:pt x="8805" y="0"/>
                  </a:cubicBezTo>
                  <a:cubicBezTo>
                    <a:pt x="8234" y="1026"/>
                    <a:pt x="6566" y="1660"/>
                    <a:pt x="4710" y="1660"/>
                  </a:cubicBezTo>
                  <a:cubicBezTo>
                    <a:pt x="2846" y="1660"/>
                    <a:pt x="1169" y="999"/>
                    <a:pt x="607" y="0"/>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275;p43">
              <a:extLst>
                <a:ext uri="{FF2B5EF4-FFF2-40B4-BE49-F238E27FC236}">
                  <a16:creationId xmlns:a16="http://schemas.microsoft.com/office/drawing/2014/main" id="{45AB7146-2486-A903-A152-FB25C55AF9CB}"/>
                </a:ext>
              </a:extLst>
            </p:cNvPr>
            <p:cNvSpPr/>
            <p:nvPr/>
          </p:nvSpPr>
          <p:spPr>
            <a:xfrm>
              <a:off x="3099037" y="4164045"/>
              <a:ext cx="324956" cy="179562"/>
            </a:xfrm>
            <a:custGeom>
              <a:avLst/>
              <a:gdLst/>
              <a:ahLst/>
              <a:cxnLst/>
              <a:rect l="l" t="t" r="r" b="b"/>
              <a:pathLst>
                <a:path w="6540" h="3614" extrusionOk="0">
                  <a:moveTo>
                    <a:pt x="0" y="1937"/>
                  </a:moveTo>
                  <a:cubicBezTo>
                    <a:pt x="295" y="2998"/>
                    <a:pt x="1624" y="3614"/>
                    <a:pt x="3283" y="3614"/>
                  </a:cubicBezTo>
                  <a:cubicBezTo>
                    <a:pt x="4934" y="3614"/>
                    <a:pt x="6388" y="2945"/>
                    <a:pt x="6540" y="1892"/>
                  </a:cubicBezTo>
                  <a:lnTo>
                    <a:pt x="5826" y="1"/>
                  </a:lnTo>
                  <a:cubicBezTo>
                    <a:pt x="5648" y="679"/>
                    <a:pt x="4639" y="1348"/>
                    <a:pt x="3283" y="1348"/>
                  </a:cubicBezTo>
                  <a:cubicBezTo>
                    <a:pt x="1919" y="1348"/>
                    <a:pt x="964" y="821"/>
                    <a:pt x="714" y="45"/>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76;p43">
              <a:extLst>
                <a:ext uri="{FF2B5EF4-FFF2-40B4-BE49-F238E27FC236}">
                  <a16:creationId xmlns:a16="http://schemas.microsoft.com/office/drawing/2014/main" id="{34EA2167-040E-FD39-66FF-467D9FF24674}"/>
                </a:ext>
              </a:extLst>
            </p:cNvPr>
            <p:cNvSpPr/>
            <p:nvPr/>
          </p:nvSpPr>
          <p:spPr>
            <a:xfrm>
              <a:off x="3169940" y="3945525"/>
              <a:ext cx="184042" cy="169823"/>
            </a:xfrm>
            <a:custGeom>
              <a:avLst/>
              <a:gdLst/>
              <a:ahLst/>
              <a:cxnLst/>
              <a:rect l="l" t="t" r="r" b="b"/>
              <a:pathLst>
                <a:path w="3704" h="3418" extrusionOk="0">
                  <a:moveTo>
                    <a:pt x="1" y="2561"/>
                  </a:moveTo>
                  <a:cubicBezTo>
                    <a:pt x="197" y="3132"/>
                    <a:pt x="1107" y="3417"/>
                    <a:pt x="1856" y="3417"/>
                  </a:cubicBezTo>
                  <a:cubicBezTo>
                    <a:pt x="2597" y="3417"/>
                    <a:pt x="3551" y="3096"/>
                    <a:pt x="3703" y="2561"/>
                  </a:cubicBezTo>
                  <a:lnTo>
                    <a:pt x="3079" y="911"/>
                  </a:lnTo>
                  <a:cubicBezTo>
                    <a:pt x="2865" y="349"/>
                    <a:pt x="2401" y="1"/>
                    <a:pt x="1856" y="1"/>
                  </a:cubicBezTo>
                  <a:cubicBezTo>
                    <a:pt x="1303" y="1"/>
                    <a:pt x="839" y="349"/>
                    <a:pt x="625" y="91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4" name="Picture 13">
            <a:extLst>
              <a:ext uri="{FF2B5EF4-FFF2-40B4-BE49-F238E27FC236}">
                <a16:creationId xmlns:a16="http://schemas.microsoft.com/office/drawing/2014/main" id="{65AD81E4-E55F-C561-808E-11AA09C9BBCA}"/>
              </a:ext>
            </a:extLst>
          </p:cNvPr>
          <p:cNvPicPr>
            <a:picLocks noChangeAspect="1"/>
          </p:cNvPicPr>
          <p:nvPr/>
        </p:nvPicPr>
        <p:blipFill>
          <a:blip r:embed="rId3"/>
          <a:stretch>
            <a:fillRect/>
          </a:stretch>
        </p:blipFill>
        <p:spPr>
          <a:xfrm>
            <a:off x="1192378" y="1550822"/>
            <a:ext cx="6475247" cy="3182621"/>
          </a:xfrm>
          <a:prstGeom prst="rect">
            <a:avLst/>
          </a:prstGeom>
        </p:spPr>
      </p:pic>
    </p:spTree>
    <p:extLst>
      <p:ext uri="{BB962C8B-B14F-4D97-AF65-F5344CB8AC3E}">
        <p14:creationId xmlns:p14="http://schemas.microsoft.com/office/powerpoint/2010/main" val="11108149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8">
          <a:extLst>
            <a:ext uri="{FF2B5EF4-FFF2-40B4-BE49-F238E27FC236}">
              <a16:creationId xmlns:a16="http://schemas.microsoft.com/office/drawing/2014/main" id="{5B107C46-803A-E57E-68B0-8257B468D151}"/>
            </a:ext>
          </a:extLst>
        </p:cNvPr>
        <p:cNvGrpSpPr/>
        <p:nvPr/>
      </p:nvGrpSpPr>
      <p:grpSpPr>
        <a:xfrm>
          <a:off x="0" y="0"/>
          <a:ext cx="0" cy="0"/>
          <a:chOff x="0" y="0"/>
          <a:chExt cx="0" cy="0"/>
        </a:xfrm>
      </p:grpSpPr>
      <p:sp>
        <p:nvSpPr>
          <p:cNvPr id="904" name="Google Shape;904;p36">
            <a:extLst>
              <a:ext uri="{FF2B5EF4-FFF2-40B4-BE49-F238E27FC236}">
                <a16:creationId xmlns:a16="http://schemas.microsoft.com/office/drawing/2014/main" id="{D76FCB16-6812-6EE2-678A-5F496338B109}"/>
              </a:ext>
            </a:extLst>
          </p:cNvPr>
          <p:cNvSpPr/>
          <p:nvPr/>
        </p:nvSpPr>
        <p:spPr>
          <a:xfrm rot="5400000">
            <a:off x="7962591" y="745450"/>
            <a:ext cx="457800" cy="840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6">
            <a:extLst>
              <a:ext uri="{FF2B5EF4-FFF2-40B4-BE49-F238E27FC236}">
                <a16:creationId xmlns:a16="http://schemas.microsoft.com/office/drawing/2014/main" id="{694937E1-0EF1-767F-B5F0-3B351EDACBA2}"/>
              </a:ext>
            </a:extLst>
          </p:cNvPr>
          <p:cNvSpPr/>
          <p:nvPr/>
        </p:nvSpPr>
        <p:spPr>
          <a:xfrm rot="-5400000" flipH="1">
            <a:off x="723591" y="745450"/>
            <a:ext cx="457800" cy="840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Rectangle 3">
            <a:extLst>
              <a:ext uri="{FF2B5EF4-FFF2-40B4-BE49-F238E27FC236}">
                <a16:creationId xmlns:a16="http://schemas.microsoft.com/office/drawing/2014/main" id="{1273FD8E-3A93-BF82-21A6-871A74D4D11A}"/>
              </a:ext>
            </a:extLst>
          </p:cNvPr>
          <p:cNvSpPr/>
          <p:nvPr/>
        </p:nvSpPr>
        <p:spPr>
          <a:xfrm>
            <a:off x="713250" y="1404519"/>
            <a:ext cx="7717500" cy="348935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endParaRPr lang="en-IN"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49A8BDDC-EBC8-A964-AA8C-3904F2ED3C0A}"/>
              </a:ext>
            </a:extLst>
          </p:cNvPr>
          <p:cNvSpPr txBox="1"/>
          <p:nvPr/>
        </p:nvSpPr>
        <p:spPr>
          <a:xfrm>
            <a:off x="952490" y="1719072"/>
            <a:ext cx="7197001" cy="181588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The Smart Parking System using Arduino offers an efficient and cost-effective solution to manage parking spaces, especially in small-scale environments like colleges, offices, and shopping complexes. By using IR sensors, LCD display, and servo motors controlled through an Arduino Uno, the system provides real-time monitoring of parking slot availability and automates gate access.</a:t>
            </a:r>
          </a:p>
          <a:p>
            <a:r>
              <a:rPr lang="en-US" dirty="0">
                <a:latin typeface="Times New Roman" panose="02020603050405020304" pitchFamily="18" charset="0"/>
                <a:cs typeface="Times New Roman" panose="02020603050405020304" pitchFamily="18" charset="0"/>
              </a:rPr>
              <a:t>This project not only reduces manual effort and traffic congestion but also enhances user convenience through automation. It serves as a practical step toward smarter infrastructure and can be further expanded with IoT integration for remote access and mobile app support</a:t>
            </a:r>
            <a:r>
              <a:rPr lang="en-US" dirty="0"/>
              <a:t>.</a:t>
            </a:r>
            <a:endParaRPr lang="en-IN" dirty="0"/>
          </a:p>
        </p:txBody>
      </p:sp>
      <p:sp>
        <p:nvSpPr>
          <p:cNvPr id="14" name="Title 13">
            <a:extLst>
              <a:ext uri="{FF2B5EF4-FFF2-40B4-BE49-F238E27FC236}">
                <a16:creationId xmlns:a16="http://schemas.microsoft.com/office/drawing/2014/main" id="{D5BAF28C-BEA8-D621-AF95-29E8377EA6F5}"/>
              </a:ext>
            </a:extLst>
          </p:cNvPr>
          <p:cNvSpPr>
            <a:spLocks noGrp="1"/>
          </p:cNvSpPr>
          <p:nvPr>
            <p:ph type="ctrTitle"/>
          </p:nvPr>
        </p:nvSpPr>
        <p:spPr/>
        <p:txBody>
          <a:bodyPr/>
          <a:lstStyle/>
          <a:p>
            <a:r>
              <a:rPr lang="en-US" dirty="0"/>
              <a:t>CONCLUSION</a:t>
            </a:r>
            <a:endParaRPr lang="en-IN" dirty="0"/>
          </a:p>
        </p:txBody>
      </p:sp>
      <p:grpSp>
        <p:nvGrpSpPr>
          <p:cNvPr id="15" name="Google Shape;3455;p72">
            <a:extLst>
              <a:ext uri="{FF2B5EF4-FFF2-40B4-BE49-F238E27FC236}">
                <a16:creationId xmlns:a16="http://schemas.microsoft.com/office/drawing/2014/main" id="{43729D6F-9B62-B030-C844-D110B6AFB03E}"/>
              </a:ext>
            </a:extLst>
          </p:cNvPr>
          <p:cNvGrpSpPr/>
          <p:nvPr/>
        </p:nvGrpSpPr>
        <p:grpSpPr>
          <a:xfrm>
            <a:off x="-511522" y="3149194"/>
            <a:ext cx="2449543" cy="2311868"/>
            <a:chOff x="1198635" y="-188975"/>
            <a:chExt cx="5476817" cy="5019280"/>
          </a:xfrm>
        </p:grpSpPr>
        <p:sp>
          <p:nvSpPr>
            <p:cNvPr id="16" name="Google Shape;3456;p72">
              <a:extLst>
                <a:ext uri="{FF2B5EF4-FFF2-40B4-BE49-F238E27FC236}">
                  <a16:creationId xmlns:a16="http://schemas.microsoft.com/office/drawing/2014/main" id="{63B344FA-AB60-4A97-3FA5-4C8C2E1A3703}"/>
                </a:ext>
              </a:extLst>
            </p:cNvPr>
            <p:cNvSpPr/>
            <p:nvPr/>
          </p:nvSpPr>
          <p:spPr>
            <a:xfrm>
              <a:off x="1467325" y="855191"/>
              <a:ext cx="1497708" cy="831234"/>
            </a:xfrm>
            <a:custGeom>
              <a:avLst/>
              <a:gdLst/>
              <a:ahLst/>
              <a:cxnLst/>
              <a:rect l="l" t="t" r="r" b="b"/>
              <a:pathLst>
                <a:path w="29225" h="16220" extrusionOk="0">
                  <a:moveTo>
                    <a:pt x="1" y="1"/>
                  </a:moveTo>
                  <a:lnTo>
                    <a:pt x="1" y="8447"/>
                  </a:lnTo>
                  <a:cubicBezTo>
                    <a:pt x="1" y="12739"/>
                    <a:pt x="6543" y="16220"/>
                    <a:pt x="14612" y="16220"/>
                  </a:cubicBezTo>
                  <a:cubicBezTo>
                    <a:pt x="22682" y="16220"/>
                    <a:pt x="29224" y="12739"/>
                    <a:pt x="29224" y="8447"/>
                  </a:cubicBezTo>
                  <a:cubicBezTo>
                    <a:pt x="29224" y="4154"/>
                    <a:pt x="22682" y="675"/>
                    <a:pt x="14612" y="675"/>
                  </a:cubicBezTo>
                  <a:cubicBezTo>
                    <a:pt x="10931" y="675"/>
                    <a:pt x="7570" y="1400"/>
                    <a:pt x="5000" y="2596"/>
                  </a:cubicBezTo>
                  <a:lnTo>
                    <a:pt x="1" y="1"/>
                  </a:ln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3457;p72">
              <a:extLst>
                <a:ext uri="{FF2B5EF4-FFF2-40B4-BE49-F238E27FC236}">
                  <a16:creationId xmlns:a16="http://schemas.microsoft.com/office/drawing/2014/main" id="{A2F5AAC1-D7E6-3255-473A-4A635C5A8916}"/>
                </a:ext>
              </a:extLst>
            </p:cNvPr>
            <p:cNvSpPr/>
            <p:nvPr/>
          </p:nvSpPr>
          <p:spPr>
            <a:xfrm>
              <a:off x="1467325" y="456948"/>
              <a:ext cx="1497708" cy="796642"/>
            </a:xfrm>
            <a:custGeom>
              <a:avLst/>
              <a:gdLst/>
              <a:ahLst/>
              <a:cxnLst/>
              <a:rect l="l" t="t" r="r" b="b"/>
              <a:pathLst>
                <a:path w="29225" h="15545" extrusionOk="0">
                  <a:moveTo>
                    <a:pt x="14612" y="0"/>
                  </a:moveTo>
                  <a:cubicBezTo>
                    <a:pt x="6543" y="0"/>
                    <a:pt x="1" y="3479"/>
                    <a:pt x="1" y="7772"/>
                  </a:cubicBezTo>
                  <a:cubicBezTo>
                    <a:pt x="1" y="12064"/>
                    <a:pt x="6543" y="15545"/>
                    <a:pt x="14612" y="15545"/>
                  </a:cubicBezTo>
                  <a:cubicBezTo>
                    <a:pt x="22682" y="15545"/>
                    <a:pt x="29224" y="12064"/>
                    <a:pt x="29224" y="7772"/>
                  </a:cubicBezTo>
                  <a:cubicBezTo>
                    <a:pt x="29224" y="3479"/>
                    <a:pt x="22682" y="0"/>
                    <a:pt x="14612"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3458;p72">
              <a:extLst>
                <a:ext uri="{FF2B5EF4-FFF2-40B4-BE49-F238E27FC236}">
                  <a16:creationId xmlns:a16="http://schemas.microsoft.com/office/drawing/2014/main" id="{65D9B9CF-EDBB-FFA7-B932-FBADB5A847AD}"/>
                </a:ext>
              </a:extLst>
            </p:cNvPr>
            <p:cNvSpPr/>
            <p:nvPr/>
          </p:nvSpPr>
          <p:spPr>
            <a:xfrm>
              <a:off x="2049138" y="611253"/>
              <a:ext cx="787879" cy="675596"/>
            </a:xfrm>
            <a:custGeom>
              <a:avLst/>
              <a:gdLst/>
              <a:ahLst/>
              <a:cxnLst/>
              <a:rect l="l" t="t" r="r" b="b"/>
              <a:pathLst>
                <a:path w="15374" h="13183" extrusionOk="0">
                  <a:moveTo>
                    <a:pt x="5401" y="0"/>
                  </a:moveTo>
                  <a:cubicBezTo>
                    <a:pt x="2378" y="0"/>
                    <a:pt x="1" y="1532"/>
                    <a:pt x="1" y="3181"/>
                  </a:cubicBezTo>
                  <a:cubicBezTo>
                    <a:pt x="1" y="3950"/>
                    <a:pt x="518" y="4655"/>
                    <a:pt x="1375" y="5202"/>
                  </a:cubicBezTo>
                  <a:lnTo>
                    <a:pt x="1356" y="5201"/>
                  </a:lnTo>
                  <a:lnTo>
                    <a:pt x="1551" y="5305"/>
                  </a:lnTo>
                  <a:cubicBezTo>
                    <a:pt x="1664" y="5372"/>
                    <a:pt x="1782" y="5435"/>
                    <a:pt x="1905" y="5496"/>
                  </a:cubicBezTo>
                  <a:lnTo>
                    <a:pt x="4997" y="7120"/>
                  </a:lnTo>
                  <a:lnTo>
                    <a:pt x="4980" y="7140"/>
                  </a:lnTo>
                  <a:lnTo>
                    <a:pt x="4980" y="13182"/>
                  </a:lnTo>
                  <a:lnTo>
                    <a:pt x="15374" y="7135"/>
                  </a:lnTo>
                  <a:cubicBezTo>
                    <a:pt x="15374" y="7135"/>
                    <a:pt x="14845" y="557"/>
                    <a:pt x="5949" y="17"/>
                  </a:cubicBezTo>
                  <a:cubicBezTo>
                    <a:pt x="5765" y="6"/>
                    <a:pt x="5582" y="0"/>
                    <a:pt x="5401"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3459;p72">
              <a:extLst>
                <a:ext uri="{FF2B5EF4-FFF2-40B4-BE49-F238E27FC236}">
                  <a16:creationId xmlns:a16="http://schemas.microsoft.com/office/drawing/2014/main" id="{DDC7863C-904D-6EC9-48AC-BCE157C9792C}"/>
                </a:ext>
              </a:extLst>
            </p:cNvPr>
            <p:cNvSpPr/>
            <p:nvPr/>
          </p:nvSpPr>
          <p:spPr>
            <a:xfrm>
              <a:off x="1892628" y="974854"/>
              <a:ext cx="412696" cy="699887"/>
            </a:xfrm>
            <a:custGeom>
              <a:avLst/>
              <a:gdLst/>
              <a:ahLst/>
              <a:cxnLst/>
              <a:rect l="l" t="t" r="r" b="b"/>
              <a:pathLst>
                <a:path w="8053" h="13657" extrusionOk="0">
                  <a:moveTo>
                    <a:pt x="8053" y="0"/>
                  </a:moveTo>
                  <a:lnTo>
                    <a:pt x="1" y="4604"/>
                  </a:lnTo>
                  <a:lnTo>
                    <a:pt x="1" y="13656"/>
                  </a:lnTo>
                  <a:lnTo>
                    <a:pt x="8053" y="9054"/>
                  </a:lnTo>
                  <a:lnTo>
                    <a:pt x="8053" y="0"/>
                  </a:ln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3460;p72">
              <a:extLst>
                <a:ext uri="{FF2B5EF4-FFF2-40B4-BE49-F238E27FC236}">
                  <a16:creationId xmlns:a16="http://schemas.microsoft.com/office/drawing/2014/main" id="{14B70CEF-E018-C4F4-ED4E-AB271F81542F}"/>
                </a:ext>
              </a:extLst>
            </p:cNvPr>
            <p:cNvSpPr/>
            <p:nvPr/>
          </p:nvSpPr>
          <p:spPr>
            <a:xfrm>
              <a:off x="1919584" y="1027331"/>
              <a:ext cx="360834" cy="672162"/>
            </a:xfrm>
            <a:custGeom>
              <a:avLst/>
              <a:gdLst/>
              <a:ahLst/>
              <a:cxnLst/>
              <a:rect l="l" t="t" r="r" b="b"/>
              <a:pathLst>
                <a:path w="7041" h="13116" extrusionOk="0">
                  <a:moveTo>
                    <a:pt x="7041" y="1"/>
                  </a:moveTo>
                  <a:lnTo>
                    <a:pt x="1" y="4062"/>
                  </a:lnTo>
                  <a:lnTo>
                    <a:pt x="1" y="13115"/>
                  </a:lnTo>
                  <a:lnTo>
                    <a:pt x="7041" y="9054"/>
                  </a:lnTo>
                  <a:lnTo>
                    <a:pt x="7041" y="1"/>
                  </a:ln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3461;p72">
              <a:extLst>
                <a:ext uri="{FF2B5EF4-FFF2-40B4-BE49-F238E27FC236}">
                  <a16:creationId xmlns:a16="http://schemas.microsoft.com/office/drawing/2014/main" id="{9FCB7E2B-D580-D908-47FB-9437F0F79373}"/>
                </a:ext>
              </a:extLst>
            </p:cNvPr>
            <p:cNvSpPr/>
            <p:nvPr/>
          </p:nvSpPr>
          <p:spPr>
            <a:xfrm>
              <a:off x="1198635" y="1675201"/>
              <a:ext cx="5473131" cy="3155104"/>
            </a:xfrm>
            <a:custGeom>
              <a:avLst/>
              <a:gdLst/>
              <a:ahLst/>
              <a:cxnLst/>
              <a:rect l="l" t="t" r="r" b="b"/>
              <a:pathLst>
                <a:path w="106798" h="61566" extrusionOk="0">
                  <a:moveTo>
                    <a:pt x="35209" y="1"/>
                  </a:moveTo>
                  <a:lnTo>
                    <a:pt x="1" y="20280"/>
                  </a:lnTo>
                  <a:lnTo>
                    <a:pt x="71589" y="61565"/>
                  </a:lnTo>
                  <a:lnTo>
                    <a:pt x="106798" y="41287"/>
                  </a:lnTo>
                  <a:lnTo>
                    <a:pt x="35209"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3462;p72">
              <a:extLst>
                <a:ext uri="{FF2B5EF4-FFF2-40B4-BE49-F238E27FC236}">
                  <a16:creationId xmlns:a16="http://schemas.microsoft.com/office/drawing/2014/main" id="{B723C1D7-388B-83D2-CAF4-D95CC18AD989}"/>
                </a:ext>
              </a:extLst>
            </p:cNvPr>
            <p:cNvSpPr/>
            <p:nvPr/>
          </p:nvSpPr>
          <p:spPr>
            <a:xfrm>
              <a:off x="3011872" y="1769753"/>
              <a:ext cx="3461051" cy="1990043"/>
            </a:xfrm>
            <a:custGeom>
              <a:avLst/>
              <a:gdLst/>
              <a:ahLst/>
              <a:cxnLst/>
              <a:rect l="l" t="t" r="r" b="b"/>
              <a:pathLst>
                <a:path w="67536" h="38832" extrusionOk="0">
                  <a:moveTo>
                    <a:pt x="0" y="0"/>
                  </a:moveTo>
                  <a:lnTo>
                    <a:pt x="67227" y="38831"/>
                  </a:lnTo>
                  <a:lnTo>
                    <a:pt x="67535" y="38654"/>
                  </a:lnTo>
                  <a:lnTo>
                    <a:pt x="675" y="34"/>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3463;p72">
              <a:extLst>
                <a:ext uri="{FF2B5EF4-FFF2-40B4-BE49-F238E27FC236}">
                  <a16:creationId xmlns:a16="http://schemas.microsoft.com/office/drawing/2014/main" id="{F5093541-244F-C011-8760-FA5E812B9C95}"/>
                </a:ext>
              </a:extLst>
            </p:cNvPr>
            <p:cNvSpPr/>
            <p:nvPr/>
          </p:nvSpPr>
          <p:spPr>
            <a:xfrm>
              <a:off x="4313506" y="2842925"/>
              <a:ext cx="588270" cy="337516"/>
            </a:xfrm>
            <a:custGeom>
              <a:avLst/>
              <a:gdLst/>
              <a:ahLst/>
              <a:cxnLst/>
              <a:rect l="l" t="t" r="r" b="b"/>
              <a:pathLst>
                <a:path w="11479" h="6586" extrusionOk="0">
                  <a:moveTo>
                    <a:pt x="11144" y="0"/>
                  </a:moveTo>
                  <a:lnTo>
                    <a:pt x="660" y="6042"/>
                  </a:lnTo>
                  <a:lnTo>
                    <a:pt x="309" y="5842"/>
                  </a:lnTo>
                  <a:lnTo>
                    <a:pt x="1" y="6018"/>
                  </a:lnTo>
                  <a:lnTo>
                    <a:pt x="988" y="6585"/>
                  </a:lnTo>
                  <a:lnTo>
                    <a:pt x="1293" y="6407"/>
                  </a:lnTo>
                  <a:lnTo>
                    <a:pt x="968" y="6220"/>
                  </a:lnTo>
                  <a:lnTo>
                    <a:pt x="11478" y="161"/>
                  </a:lnTo>
                  <a:lnTo>
                    <a:pt x="1114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3464;p72">
              <a:extLst>
                <a:ext uri="{FF2B5EF4-FFF2-40B4-BE49-F238E27FC236}">
                  <a16:creationId xmlns:a16="http://schemas.microsoft.com/office/drawing/2014/main" id="{EDE8FCD6-D01D-6B2C-C55E-42F1BF0B420C}"/>
                </a:ext>
              </a:extLst>
            </p:cNvPr>
            <p:cNvSpPr/>
            <p:nvPr/>
          </p:nvSpPr>
          <p:spPr>
            <a:xfrm>
              <a:off x="4682795" y="3056217"/>
              <a:ext cx="588219" cy="337516"/>
            </a:xfrm>
            <a:custGeom>
              <a:avLst/>
              <a:gdLst/>
              <a:ahLst/>
              <a:cxnLst/>
              <a:rect l="l" t="t" r="r" b="b"/>
              <a:pathLst>
                <a:path w="11478" h="6586" extrusionOk="0">
                  <a:moveTo>
                    <a:pt x="11144" y="1"/>
                  </a:moveTo>
                  <a:lnTo>
                    <a:pt x="660" y="6043"/>
                  </a:lnTo>
                  <a:lnTo>
                    <a:pt x="309" y="5842"/>
                  </a:lnTo>
                  <a:lnTo>
                    <a:pt x="1" y="6020"/>
                  </a:lnTo>
                  <a:lnTo>
                    <a:pt x="988" y="6586"/>
                  </a:lnTo>
                  <a:lnTo>
                    <a:pt x="1295" y="6408"/>
                  </a:lnTo>
                  <a:lnTo>
                    <a:pt x="968" y="6221"/>
                  </a:lnTo>
                  <a:lnTo>
                    <a:pt x="11478" y="162"/>
                  </a:lnTo>
                  <a:lnTo>
                    <a:pt x="1114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3465;p72">
              <a:extLst>
                <a:ext uri="{FF2B5EF4-FFF2-40B4-BE49-F238E27FC236}">
                  <a16:creationId xmlns:a16="http://schemas.microsoft.com/office/drawing/2014/main" id="{93AEAD56-DD1E-6264-3AC9-DB93BFA86BCE}"/>
                </a:ext>
              </a:extLst>
            </p:cNvPr>
            <p:cNvSpPr/>
            <p:nvPr/>
          </p:nvSpPr>
          <p:spPr>
            <a:xfrm>
              <a:off x="5057824" y="3273147"/>
              <a:ext cx="588219" cy="337619"/>
            </a:xfrm>
            <a:custGeom>
              <a:avLst/>
              <a:gdLst/>
              <a:ahLst/>
              <a:cxnLst/>
              <a:rect l="l" t="t" r="r" b="b"/>
              <a:pathLst>
                <a:path w="11478" h="6588" extrusionOk="0">
                  <a:moveTo>
                    <a:pt x="11142" y="1"/>
                  </a:moveTo>
                  <a:lnTo>
                    <a:pt x="660" y="6044"/>
                  </a:lnTo>
                  <a:lnTo>
                    <a:pt x="309" y="5842"/>
                  </a:lnTo>
                  <a:lnTo>
                    <a:pt x="0" y="6020"/>
                  </a:lnTo>
                  <a:lnTo>
                    <a:pt x="988" y="6587"/>
                  </a:lnTo>
                  <a:lnTo>
                    <a:pt x="1293" y="6408"/>
                  </a:lnTo>
                  <a:lnTo>
                    <a:pt x="968" y="6221"/>
                  </a:lnTo>
                  <a:lnTo>
                    <a:pt x="11478" y="163"/>
                  </a:lnTo>
                  <a:lnTo>
                    <a:pt x="1114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3466;p72">
              <a:extLst>
                <a:ext uri="{FF2B5EF4-FFF2-40B4-BE49-F238E27FC236}">
                  <a16:creationId xmlns:a16="http://schemas.microsoft.com/office/drawing/2014/main" id="{90E68CF7-EB36-3313-46EE-18C27569FDCA}"/>
                </a:ext>
              </a:extLst>
            </p:cNvPr>
            <p:cNvSpPr/>
            <p:nvPr/>
          </p:nvSpPr>
          <p:spPr>
            <a:xfrm>
              <a:off x="5427113" y="3486490"/>
              <a:ext cx="588219" cy="337567"/>
            </a:xfrm>
            <a:custGeom>
              <a:avLst/>
              <a:gdLst/>
              <a:ahLst/>
              <a:cxnLst/>
              <a:rect l="l" t="t" r="r" b="b"/>
              <a:pathLst>
                <a:path w="11478" h="6587" extrusionOk="0">
                  <a:moveTo>
                    <a:pt x="11142" y="0"/>
                  </a:moveTo>
                  <a:lnTo>
                    <a:pt x="659" y="6044"/>
                  </a:lnTo>
                  <a:lnTo>
                    <a:pt x="308" y="5841"/>
                  </a:lnTo>
                  <a:lnTo>
                    <a:pt x="0" y="6019"/>
                  </a:lnTo>
                  <a:lnTo>
                    <a:pt x="988" y="6587"/>
                  </a:lnTo>
                  <a:lnTo>
                    <a:pt x="1293" y="6407"/>
                  </a:lnTo>
                  <a:lnTo>
                    <a:pt x="968" y="6220"/>
                  </a:lnTo>
                  <a:lnTo>
                    <a:pt x="11477" y="163"/>
                  </a:lnTo>
                  <a:lnTo>
                    <a:pt x="1114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3467;p72">
              <a:extLst>
                <a:ext uri="{FF2B5EF4-FFF2-40B4-BE49-F238E27FC236}">
                  <a16:creationId xmlns:a16="http://schemas.microsoft.com/office/drawing/2014/main" id="{6E658681-95B6-533F-B744-68BB7E37A909}"/>
                </a:ext>
              </a:extLst>
            </p:cNvPr>
            <p:cNvSpPr/>
            <p:nvPr/>
          </p:nvSpPr>
          <p:spPr>
            <a:xfrm>
              <a:off x="3944627" y="2629428"/>
              <a:ext cx="588219" cy="337619"/>
            </a:xfrm>
            <a:custGeom>
              <a:avLst/>
              <a:gdLst/>
              <a:ahLst/>
              <a:cxnLst/>
              <a:rect l="l" t="t" r="r" b="b"/>
              <a:pathLst>
                <a:path w="11478" h="6588" extrusionOk="0">
                  <a:moveTo>
                    <a:pt x="11142" y="1"/>
                  </a:moveTo>
                  <a:lnTo>
                    <a:pt x="660" y="6044"/>
                  </a:lnTo>
                  <a:lnTo>
                    <a:pt x="309" y="5842"/>
                  </a:lnTo>
                  <a:lnTo>
                    <a:pt x="1" y="6020"/>
                  </a:lnTo>
                  <a:lnTo>
                    <a:pt x="988" y="6587"/>
                  </a:lnTo>
                  <a:lnTo>
                    <a:pt x="1293" y="6408"/>
                  </a:lnTo>
                  <a:lnTo>
                    <a:pt x="968" y="6221"/>
                  </a:lnTo>
                  <a:lnTo>
                    <a:pt x="11478" y="163"/>
                  </a:lnTo>
                  <a:lnTo>
                    <a:pt x="1114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3468;p72">
              <a:extLst>
                <a:ext uri="{FF2B5EF4-FFF2-40B4-BE49-F238E27FC236}">
                  <a16:creationId xmlns:a16="http://schemas.microsoft.com/office/drawing/2014/main" id="{472729BB-F7D1-9DF0-C6C8-A9E89AD0E4C8}"/>
                </a:ext>
              </a:extLst>
            </p:cNvPr>
            <p:cNvSpPr/>
            <p:nvPr/>
          </p:nvSpPr>
          <p:spPr>
            <a:xfrm>
              <a:off x="2831071" y="1987349"/>
              <a:ext cx="588219" cy="337619"/>
            </a:xfrm>
            <a:custGeom>
              <a:avLst/>
              <a:gdLst/>
              <a:ahLst/>
              <a:cxnLst/>
              <a:rect l="l" t="t" r="r" b="b"/>
              <a:pathLst>
                <a:path w="11478" h="6588" extrusionOk="0">
                  <a:moveTo>
                    <a:pt x="11142" y="1"/>
                  </a:moveTo>
                  <a:lnTo>
                    <a:pt x="660" y="6045"/>
                  </a:lnTo>
                  <a:lnTo>
                    <a:pt x="309" y="5842"/>
                  </a:lnTo>
                  <a:lnTo>
                    <a:pt x="1" y="6020"/>
                  </a:lnTo>
                  <a:lnTo>
                    <a:pt x="988" y="6587"/>
                  </a:lnTo>
                  <a:lnTo>
                    <a:pt x="1293" y="6408"/>
                  </a:lnTo>
                  <a:lnTo>
                    <a:pt x="968" y="6222"/>
                  </a:lnTo>
                  <a:lnTo>
                    <a:pt x="11478" y="164"/>
                  </a:lnTo>
                  <a:lnTo>
                    <a:pt x="1114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3469;p72">
              <a:extLst>
                <a:ext uri="{FF2B5EF4-FFF2-40B4-BE49-F238E27FC236}">
                  <a16:creationId xmlns:a16="http://schemas.microsoft.com/office/drawing/2014/main" id="{CE30A8DB-6B62-D79C-B2E1-9BE2892E588F}"/>
                </a:ext>
              </a:extLst>
            </p:cNvPr>
            <p:cNvSpPr/>
            <p:nvPr/>
          </p:nvSpPr>
          <p:spPr>
            <a:xfrm>
              <a:off x="3200360" y="2200744"/>
              <a:ext cx="588219" cy="337516"/>
            </a:xfrm>
            <a:custGeom>
              <a:avLst/>
              <a:gdLst/>
              <a:ahLst/>
              <a:cxnLst/>
              <a:rect l="l" t="t" r="r" b="b"/>
              <a:pathLst>
                <a:path w="11478" h="6586" extrusionOk="0">
                  <a:moveTo>
                    <a:pt x="11142" y="1"/>
                  </a:moveTo>
                  <a:lnTo>
                    <a:pt x="660" y="6043"/>
                  </a:lnTo>
                  <a:lnTo>
                    <a:pt x="309" y="5841"/>
                  </a:lnTo>
                  <a:lnTo>
                    <a:pt x="0" y="6019"/>
                  </a:lnTo>
                  <a:lnTo>
                    <a:pt x="988" y="6586"/>
                  </a:lnTo>
                  <a:lnTo>
                    <a:pt x="1293" y="6406"/>
                  </a:lnTo>
                  <a:lnTo>
                    <a:pt x="968" y="6221"/>
                  </a:lnTo>
                  <a:lnTo>
                    <a:pt x="11478" y="162"/>
                  </a:lnTo>
                  <a:lnTo>
                    <a:pt x="1114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470;p72">
              <a:extLst>
                <a:ext uri="{FF2B5EF4-FFF2-40B4-BE49-F238E27FC236}">
                  <a16:creationId xmlns:a16="http://schemas.microsoft.com/office/drawing/2014/main" id="{D602764C-8E47-FE32-24E4-FA291AA8B1EB}"/>
                </a:ext>
              </a:extLst>
            </p:cNvPr>
            <p:cNvSpPr/>
            <p:nvPr/>
          </p:nvSpPr>
          <p:spPr>
            <a:xfrm>
              <a:off x="3575389" y="2417674"/>
              <a:ext cx="588219" cy="337619"/>
            </a:xfrm>
            <a:custGeom>
              <a:avLst/>
              <a:gdLst/>
              <a:ahLst/>
              <a:cxnLst/>
              <a:rect l="l" t="t" r="r" b="b"/>
              <a:pathLst>
                <a:path w="11478" h="6588" extrusionOk="0">
                  <a:moveTo>
                    <a:pt x="11141" y="1"/>
                  </a:moveTo>
                  <a:lnTo>
                    <a:pt x="659" y="6043"/>
                  </a:lnTo>
                  <a:lnTo>
                    <a:pt x="307" y="5842"/>
                  </a:lnTo>
                  <a:lnTo>
                    <a:pt x="0" y="6020"/>
                  </a:lnTo>
                  <a:lnTo>
                    <a:pt x="986" y="6587"/>
                  </a:lnTo>
                  <a:lnTo>
                    <a:pt x="1293" y="6408"/>
                  </a:lnTo>
                  <a:lnTo>
                    <a:pt x="968" y="6221"/>
                  </a:lnTo>
                  <a:lnTo>
                    <a:pt x="11477" y="162"/>
                  </a:lnTo>
                  <a:lnTo>
                    <a:pt x="1114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471;p72">
              <a:extLst>
                <a:ext uri="{FF2B5EF4-FFF2-40B4-BE49-F238E27FC236}">
                  <a16:creationId xmlns:a16="http://schemas.microsoft.com/office/drawing/2014/main" id="{8377436A-FA57-F738-F8CA-0C2D4AE527EC}"/>
                </a:ext>
              </a:extLst>
            </p:cNvPr>
            <p:cNvSpPr/>
            <p:nvPr/>
          </p:nvSpPr>
          <p:spPr>
            <a:xfrm>
              <a:off x="2462192" y="1773955"/>
              <a:ext cx="588219" cy="337619"/>
            </a:xfrm>
            <a:custGeom>
              <a:avLst/>
              <a:gdLst/>
              <a:ahLst/>
              <a:cxnLst/>
              <a:rect l="l" t="t" r="r" b="b"/>
              <a:pathLst>
                <a:path w="11478" h="6588" extrusionOk="0">
                  <a:moveTo>
                    <a:pt x="11142" y="1"/>
                  </a:moveTo>
                  <a:lnTo>
                    <a:pt x="658" y="6043"/>
                  </a:lnTo>
                  <a:lnTo>
                    <a:pt x="307" y="5842"/>
                  </a:lnTo>
                  <a:lnTo>
                    <a:pt x="1" y="6020"/>
                  </a:lnTo>
                  <a:lnTo>
                    <a:pt x="986" y="6587"/>
                  </a:lnTo>
                  <a:lnTo>
                    <a:pt x="1293" y="6408"/>
                  </a:lnTo>
                  <a:lnTo>
                    <a:pt x="968" y="6221"/>
                  </a:lnTo>
                  <a:lnTo>
                    <a:pt x="11478" y="162"/>
                  </a:lnTo>
                  <a:lnTo>
                    <a:pt x="1114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472;p72">
              <a:extLst>
                <a:ext uri="{FF2B5EF4-FFF2-40B4-BE49-F238E27FC236}">
                  <a16:creationId xmlns:a16="http://schemas.microsoft.com/office/drawing/2014/main" id="{22BCE88D-E5BE-E594-9FB7-449AF113F9AD}"/>
                </a:ext>
              </a:extLst>
            </p:cNvPr>
            <p:cNvSpPr/>
            <p:nvPr/>
          </p:nvSpPr>
          <p:spPr>
            <a:xfrm>
              <a:off x="1293084" y="2674833"/>
              <a:ext cx="3266362" cy="1886113"/>
            </a:xfrm>
            <a:custGeom>
              <a:avLst/>
              <a:gdLst/>
              <a:ahLst/>
              <a:cxnLst/>
              <a:rect l="l" t="t" r="r" b="b"/>
              <a:pathLst>
                <a:path w="63737" h="36804" extrusionOk="0">
                  <a:moveTo>
                    <a:pt x="313" y="1"/>
                  </a:moveTo>
                  <a:lnTo>
                    <a:pt x="0" y="182"/>
                  </a:lnTo>
                  <a:lnTo>
                    <a:pt x="63426" y="36804"/>
                  </a:lnTo>
                  <a:lnTo>
                    <a:pt x="63736" y="36621"/>
                  </a:lnTo>
                  <a:lnTo>
                    <a:pt x="31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473;p72">
              <a:extLst>
                <a:ext uri="{FF2B5EF4-FFF2-40B4-BE49-F238E27FC236}">
                  <a16:creationId xmlns:a16="http://schemas.microsoft.com/office/drawing/2014/main" id="{F1D424C3-FB5A-32EC-0A98-91DF184867DE}"/>
                </a:ext>
              </a:extLst>
            </p:cNvPr>
            <p:cNvSpPr/>
            <p:nvPr/>
          </p:nvSpPr>
          <p:spPr>
            <a:xfrm>
              <a:off x="4339950" y="4102382"/>
              <a:ext cx="600364" cy="346228"/>
            </a:xfrm>
            <a:custGeom>
              <a:avLst/>
              <a:gdLst/>
              <a:ahLst/>
              <a:cxnLst/>
              <a:rect l="l" t="t" r="r" b="b"/>
              <a:pathLst>
                <a:path w="11715" h="6756" extrusionOk="0">
                  <a:moveTo>
                    <a:pt x="10715" y="0"/>
                  </a:moveTo>
                  <a:lnTo>
                    <a:pt x="10404" y="181"/>
                  </a:lnTo>
                  <a:lnTo>
                    <a:pt x="10749" y="379"/>
                  </a:lnTo>
                  <a:lnTo>
                    <a:pt x="0" y="6574"/>
                  </a:lnTo>
                  <a:lnTo>
                    <a:pt x="311" y="6755"/>
                  </a:lnTo>
                  <a:lnTo>
                    <a:pt x="11062" y="558"/>
                  </a:lnTo>
                  <a:lnTo>
                    <a:pt x="11404" y="756"/>
                  </a:lnTo>
                  <a:lnTo>
                    <a:pt x="11715" y="575"/>
                  </a:lnTo>
                  <a:lnTo>
                    <a:pt x="1071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74;p72">
              <a:extLst>
                <a:ext uri="{FF2B5EF4-FFF2-40B4-BE49-F238E27FC236}">
                  <a16:creationId xmlns:a16="http://schemas.microsoft.com/office/drawing/2014/main" id="{91F4A321-09DB-E638-42F4-C2CDA0A25800}"/>
                </a:ext>
              </a:extLst>
            </p:cNvPr>
            <p:cNvSpPr/>
            <p:nvPr/>
          </p:nvSpPr>
          <p:spPr>
            <a:xfrm>
              <a:off x="3217733" y="3453999"/>
              <a:ext cx="600313" cy="346228"/>
            </a:xfrm>
            <a:custGeom>
              <a:avLst/>
              <a:gdLst/>
              <a:ahLst/>
              <a:cxnLst/>
              <a:rect l="l" t="t" r="r" b="b"/>
              <a:pathLst>
                <a:path w="11714" h="6756" extrusionOk="0">
                  <a:moveTo>
                    <a:pt x="10715" y="1"/>
                  </a:moveTo>
                  <a:lnTo>
                    <a:pt x="10403" y="182"/>
                  </a:lnTo>
                  <a:lnTo>
                    <a:pt x="10748" y="380"/>
                  </a:lnTo>
                  <a:lnTo>
                    <a:pt x="0" y="6575"/>
                  </a:lnTo>
                  <a:lnTo>
                    <a:pt x="310" y="6756"/>
                  </a:lnTo>
                  <a:lnTo>
                    <a:pt x="11062" y="559"/>
                  </a:lnTo>
                  <a:lnTo>
                    <a:pt x="11404" y="757"/>
                  </a:lnTo>
                  <a:lnTo>
                    <a:pt x="11713" y="576"/>
                  </a:lnTo>
                  <a:lnTo>
                    <a:pt x="1071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475;p72">
              <a:extLst>
                <a:ext uri="{FF2B5EF4-FFF2-40B4-BE49-F238E27FC236}">
                  <a16:creationId xmlns:a16="http://schemas.microsoft.com/office/drawing/2014/main" id="{0B0F86E7-2F43-1E0D-B563-C474D7FF15A1}"/>
                </a:ext>
              </a:extLst>
            </p:cNvPr>
            <p:cNvSpPr/>
            <p:nvPr/>
          </p:nvSpPr>
          <p:spPr>
            <a:xfrm>
              <a:off x="2095363" y="2803772"/>
              <a:ext cx="600313" cy="346228"/>
            </a:xfrm>
            <a:custGeom>
              <a:avLst/>
              <a:gdLst/>
              <a:ahLst/>
              <a:cxnLst/>
              <a:rect l="l" t="t" r="r" b="b"/>
              <a:pathLst>
                <a:path w="11714" h="6756" extrusionOk="0">
                  <a:moveTo>
                    <a:pt x="10714" y="1"/>
                  </a:moveTo>
                  <a:lnTo>
                    <a:pt x="10403" y="180"/>
                  </a:lnTo>
                  <a:lnTo>
                    <a:pt x="10748" y="378"/>
                  </a:lnTo>
                  <a:lnTo>
                    <a:pt x="0" y="6573"/>
                  </a:lnTo>
                  <a:lnTo>
                    <a:pt x="310" y="6756"/>
                  </a:lnTo>
                  <a:lnTo>
                    <a:pt x="11060" y="559"/>
                  </a:lnTo>
                  <a:lnTo>
                    <a:pt x="11404" y="755"/>
                  </a:lnTo>
                  <a:lnTo>
                    <a:pt x="11714" y="574"/>
                  </a:lnTo>
                  <a:lnTo>
                    <a:pt x="1071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476;p72">
              <a:extLst>
                <a:ext uri="{FF2B5EF4-FFF2-40B4-BE49-F238E27FC236}">
                  <a16:creationId xmlns:a16="http://schemas.microsoft.com/office/drawing/2014/main" id="{34349922-75D1-B627-7248-8207B829BF13}"/>
                </a:ext>
              </a:extLst>
            </p:cNvPr>
            <p:cNvSpPr/>
            <p:nvPr/>
          </p:nvSpPr>
          <p:spPr>
            <a:xfrm>
              <a:off x="1719463" y="2587559"/>
              <a:ext cx="600416" cy="346228"/>
            </a:xfrm>
            <a:custGeom>
              <a:avLst/>
              <a:gdLst/>
              <a:ahLst/>
              <a:cxnLst/>
              <a:rect l="l" t="t" r="r" b="b"/>
              <a:pathLst>
                <a:path w="11716" h="6756" extrusionOk="0">
                  <a:moveTo>
                    <a:pt x="10716" y="1"/>
                  </a:moveTo>
                  <a:lnTo>
                    <a:pt x="10405" y="180"/>
                  </a:lnTo>
                  <a:lnTo>
                    <a:pt x="10750" y="379"/>
                  </a:lnTo>
                  <a:lnTo>
                    <a:pt x="1" y="6575"/>
                  </a:lnTo>
                  <a:lnTo>
                    <a:pt x="312" y="6756"/>
                  </a:lnTo>
                  <a:lnTo>
                    <a:pt x="11062" y="559"/>
                  </a:lnTo>
                  <a:lnTo>
                    <a:pt x="11404" y="755"/>
                  </a:lnTo>
                  <a:lnTo>
                    <a:pt x="11716" y="574"/>
                  </a:lnTo>
                  <a:lnTo>
                    <a:pt x="1071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477;p72">
              <a:extLst>
                <a:ext uri="{FF2B5EF4-FFF2-40B4-BE49-F238E27FC236}">
                  <a16:creationId xmlns:a16="http://schemas.microsoft.com/office/drawing/2014/main" id="{E66A49A0-10C2-F340-122A-9F0DBAF815B3}"/>
                </a:ext>
              </a:extLst>
            </p:cNvPr>
            <p:cNvSpPr/>
            <p:nvPr/>
          </p:nvSpPr>
          <p:spPr>
            <a:xfrm>
              <a:off x="2841116" y="3237786"/>
              <a:ext cx="600416" cy="346228"/>
            </a:xfrm>
            <a:custGeom>
              <a:avLst/>
              <a:gdLst/>
              <a:ahLst/>
              <a:cxnLst/>
              <a:rect l="l" t="t" r="r" b="b"/>
              <a:pathLst>
                <a:path w="11716" h="6756" extrusionOk="0">
                  <a:moveTo>
                    <a:pt x="10716" y="1"/>
                  </a:moveTo>
                  <a:lnTo>
                    <a:pt x="10405" y="180"/>
                  </a:lnTo>
                  <a:lnTo>
                    <a:pt x="10750" y="378"/>
                  </a:lnTo>
                  <a:lnTo>
                    <a:pt x="1" y="6573"/>
                  </a:lnTo>
                  <a:lnTo>
                    <a:pt x="312" y="6756"/>
                  </a:lnTo>
                  <a:lnTo>
                    <a:pt x="11063" y="559"/>
                  </a:lnTo>
                  <a:lnTo>
                    <a:pt x="11404" y="755"/>
                  </a:lnTo>
                  <a:lnTo>
                    <a:pt x="11716" y="574"/>
                  </a:lnTo>
                  <a:lnTo>
                    <a:pt x="1071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478;p72">
              <a:extLst>
                <a:ext uri="{FF2B5EF4-FFF2-40B4-BE49-F238E27FC236}">
                  <a16:creationId xmlns:a16="http://schemas.microsoft.com/office/drawing/2014/main" id="{6A3C1D92-3B37-C761-7389-F0124AC32F02}"/>
                </a:ext>
              </a:extLst>
            </p:cNvPr>
            <p:cNvSpPr/>
            <p:nvPr/>
          </p:nvSpPr>
          <p:spPr>
            <a:xfrm>
              <a:off x="2467932" y="3021983"/>
              <a:ext cx="600416" cy="346228"/>
            </a:xfrm>
            <a:custGeom>
              <a:avLst/>
              <a:gdLst/>
              <a:ahLst/>
              <a:cxnLst/>
              <a:rect l="l" t="t" r="r" b="b"/>
              <a:pathLst>
                <a:path w="11716" h="6756" extrusionOk="0">
                  <a:moveTo>
                    <a:pt x="10716" y="0"/>
                  </a:moveTo>
                  <a:lnTo>
                    <a:pt x="10404" y="181"/>
                  </a:lnTo>
                  <a:lnTo>
                    <a:pt x="10749" y="379"/>
                  </a:lnTo>
                  <a:lnTo>
                    <a:pt x="0" y="6574"/>
                  </a:lnTo>
                  <a:lnTo>
                    <a:pt x="312" y="6755"/>
                  </a:lnTo>
                  <a:lnTo>
                    <a:pt x="11062" y="558"/>
                  </a:lnTo>
                  <a:lnTo>
                    <a:pt x="11404" y="756"/>
                  </a:lnTo>
                  <a:lnTo>
                    <a:pt x="11715" y="574"/>
                  </a:lnTo>
                  <a:lnTo>
                    <a:pt x="1071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479;p72">
              <a:extLst>
                <a:ext uri="{FF2B5EF4-FFF2-40B4-BE49-F238E27FC236}">
                  <a16:creationId xmlns:a16="http://schemas.microsoft.com/office/drawing/2014/main" id="{6CE6D3AD-12E8-244B-17A9-ECDCC3DAC4D7}"/>
                </a:ext>
              </a:extLst>
            </p:cNvPr>
            <p:cNvSpPr/>
            <p:nvPr/>
          </p:nvSpPr>
          <p:spPr>
            <a:xfrm>
              <a:off x="1346842" y="2369296"/>
              <a:ext cx="600364" cy="346228"/>
            </a:xfrm>
            <a:custGeom>
              <a:avLst/>
              <a:gdLst/>
              <a:ahLst/>
              <a:cxnLst/>
              <a:rect l="l" t="t" r="r" b="b"/>
              <a:pathLst>
                <a:path w="11715" h="6756" extrusionOk="0">
                  <a:moveTo>
                    <a:pt x="10715" y="1"/>
                  </a:moveTo>
                  <a:lnTo>
                    <a:pt x="10404" y="181"/>
                  </a:lnTo>
                  <a:lnTo>
                    <a:pt x="10749" y="379"/>
                  </a:lnTo>
                  <a:lnTo>
                    <a:pt x="0" y="6575"/>
                  </a:lnTo>
                  <a:lnTo>
                    <a:pt x="311" y="6756"/>
                  </a:lnTo>
                  <a:lnTo>
                    <a:pt x="11062" y="559"/>
                  </a:lnTo>
                  <a:lnTo>
                    <a:pt x="11404" y="756"/>
                  </a:lnTo>
                  <a:lnTo>
                    <a:pt x="11715" y="575"/>
                  </a:lnTo>
                  <a:lnTo>
                    <a:pt x="1071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3480;p72">
              <a:extLst>
                <a:ext uri="{FF2B5EF4-FFF2-40B4-BE49-F238E27FC236}">
                  <a16:creationId xmlns:a16="http://schemas.microsoft.com/office/drawing/2014/main" id="{69A7CA0B-674E-12A1-5DF1-DF0A04376083}"/>
                </a:ext>
              </a:extLst>
            </p:cNvPr>
            <p:cNvSpPr/>
            <p:nvPr/>
          </p:nvSpPr>
          <p:spPr>
            <a:xfrm>
              <a:off x="4294032" y="2975912"/>
              <a:ext cx="83175" cy="68262"/>
            </a:xfrm>
            <a:custGeom>
              <a:avLst/>
              <a:gdLst/>
              <a:ahLst/>
              <a:cxnLst/>
              <a:rect l="l" t="t" r="r" b="b"/>
              <a:pathLst>
                <a:path w="1623" h="1332" extrusionOk="0">
                  <a:moveTo>
                    <a:pt x="624" y="1"/>
                  </a:moveTo>
                  <a:cubicBezTo>
                    <a:pt x="144" y="1"/>
                    <a:pt x="1" y="346"/>
                    <a:pt x="1" y="346"/>
                  </a:cubicBezTo>
                  <a:lnTo>
                    <a:pt x="1089" y="1128"/>
                  </a:lnTo>
                  <a:lnTo>
                    <a:pt x="1447" y="1332"/>
                  </a:lnTo>
                  <a:cubicBezTo>
                    <a:pt x="1447" y="1332"/>
                    <a:pt x="1623" y="979"/>
                    <a:pt x="1595" y="787"/>
                  </a:cubicBezTo>
                  <a:cubicBezTo>
                    <a:pt x="1568" y="594"/>
                    <a:pt x="1286" y="59"/>
                    <a:pt x="724" y="5"/>
                  </a:cubicBezTo>
                  <a:cubicBezTo>
                    <a:pt x="689" y="2"/>
                    <a:pt x="656" y="1"/>
                    <a:pt x="624" y="1"/>
                  </a:cubicBez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3481;p72">
              <a:extLst>
                <a:ext uri="{FF2B5EF4-FFF2-40B4-BE49-F238E27FC236}">
                  <a16:creationId xmlns:a16="http://schemas.microsoft.com/office/drawing/2014/main" id="{254F003D-F240-C3E8-D7FE-F2CEDCE939A8}"/>
                </a:ext>
              </a:extLst>
            </p:cNvPr>
            <p:cNvSpPr/>
            <p:nvPr/>
          </p:nvSpPr>
          <p:spPr>
            <a:xfrm>
              <a:off x="4631753" y="2774561"/>
              <a:ext cx="83226" cy="68774"/>
            </a:xfrm>
            <a:custGeom>
              <a:avLst/>
              <a:gdLst/>
              <a:ahLst/>
              <a:cxnLst/>
              <a:rect l="l" t="t" r="r" b="b"/>
              <a:pathLst>
                <a:path w="1624" h="1342" extrusionOk="0">
                  <a:moveTo>
                    <a:pt x="622" y="0"/>
                  </a:moveTo>
                  <a:cubicBezTo>
                    <a:pt x="144" y="0"/>
                    <a:pt x="0" y="344"/>
                    <a:pt x="0" y="344"/>
                  </a:cubicBezTo>
                  <a:lnTo>
                    <a:pt x="1090" y="1127"/>
                  </a:lnTo>
                  <a:lnTo>
                    <a:pt x="1451" y="1342"/>
                  </a:lnTo>
                  <a:cubicBezTo>
                    <a:pt x="1451" y="1342"/>
                    <a:pt x="1624" y="979"/>
                    <a:pt x="1596" y="785"/>
                  </a:cubicBezTo>
                  <a:cubicBezTo>
                    <a:pt x="1567" y="594"/>
                    <a:pt x="1287" y="59"/>
                    <a:pt x="725" y="5"/>
                  </a:cubicBezTo>
                  <a:cubicBezTo>
                    <a:pt x="689" y="2"/>
                    <a:pt x="655" y="0"/>
                    <a:pt x="622" y="0"/>
                  </a:cubicBez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3482;p72">
              <a:extLst>
                <a:ext uri="{FF2B5EF4-FFF2-40B4-BE49-F238E27FC236}">
                  <a16:creationId xmlns:a16="http://schemas.microsoft.com/office/drawing/2014/main" id="{E6BAE46E-6D5A-5C8A-C811-D855A5AF33C4}"/>
                </a:ext>
              </a:extLst>
            </p:cNvPr>
            <p:cNvSpPr/>
            <p:nvPr/>
          </p:nvSpPr>
          <p:spPr>
            <a:xfrm>
              <a:off x="4249344" y="2988673"/>
              <a:ext cx="107773" cy="141392"/>
            </a:xfrm>
            <a:custGeom>
              <a:avLst/>
              <a:gdLst/>
              <a:ahLst/>
              <a:cxnLst/>
              <a:rect l="l" t="t" r="r" b="b"/>
              <a:pathLst>
                <a:path w="2103" h="2759" extrusionOk="0">
                  <a:moveTo>
                    <a:pt x="1241" y="0"/>
                  </a:moveTo>
                  <a:cubicBezTo>
                    <a:pt x="1127" y="0"/>
                    <a:pt x="985" y="36"/>
                    <a:pt x="864" y="106"/>
                  </a:cubicBezTo>
                  <a:cubicBezTo>
                    <a:pt x="387" y="380"/>
                    <a:pt x="0" y="1119"/>
                    <a:pt x="0" y="1756"/>
                  </a:cubicBezTo>
                  <a:cubicBezTo>
                    <a:pt x="0" y="1894"/>
                    <a:pt x="19" y="2015"/>
                    <a:pt x="53" y="2119"/>
                  </a:cubicBezTo>
                  <a:cubicBezTo>
                    <a:pt x="63" y="2151"/>
                    <a:pt x="100" y="2240"/>
                    <a:pt x="125" y="2285"/>
                  </a:cubicBezTo>
                  <a:cubicBezTo>
                    <a:pt x="180" y="2384"/>
                    <a:pt x="299" y="2565"/>
                    <a:pt x="500" y="2674"/>
                  </a:cubicBezTo>
                  <a:cubicBezTo>
                    <a:pt x="617" y="2738"/>
                    <a:pt x="733" y="2759"/>
                    <a:pt x="833" y="2759"/>
                  </a:cubicBezTo>
                  <a:cubicBezTo>
                    <a:pt x="1006" y="2759"/>
                    <a:pt x="1132" y="2697"/>
                    <a:pt x="1132" y="2697"/>
                  </a:cubicBezTo>
                  <a:lnTo>
                    <a:pt x="2102" y="705"/>
                  </a:lnTo>
                  <a:cubicBezTo>
                    <a:pt x="2102" y="705"/>
                    <a:pt x="2066" y="324"/>
                    <a:pt x="1794" y="155"/>
                  </a:cubicBezTo>
                  <a:cubicBezTo>
                    <a:pt x="1558" y="9"/>
                    <a:pt x="1330" y="0"/>
                    <a:pt x="1241"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3483;p72">
              <a:extLst>
                <a:ext uri="{FF2B5EF4-FFF2-40B4-BE49-F238E27FC236}">
                  <a16:creationId xmlns:a16="http://schemas.microsoft.com/office/drawing/2014/main" id="{53C11869-A129-9D9C-83C3-383108FE38F3}"/>
                </a:ext>
              </a:extLst>
            </p:cNvPr>
            <p:cNvSpPr/>
            <p:nvPr/>
          </p:nvSpPr>
          <p:spPr>
            <a:xfrm>
              <a:off x="4270100" y="3000306"/>
              <a:ext cx="88504" cy="128631"/>
            </a:xfrm>
            <a:custGeom>
              <a:avLst/>
              <a:gdLst/>
              <a:ahLst/>
              <a:cxnLst/>
              <a:rect l="l" t="t" r="r" b="b"/>
              <a:pathLst>
                <a:path w="1727" h="2510" extrusionOk="0">
                  <a:moveTo>
                    <a:pt x="1206" y="0"/>
                  </a:moveTo>
                  <a:cubicBezTo>
                    <a:pt x="1101" y="0"/>
                    <a:pt x="985" y="34"/>
                    <a:pt x="863" y="104"/>
                  </a:cubicBezTo>
                  <a:cubicBezTo>
                    <a:pt x="387" y="379"/>
                    <a:pt x="0" y="1118"/>
                    <a:pt x="0" y="1753"/>
                  </a:cubicBezTo>
                  <a:cubicBezTo>
                    <a:pt x="0" y="2226"/>
                    <a:pt x="214" y="2510"/>
                    <a:pt x="520" y="2510"/>
                  </a:cubicBezTo>
                  <a:cubicBezTo>
                    <a:pt x="626" y="2510"/>
                    <a:pt x="741" y="2476"/>
                    <a:pt x="863" y="2406"/>
                  </a:cubicBezTo>
                  <a:cubicBezTo>
                    <a:pt x="1340" y="2131"/>
                    <a:pt x="1726" y="1392"/>
                    <a:pt x="1726" y="756"/>
                  </a:cubicBezTo>
                  <a:cubicBezTo>
                    <a:pt x="1726" y="284"/>
                    <a:pt x="1512" y="0"/>
                    <a:pt x="1206"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3484;p72">
              <a:extLst>
                <a:ext uri="{FF2B5EF4-FFF2-40B4-BE49-F238E27FC236}">
                  <a16:creationId xmlns:a16="http://schemas.microsoft.com/office/drawing/2014/main" id="{08AF3F30-4B4F-215C-3295-401470B1A64C}"/>
                </a:ext>
              </a:extLst>
            </p:cNvPr>
            <p:cNvSpPr/>
            <p:nvPr/>
          </p:nvSpPr>
          <p:spPr>
            <a:xfrm>
              <a:off x="4279990" y="3013784"/>
              <a:ext cx="70055" cy="101675"/>
            </a:xfrm>
            <a:custGeom>
              <a:avLst/>
              <a:gdLst/>
              <a:ahLst/>
              <a:cxnLst/>
              <a:rect l="l" t="t" r="r" b="b"/>
              <a:pathLst>
                <a:path w="1367" h="1984" extrusionOk="0">
                  <a:moveTo>
                    <a:pt x="955" y="0"/>
                  </a:moveTo>
                  <a:cubicBezTo>
                    <a:pt x="872" y="0"/>
                    <a:pt x="780" y="27"/>
                    <a:pt x="684" y="82"/>
                  </a:cubicBezTo>
                  <a:cubicBezTo>
                    <a:pt x="307" y="300"/>
                    <a:pt x="0" y="884"/>
                    <a:pt x="0" y="1385"/>
                  </a:cubicBezTo>
                  <a:cubicBezTo>
                    <a:pt x="0" y="1760"/>
                    <a:pt x="170" y="1984"/>
                    <a:pt x="413" y="1984"/>
                  </a:cubicBezTo>
                  <a:cubicBezTo>
                    <a:pt x="496" y="1984"/>
                    <a:pt x="588" y="1957"/>
                    <a:pt x="684" y="1902"/>
                  </a:cubicBezTo>
                  <a:cubicBezTo>
                    <a:pt x="1061" y="1684"/>
                    <a:pt x="1366" y="1100"/>
                    <a:pt x="1366" y="597"/>
                  </a:cubicBezTo>
                  <a:cubicBezTo>
                    <a:pt x="1366" y="224"/>
                    <a:pt x="1197" y="0"/>
                    <a:pt x="955"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3485;p72">
              <a:extLst>
                <a:ext uri="{FF2B5EF4-FFF2-40B4-BE49-F238E27FC236}">
                  <a16:creationId xmlns:a16="http://schemas.microsoft.com/office/drawing/2014/main" id="{C3193C35-4C46-24CF-F08E-E8A2C683A649}"/>
                </a:ext>
              </a:extLst>
            </p:cNvPr>
            <p:cNvSpPr/>
            <p:nvPr/>
          </p:nvSpPr>
          <p:spPr>
            <a:xfrm>
              <a:off x="4278094" y="3009274"/>
              <a:ext cx="73899" cy="107364"/>
            </a:xfrm>
            <a:custGeom>
              <a:avLst/>
              <a:gdLst/>
              <a:ahLst/>
              <a:cxnLst/>
              <a:rect l="l" t="t" r="r" b="b"/>
              <a:pathLst>
                <a:path w="1442" h="2095" extrusionOk="0">
                  <a:moveTo>
                    <a:pt x="1007" y="1"/>
                  </a:moveTo>
                  <a:cubicBezTo>
                    <a:pt x="919" y="1"/>
                    <a:pt x="823" y="29"/>
                    <a:pt x="721" y="87"/>
                  </a:cubicBezTo>
                  <a:cubicBezTo>
                    <a:pt x="322" y="317"/>
                    <a:pt x="1" y="934"/>
                    <a:pt x="1" y="1464"/>
                  </a:cubicBezTo>
                  <a:cubicBezTo>
                    <a:pt x="1" y="1859"/>
                    <a:pt x="179" y="2095"/>
                    <a:pt x="435" y="2095"/>
                  </a:cubicBezTo>
                  <a:cubicBezTo>
                    <a:pt x="522" y="2095"/>
                    <a:pt x="619" y="2067"/>
                    <a:pt x="721" y="2008"/>
                  </a:cubicBezTo>
                  <a:cubicBezTo>
                    <a:pt x="1118" y="1778"/>
                    <a:pt x="1442" y="1162"/>
                    <a:pt x="1442" y="632"/>
                  </a:cubicBezTo>
                  <a:cubicBezTo>
                    <a:pt x="1442" y="237"/>
                    <a:pt x="1262" y="1"/>
                    <a:pt x="100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3486;p72">
              <a:extLst>
                <a:ext uri="{FF2B5EF4-FFF2-40B4-BE49-F238E27FC236}">
                  <a16:creationId xmlns:a16="http://schemas.microsoft.com/office/drawing/2014/main" id="{41D1C7E0-836F-BE49-EDC5-DBA8DEBC75A1}"/>
                </a:ext>
              </a:extLst>
            </p:cNvPr>
            <p:cNvSpPr/>
            <p:nvPr/>
          </p:nvSpPr>
          <p:spPr>
            <a:xfrm>
              <a:off x="4293007" y="3031464"/>
              <a:ext cx="15221" cy="24804"/>
            </a:xfrm>
            <a:custGeom>
              <a:avLst/>
              <a:gdLst/>
              <a:ahLst/>
              <a:cxnLst/>
              <a:rect l="l" t="t" r="r" b="b"/>
              <a:pathLst>
                <a:path w="297" h="484" extrusionOk="0">
                  <a:moveTo>
                    <a:pt x="168" y="1"/>
                  </a:moveTo>
                  <a:cubicBezTo>
                    <a:pt x="107" y="73"/>
                    <a:pt x="50" y="156"/>
                    <a:pt x="1" y="245"/>
                  </a:cubicBezTo>
                  <a:lnTo>
                    <a:pt x="257" y="484"/>
                  </a:lnTo>
                  <a:cubicBezTo>
                    <a:pt x="269" y="461"/>
                    <a:pt x="283" y="439"/>
                    <a:pt x="297" y="418"/>
                  </a:cubicBezTo>
                  <a:cubicBezTo>
                    <a:pt x="281" y="364"/>
                    <a:pt x="220" y="153"/>
                    <a:pt x="168"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3487;p72">
              <a:extLst>
                <a:ext uri="{FF2B5EF4-FFF2-40B4-BE49-F238E27FC236}">
                  <a16:creationId xmlns:a16="http://schemas.microsoft.com/office/drawing/2014/main" id="{DA61358A-FCC5-534C-AA51-ACD1F733CEFC}"/>
                </a:ext>
              </a:extLst>
            </p:cNvPr>
            <p:cNvSpPr/>
            <p:nvPr/>
          </p:nvSpPr>
          <p:spPr>
            <a:xfrm>
              <a:off x="4284705" y="3050631"/>
              <a:ext cx="19628" cy="14708"/>
            </a:xfrm>
            <a:custGeom>
              <a:avLst/>
              <a:gdLst/>
              <a:ahLst/>
              <a:cxnLst/>
              <a:rect l="l" t="t" r="r" b="b"/>
              <a:pathLst>
                <a:path w="383" h="287" extrusionOk="0">
                  <a:moveTo>
                    <a:pt x="98" y="1"/>
                  </a:moveTo>
                  <a:cubicBezTo>
                    <a:pt x="57" y="93"/>
                    <a:pt x="25" y="189"/>
                    <a:pt x="0" y="286"/>
                  </a:cubicBezTo>
                  <a:lnTo>
                    <a:pt x="361" y="263"/>
                  </a:lnTo>
                  <a:lnTo>
                    <a:pt x="364" y="252"/>
                  </a:lnTo>
                  <a:cubicBezTo>
                    <a:pt x="370" y="232"/>
                    <a:pt x="376" y="212"/>
                    <a:pt x="382" y="194"/>
                  </a:cubicBezTo>
                  <a:cubicBezTo>
                    <a:pt x="365" y="180"/>
                    <a:pt x="216" y="73"/>
                    <a:pt x="98"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3488;p72">
              <a:extLst>
                <a:ext uri="{FF2B5EF4-FFF2-40B4-BE49-F238E27FC236}">
                  <a16:creationId xmlns:a16="http://schemas.microsoft.com/office/drawing/2014/main" id="{32859DC3-78E7-7885-6367-88BF72179FA9}"/>
                </a:ext>
              </a:extLst>
            </p:cNvPr>
            <p:cNvSpPr/>
            <p:nvPr/>
          </p:nvSpPr>
          <p:spPr>
            <a:xfrm>
              <a:off x="4282655" y="3068004"/>
              <a:ext cx="19987" cy="20345"/>
            </a:xfrm>
            <a:custGeom>
              <a:avLst/>
              <a:gdLst/>
              <a:ahLst/>
              <a:cxnLst/>
              <a:rect l="l" t="t" r="r" b="b"/>
              <a:pathLst>
                <a:path w="390" h="397" extrusionOk="0">
                  <a:moveTo>
                    <a:pt x="390" y="1"/>
                  </a:moveTo>
                  <a:lnTo>
                    <a:pt x="390" y="1"/>
                  </a:lnTo>
                  <a:cubicBezTo>
                    <a:pt x="350" y="15"/>
                    <a:pt x="157" y="74"/>
                    <a:pt x="8" y="129"/>
                  </a:cubicBezTo>
                  <a:cubicBezTo>
                    <a:pt x="4" y="175"/>
                    <a:pt x="0" y="221"/>
                    <a:pt x="0" y="266"/>
                  </a:cubicBezTo>
                  <a:cubicBezTo>
                    <a:pt x="0" y="312"/>
                    <a:pt x="4" y="355"/>
                    <a:pt x="8" y="396"/>
                  </a:cubicBezTo>
                  <a:lnTo>
                    <a:pt x="388" y="70"/>
                  </a:lnTo>
                  <a:cubicBezTo>
                    <a:pt x="388" y="61"/>
                    <a:pt x="387" y="53"/>
                    <a:pt x="387" y="44"/>
                  </a:cubicBezTo>
                  <a:cubicBezTo>
                    <a:pt x="387" y="30"/>
                    <a:pt x="388" y="16"/>
                    <a:pt x="390"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3489;p72">
              <a:extLst>
                <a:ext uri="{FF2B5EF4-FFF2-40B4-BE49-F238E27FC236}">
                  <a16:creationId xmlns:a16="http://schemas.microsoft.com/office/drawing/2014/main" id="{6BFBF144-0344-E0F4-F4CB-B020DEBC36F6}"/>
                </a:ext>
              </a:extLst>
            </p:cNvPr>
            <p:cNvSpPr/>
            <p:nvPr/>
          </p:nvSpPr>
          <p:spPr>
            <a:xfrm>
              <a:off x="4284295" y="3076101"/>
              <a:ext cx="20499" cy="27622"/>
            </a:xfrm>
            <a:custGeom>
              <a:avLst/>
              <a:gdLst/>
              <a:ahLst/>
              <a:cxnLst/>
              <a:rect l="l" t="t" r="r" b="b"/>
              <a:pathLst>
                <a:path w="400" h="539" extrusionOk="0">
                  <a:moveTo>
                    <a:pt x="373" y="1"/>
                  </a:moveTo>
                  <a:cubicBezTo>
                    <a:pt x="327" y="44"/>
                    <a:pt x="140" y="217"/>
                    <a:pt x="1" y="355"/>
                  </a:cubicBezTo>
                  <a:cubicBezTo>
                    <a:pt x="22" y="428"/>
                    <a:pt x="54" y="490"/>
                    <a:pt x="94" y="539"/>
                  </a:cubicBezTo>
                  <a:lnTo>
                    <a:pt x="399" y="47"/>
                  </a:lnTo>
                  <a:cubicBezTo>
                    <a:pt x="389" y="33"/>
                    <a:pt x="381" y="17"/>
                    <a:pt x="373"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3490;p72">
              <a:extLst>
                <a:ext uri="{FF2B5EF4-FFF2-40B4-BE49-F238E27FC236}">
                  <a16:creationId xmlns:a16="http://schemas.microsoft.com/office/drawing/2014/main" id="{26B2020B-5DA2-5CAD-5697-9D71A08DFB33}"/>
                </a:ext>
              </a:extLst>
            </p:cNvPr>
            <p:cNvSpPr/>
            <p:nvPr/>
          </p:nvSpPr>
          <p:spPr>
            <a:xfrm>
              <a:off x="4326677" y="3029978"/>
              <a:ext cx="20704" cy="23010"/>
            </a:xfrm>
            <a:custGeom>
              <a:avLst/>
              <a:gdLst/>
              <a:ahLst/>
              <a:cxnLst/>
              <a:rect l="l" t="t" r="r" b="b"/>
              <a:pathLst>
                <a:path w="404" h="449" extrusionOk="0">
                  <a:moveTo>
                    <a:pt x="362" y="1"/>
                  </a:moveTo>
                  <a:lnTo>
                    <a:pt x="0" y="393"/>
                  </a:lnTo>
                  <a:cubicBezTo>
                    <a:pt x="6" y="410"/>
                    <a:pt x="11" y="428"/>
                    <a:pt x="14" y="448"/>
                  </a:cubicBezTo>
                  <a:cubicBezTo>
                    <a:pt x="49" y="430"/>
                    <a:pt x="250" y="324"/>
                    <a:pt x="403" y="235"/>
                  </a:cubicBezTo>
                  <a:cubicBezTo>
                    <a:pt x="399" y="146"/>
                    <a:pt x="385" y="68"/>
                    <a:pt x="362"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3491;p72">
              <a:extLst>
                <a:ext uri="{FF2B5EF4-FFF2-40B4-BE49-F238E27FC236}">
                  <a16:creationId xmlns:a16="http://schemas.microsoft.com/office/drawing/2014/main" id="{9A686158-75D4-75BD-03B6-FE38D87D9B0C}"/>
                </a:ext>
              </a:extLst>
            </p:cNvPr>
            <p:cNvSpPr/>
            <p:nvPr/>
          </p:nvSpPr>
          <p:spPr>
            <a:xfrm>
              <a:off x="4323346" y="3017986"/>
              <a:ext cx="19320" cy="29314"/>
            </a:xfrm>
            <a:custGeom>
              <a:avLst/>
              <a:gdLst/>
              <a:ahLst/>
              <a:cxnLst/>
              <a:rect l="l" t="t" r="r" b="b"/>
              <a:pathLst>
                <a:path w="377" h="572" extrusionOk="0">
                  <a:moveTo>
                    <a:pt x="246" y="0"/>
                  </a:moveTo>
                  <a:lnTo>
                    <a:pt x="1" y="541"/>
                  </a:lnTo>
                  <a:cubicBezTo>
                    <a:pt x="13" y="549"/>
                    <a:pt x="25" y="560"/>
                    <a:pt x="34" y="572"/>
                  </a:cubicBezTo>
                  <a:cubicBezTo>
                    <a:pt x="71" y="528"/>
                    <a:pt x="246" y="304"/>
                    <a:pt x="376" y="127"/>
                  </a:cubicBezTo>
                  <a:cubicBezTo>
                    <a:pt x="341" y="72"/>
                    <a:pt x="297" y="29"/>
                    <a:pt x="246"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3492;p72">
              <a:extLst>
                <a:ext uri="{FF2B5EF4-FFF2-40B4-BE49-F238E27FC236}">
                  <a16:creationId xmlns:a16="http://schemas.microsoft.com/office/drawing/2014/main" id="{3D31F1C7-C838-487B-896C-7B0BCA815741}"/>
                </a:ext>
              </a:extLst>
            </p:cNvPr>
            <p:cNvSpPr/>
            <p:nvPr/>
          </p:nvSpPr>
          <p:spPr>
            <a:xfrm>
              <a:off x="4318067" y="3015936"/>
              <a:ext cx="12812" cy="29109"/>
            </a:xfrm>
            <a:custGeom>
              <a:avLst/>
              <a:gdLst/>
              <a:ahLst/>
              <a:cxnLst/>
              <a:rect l="l" t="t" r="r" b="b"/>
              <a:pathLst>
                <a:path w="250" h="568" extrusionOk="0">
                  <a:moveTo>
                    <a:pt x="192" y="0"/>
                  </a:moveTo>
                  <a:cubicBezTo>
                    <a:pt x="150" y="0"/>
                    <a:pt x="105" y="8"/>
                    <a:pt x="59" y="23"/>
                  </a:cubicBezTo>
                  <a:lnTo>
                    <a:pt x="1" y="568"/>
                  </a:lnTo>
                  <a:cubicBezTo>
                    <a:pt x="13" y="565"/>
                    <a:pt x="23" y="564"/>
                    <a:pt x="33" y="564"/>
                  </a:cubicBezTo>
                  <a:cubicBezTo>
                    <a:pt x="39" y="564"/>
                    <a:pt x="45" y="564"/>
                    <a:pt x="51" y="564"/>
                  </a:cubicBezTo>
                  <a:cubicBezTo>
                    <a:pt x="79" y="488"/>
                    <a:pt x="179" y="213"/>
                    <a:pt x="249" y="5"/>
                  </a:cubicBezTo>
                  <a:cubicBezTo>
                    <a:pt x="231" y="2"/>
                    <a:pt x="212" y="0"/>
                    <a:pt x="192"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3493;p72">
              <a:extLst>
                <a:ext uri="{FF2B5EF4-FFF2-40B4-BE49-F238E27FC236}">
                  <a16:creationId xmlns:a16="http://schemas.microsoft.com/office/drawing/2014/main" id="{07F12F3F-05EE-BAFA-A4F6-187712AB02AB}"/>
                </a:ext>
              </a:extLst>
            </p:cNvPr>
            <p:cNvSpPr/>
            <p:nvPr/>
          </p:nvSpPr>
          <p:spPr>
            <a:xfrm>
              <a:off x="4305665" y="3019370"/>
              <a:ext cx="10250" cy="29621"/>
            </a:xfrm>
            <a:custGeom>
              <a:avLst/>
              <a:gdLst/>
              <a:ahLst/>
              <a:cxnLst/>
              <a:rect l="l" t="t" r="r" b="b"/>
              <a:pathLst>
                <a:path w="200" h="578" extrusionOk="0">
                  <a:moveTo>
                    <a:pt x="200" y="1"/>
                  </a:moveTo>
                  <a:cubicBezTo>
                    <a:pt x="194" y="4"/>
                    <a:pt x="188" y="5"/>
                    <a:pt x="183" y="8"/>
                  </a:cubicBezTo>
                  <a:cubicBezTo>
                    <a:pt x="119" y="45"/>
                    <a:pt x="59" y="94"/>
                    <a:pt x="1" y="149"/>
                  </a:cubicBezTo>
                  <a:lnTo>
                    <a:pt x="116" y="577"/>
                  </a:lnTo>
                  <a:cubicBezTo>
                    <a:pt x="133" y="560"/>
                    <a:pt x="149" y="546"/>
                    <a:pt x="168" y="536"/>
                  </a:cubicBezTo>
                  <a:cubicBezTo>
                    <a:pt x="172" y="464"/>
                    <a:pt x="192" y="198"/>
                    <a:pt x="200"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3494;p72">
              <a:extLst>
                <a:ext uri="{FF2B5EF4-FFF2-40B4-BE49-F238E27FC236}">
                  <a16:creationId xmlns:a16="http://schemas.microsoft.com/office/drawing/2014/main" id="{29E740FE-EC8B-3B41-FB57-7E6428D646DA}"/>
                </a:ext>
              </a:extLst>
            </p:cNvPr>
            <p:cNvSpPr/>
            <p:nvPr/>
          </p:nvSpPr>
          <p:spPr>
            <a:xfrm>
              <a:off x="4323909" y="3065800"/>
              <a:ext cx="17937" cy="19884"/>
            </a:xfrm>
            <a:custGeom>
              <a:avLst/>
              <a:gdLst/>
              <a:ahLst/>
              <a:cxnLst/>
              <a:rect l="l" t="t" r="r" b="b"/>
              <a:pathLst>
                <a:path w="350" h="388" extrusionOk="0">
                  <a:moveTo>
                    <a:pt x="33" y="1"/>
                  </a:moveTo>
                  <a:cubicBezTo>
                    <a:pt x="23" y="27"/>
                    <a:pt x="13" y="51"/>
                    <a:pt x="0" y="74"/>
                  </a:cubicBezTo>
                  <a:cubicBezTo>
                    <a:pt x="28" y="116"/>
                    <a:pt x="131" y="275"/>
                    <a:pt x="213" y="387"/>
                  </a:cubicBezTo>
                  <a:cubicBezTo>
                    <a:pt x="266" y="301"/>
                    <a:pt x="313" y="209"/>
                    <a:pt x="350" y="113"/>
                  </a:cubicBezTo>
                  <a:lnTo>
                    <a:pt x="33"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3495;p72">
              <a:extLst>
                <a:ext uri="{FF2B5EF4-FFF2-40B4-BE49-F238E27FC236}">
                  <a16:creationId xmlns:a16="http://schemas.microsoft.com/office/drawing/2014/main" id="{807BCAEE-64CB-2595-DC9D-63B320619CF0}"/>
                </a:ext>
              </a:extLst>
            </p:cNvPr>
            <p:cNvSpPr/>
            <p:nvPr/>
          </p:nvSpPr>
          <p:spPr>
            <a:xfrm>
              <a:off x="4326831" y="3049862"/>
              <a:ext cx="20294" cy="14657"/>
            </a:xfrm>
            <a:custGeom>
              <a:avLst/>
              <a:gdLst/>
              <a:ahLst/>
              <a:cxnLst/>
              <a:rect l="l" t="t" r="r" b="b"/>
              <a:pathLst>
                <a:path w="396" h="286" extrusionOk="0">
                  <a:moveTo>
                    <a:pt x="396" y="1"/>
                  </a:moveTo>
                  <a:lnTo>
                    <a:pt x="11" y="157"/>
                  </a:lnTo>
                  <a:cubicBezTo>
                    <a:pt x="9" y="180"/>
                    <a:pt x="6" y="203"/>
                    <a:pt x="0" y="226"/>
                  </a:cubicBezTo>
                  <a:cubicBezTo>
                    <a:pt x="29" y="232"/>
                    <a:pt x="204" y="269"/>
                    <a:pt x="340" y="286"/>
                  </a:cubicBezTo>
                  <a:cubicBezTo>
                    <a:pt x="368" y="191"/>
                    <a:pt x="388" y="96"/>
                    <a:pt x="396"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3496;p72">
              <a:extLst>
                <a:ext uri="{FF2B5EF4-FFF2-40B4-BE49-F238E27FC236}">
                  <a16:creationId xmlns:a16="http://schemas.microsoft.com/office/drawing/2014/main" id="{98BF10BB-8167-ECD7-2F7E-ED8096DCF6FC}"/>
                </a:ext>
              </a:extLst>
            </p:cNvPr>
            <p:cNvSpPr/>
            <p:nvPr/>
          </p:nvSpPr>
          <p:spPr>
            <a:xfrm>
              <a:off x="4291982" y="3080508"/>
              <a:ext cx="17424" cy="29365"/>
            </a:xfrm>
            <a:custGeom>
              <a:avLst/>
              <a:gdLst/>
              <a:ahLst/>
              <a:cxnLst/>
              <a:rect l="l" t="t" r="r" b="b"/>
              <a:pathLst>
                <a:path w="340" h="573" extrusionOk="0">
                  <a:moveTo>
                    <a:pt x="300" y="0"/>
                  </a:moveTo>
                  <a:cubicBezTo>
                    <a:pt x="277" y="39"/>
                    <a:pt x="117" y="304"/>
                    <a:pt x="1" y="509"/>
                  </a:cubicBezTo>
                  <a:cubicBezTo>
                    <a:pt x="47" y="545"/>
                    <a:pt x="101" y="566"/>
                    <a:pt x="160" y="572"/>
                  </a:cubicBezTo>
                  <a:lnTo>
                    <a:pt x="340" y="13"/>
                  </a:lnTo>
                  <a:cubicBezTo>
                    <a:pt x="327" y="11"/>
                    <a:pt x="312" y="7"/>
                    <a:pt x="300"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3497;p72">
              <a:extLst>
                <a:ext uri="{FF2B5EF4-FFF2-40B4-BE49-F238E27FC236}">
                  <a16:creationId xmlns:a16="http://schemas.microsoft.com/office/drawing/2014/main" id="{E6BAE98D-6543-D1B5-F95F-7C5F1017842C}"/>
                </a:ext>
              </a:extLst>
            </p:cNvPr>
            <p:cNvSpPr/>
            <p:nvPr/>
          </p:nvSpPr>
          <p:spPr>
            <a:xfrm>
              <a:off x="4306229" y="3079791"/>
              <a:ext cx="10250" cy="29775"/>
            </a:xfrm>
            <a:custGeom>
              <a:avLst/>
              <a:gdLst/>
              <a:ahLst/>
              <a:cxnLst/>
              <a:rect l="l" t="t" r="r" b="b"/>
              <a:pathLst>
                <a:path w="200" h="581" extrusionOk="0">
                  <a:moveTo>
                    <a:pt x="164" y="1"/>
                  </a:moveTo>
                  <a:cubicBezTo>
                    <a:pt x="148" y="11"/>
                    <a:pt x="131" y="18"/>
                    <a:pt x="114" y="22"/>
                  </a:cubicBezTo>
                  <a:cubicBezTo>
                    <a:pt x="100" y="87"/>
                    <a:pt x="40" y="367"/>
                    <a:pt x="0" y="580"/>
                  </a:cubicBezTo>
                  <a:cubicBezTo>
                    <a:pt x="56" y="569"/>
                    <a:pt x="112" y="548"/>
                    <a:pt x="172" y="514"/>
                  </a:cubicBezTo>
                  <a:cubicBezTo>
                    <a:pt x="181" y="508"/>
                    <a:pt x="191" y="502"/>
                    <a:pt x="200" y="496"/>
                  </a:cubicBezTo>
                  <a:lnTo>
                    <a:pt x="164"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3498;p72">
              <a:extLst>
                <a:ext uri="{FF2B5EF4-FFF2-40B4-BE49-F238E27FC236}">
                  <a16:creationId xmlns:a16="http://schemas.microsoft.com/office/drawing/2014/main" id="{87FD96B5-E84E-B872-59A4-92A574FBA349}"/>
                </a:ext>
              </a:extLst>
            </p:cNvPr>
            <p:cNvSpPr/>
            <p:nvPr/>
          </p:nvSpPr>
          <p:spPr>
            <a:xfrm>
              <a:off x="4318477" y="3074153"/>
              <a:ext cx="12761" cy="27315"/>
            </a:xfrm>
            <a:custGeom>
              <a:avLst/>
              <a:gdLst/>
              <a:ahLst/>
              <a:cxnLst/>
              <a:rect l="l" t="t" r="r" b="b"/>
              <a:pathLst>
                <a:path w="249" h="533" extrusionOk="0">
                  <a:moveTo>
                    <a:pt x="48" y="0"/>
                  </a:moveTo>
                  <a:cubicBezTo>
                    <a:pt x="34" y="20"/>
                    <a:pt x="17" y="39"/>
                    <a:pt x="1" y="54"/>
                  </a:cubicBezTo>
                  <a:cubicBezTo>
                    <a:pt x="7" y="112"/>
                    <a:pt x="34" y="354"/>
                    <a:pt x="62" y="532"/>
                  </a:cubicBezTo>
                  <a:cubicBezTo>
                    <a:pt x="128" y="476"/>
                    <a:pt x="191" y="405"/>
                    <a:pt x="249" y="328"/>
                  </a:cubicBezTo>
                  <a:lnTo>
                    <a:pt x="48"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3499;p72">
              <a:extLst>
                <a:ext uri="{FF2B5EF4-FFF2-40B4-BE49-F238E27FC236}">
                  <a16:creationId xmlns:a16="http://schemas.microsoft.com/office/drawing/2014/main" id="{E9674640-8499-9E55-208C-C405DDA5988F}"/>
                </a:ext>
              </a:extLst>
            </p:cNvPr>
            <p:cNvSpPr/>
            <p:nvPr/>
          </p:nvSpPr>
          <p:spPr>
            <a:xfrm>
              <a:off x="4305512" y="3049145"/>
              <a:ext cx="19064" cy="27725"/>
            </a:xfrm>
            <a:custGeom>
              <a:avLst/>
              <a:gdLst/>
              <a:ahLst/>
              <a:cxnLst/>
              <a:rect l="l" t="t" r="r" b="b"/>
              <a:pathLst>
                <a:path w="372" h="541" extrusionOk="0">
                  <a:moveTo>
                    <a:pt x="259" y="0"/>
                  </a:moveTo>
                  <a:cubicBezTo>
                    <a:pt x="237" y="0"/>
                    <a:pt x="212" y="7"/>
                    <a:pt x="186" y="22"/>
                  </a:cubicBezTo>
                  <a:cubicBezTo>
                    <a:pt x="83" y="82"/>
                    <a:pt x="1" y="240"/>
                    <a:pt x="1" y="376"/>
                  </a:cubicBezTo>
                  <a:cubicBezTo>
                    <a:pt x="1" y="479"/>
                    <a:pt x="46" y="540"/>
                    <a:pt x="112" y="540"/>
                  </a:cubicBezTo>
                  <a:cubicBezTo>
                    <a:pt x="135" y="540"/>
                    <a:pt x="160" y="533"/>
                    <a:pt x="186" y="517"/>
                  </a:cubicBezTo>
                  <a:cubicBezTo>
                    <a:pt x="289" y="458"/>
                    <a:pt x="372" y="300"/>
                    <a:pt x="372" y="163"/>
                  </a:cubicBezTo>
                  <a:cubicBezTo>
                    <a:pt x="372" y="61"/>
                    <a:pt x="325" y="0"/>
                    <a:pt x="259"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3500;p72">
              <a:extLst>
                <a:ext uri="{FF2B5EF4-FFF2-40B4-BE49-F238E27FC236}">
                  <a16:creationId xmlns:a16="http://schemas.microsoft.com/office/drawing/2014/main" id="{92F23EA2-5E91-B58F-ACB1-DD2D80EC79CB}"/>
                </a:ext>
              </a:extLst>
            </p:cNvPr>
            <p:cNvSpPr/>
            <p:nvPr/>
          </p:nvSpPr>
          <p:spPr>
            <a:xfrm>
              <a:off x="4311354" y="3056114"/>
              <a:ext cx="10250" cy="14913"/>
            </a:xfrm>
            <a:custGeom>
              <a:avLst/>
              <a:gdLst/>
              <a:ahLst/>
              <a:cxnLst/>
              <a:rect l="l" t="t" r="r" b="b"/>
              <a:pathLst>
                <a:path w="200" h="291" extrusionOk="0">
                  <a:moveTo>
                    <a:pt x="139" y="1"/>
                  </a:moveTo>
                  <a:cubicBezTo>
                    <a:pt x="127" y="1"/>
                    <a:pt x="114" y="4"/>
                    <a:pt x="100" y="12"/>
                  </a:cubicBezTo>
                  <a:cubicBezTo>
                    <a:pt x="45" y="44"/>
                    <a:pt x="0" y="130"/>
                    <a:pt x="0" y="204"/>
                  </a:cubicBezTo>
                  <a:cubicBezTo>
                    <a:pt x="0" y="258"/>
                    <a:pt x="25" y="291"/>
                    <a:pt x="60" y="291"/>
                  </a:cubicBezTo>
                  <a:cubicBezTo>
                    <a:pt x="72" y="291"/>
                    <a:pt x="86" y="287"/>
                    <a:pt x="100" y="279"/>
                  </a:cubicBezTo>
                  <a:cubicBezTo>
                    <a:pt x="155" y="248"/>
                    <a:pt x="199" y="162"/>
                    <a:pt x="199" y="89"/>
                  </a:cubicBezTo>
                  <a:cubicBezTo>
                    <a:pt x="199" y="33"/>
                    <a:pt x="174" y="1"/>
                    <a:pt x="139"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3501;p72">
              <a:extLst>
                <a:ext uri="{FF2B5EF4-FFF2-40B4-BE49-F238E27FC236}">
                  <a16:creationId xmlns:a16="http://schemas.microsoft.com/office/drawing/2014/main" id="{982832A4-727F-7BD5-451F-AC6B2FB76BC9}"/>
                </a:ext>
              </a:extLst>
            </p:cNvPr>
            <p:cNvSpPr/>
            <p:nvPr/>
          </p:nvSpPr>
          <p:spPr>
            <a:xfrm>
              <a:off x="4587270" y="2785374"/>
              <a:ext cx="107671" cy="141392"/>
            </a:xfrm>
            <a:custGeom>
              <a:avLst/>
              <a:gdLst/>
              <a:ahLst/>
              <a:cxnLst/>
              <a:rect l="l" t="t" r="r" b="b"/>
              <a:pathLst>
                <a:path w="2101" h="2759" extrusionOk="0">
                  <a:moveTo>
                    <a:pt x="1232" y="1"/>
                  </a:moveTo>
                  <a:cubicBezTo>
                    <a:pt x="1120" y="1"/>
                    <a:pt x="981" y="38"/>
                    <a:pt x="862" y="105"/>
                  </a:cubicBezTo>
                  <a:cubicBezTo>
                    <a:pt x="387" y="381"/>
                    <a:pt x="0" y="1119"/>
                    <a:pt x="0" y="1755"/>
                  </a:cubicBezTo>
                  <a:cubicBezTo>
                    <a:pt x="0" y="1893"/>
                    <a:pt x="19" y="2016"/>
                    <a:pt x="53" y="2118"/>
                  </a:cubicBezTo>
                  <a:cubicBezTo>
                    <a:pt x="63" y="2152"/>
                    <a:pt x="99" y="2239"/>
                    <a:pt x="123" y="2284"/>
                  </a:cubicBezTo>
                  <a:cubicBezTo>
                    <a:pt x="178" y="2384"/>
                    <a:pt x="299" y="2564"/>
                    <a:pt x="499" y="2673"/>
                  </a:cubicBezTo>
                  <a:cubicBezTo>
                    <a:pt x="616" y="2738"/>
                    <a:pt x="732" y="2758"/>
                    <a:pt x="832" y="2758"/>
                  </a:cubicBezTo>
                  <a:cubicBezTo>
                    <a:pt x="1006" y="2758"/>
                    <a:pt x="1132" y="2696"/>
                    <a:pt x="1132" y="2696"/>
                  </a:cubicBezTo>
                  <a:lnTo>
                    <a:pt x="2101" y="705"/>
                  </a:lnTo>
                  <a:cubicBezTo>
                    <a:pt x="2101" y="705"/>
                    <a:pt x="2064" y="323"/>
                    <a:pt x="1793" y="156"/>
                  </a:cubicBezTo>
                  <a:cubicBezTo>
                    <a:pt x="1557" y="9"/>
                    <a:pt x="1330" y="1"/>
                    <a:pt x="1239" y="1"/>
                  </a:cubicBezTo>
                  <a:cubicBezTo>
                    <a:pt x="1237" y="1"/>
                    <a:pt x="1235" y="1"/>
                    <a:pt x="1232"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3502;p72">
              <a:extLst>
                <a:ext uri="{FF2B5EF4-FFF2-40B4-BE49-F238E27FC236}">
                  <a16:creationId xmlns:a16="http://schemas.microsoft.com/office/drawing/2014/main" id="{97FD0FA3-340C-E49E-087F-8EA44771968A}"/>
                </a:ext>
              </a:extLst>
            </p:cNvPr>
            <p:cNvSpPr/>
            <p:nvPr/>
          </p:nvSpPr>
          <p:spPr>
            <a:xfrm>
              <a:off x="4607923" y="2797007"/>
              <a:ext cx="88504" cy="128580"/>
            </a:xfrm>
            <a:custGeom>
              <a:avLst/>
              <a:gdLst/>
              <a:ahLst/>
              <a:cxnLst/>
              <a:rect l="l" t="t" r="r" b="b"/>
              <a:pathLst>
                <a:path w="1727" h="2509" extrusionOk="0">
                  <a:moveTo>
                    <a:pt x="1206" y="0"/>
                  </a:moveTo>
                  <a:cubicBezTo>
                    <a:pt x="1101" y="0"/>
                    <a:pt x="986" y="34"/>
                    <a:pt x="864" y="104"/>
                  </a:cubicBezTo>
                  <a:cubicBezTo>
                    <a:pt x="387" y="380"/>
                    <a:pt x="1" y="1117"/>
                    <a:pt x="1" y="1753"/>
                  </a:cubicBezTo>
                  <a:cubicBezTo>
                    <a:pt x="1" y="2226"/>
                    <a:pt x="215" y="2509"/>
                    <a:pt x="521" y="2509"/>
                  </a:cubicBezTo>
                  <a:cubicBezTo>
                    <a:pt x="626" y="2509"/>
                    <a:pt x="742" y="2475"/>
                    <a:pt x="864" y="2405"/>
                  </a:cubicBezTo>
                  <a:cubicBezTo>
                    <a:pt x="1341" y="2130"/>
                    <a:pt x="1727" y="1391"/>
                    <a:pt x="1727" y="757"/>
                  </a:cubicBezTo>
                  <a:cubicBezTo>
                    <a:pt x="1727" y="283"/>
                    <a:pt x="1513" y="0"/>
                    <a:pt x="1206"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3503;p72">
              <a:extLst>
                <a:ext uri="{FF2B5EF4-FFF2-40B4-BE49-F238E27FC236}">
                  <a16:creationId xmlns:a16="http://schemas.microsoft.com/office/drawing/2014/main" id="{DF364D68-7483-5EF6-326A-D9F1E76E33C0}"/>
                </a:ext>
              </a:extLst>
            </p:cNvPr>
            <p:cNvSpPr/>
            <p:nvPr/>
          </p:nvSpPr>
          <p:spPr>
            <a:xfrm>
              <a:off x="4617916" y="2810434"/>
              <a:ext cx="69953" cy="101726"/>
            </a:xfrm>
            <a:custGeom>
              <a:avLst/>
              <a:gdLst/>
              <a:ahLst/>
              <a:cxnLst/>
              <a:rect l="l" t="t" r="r" b="b"/>
              <a:pathLst>
                <a:path w="1365" h="1985" extrusionOk="0">
                  <a:moveTo>
                    <a:pt x="953" y="0"/>
                  </a:moveTo>
                  <a:cubicBezTo>
                    <a:pt x="870" y="0"/>
                    <a:pt x="779" y="27"/>
                    <a:pt x="683" y="82"/>
                  </a:cubicBezTo>
                  <a:cubicBezTo>
                    <a:pt x="305" y="300"/>
                    <a:pt x="0" y="884"/>
                    <a:pt x="0" y="1387"/>
                  </a:cubicBezTo>
                  <a:cubicBezTo>
                    <a:pt x="0" y="1761"/>
                    <a:pt x="169" y="1984"/>
                    <a:pt x="411" y="1984"/>
                  </a:cubicBezTo>
                  <a:cubicBezTo>
                    <a:pt x="494" y="1984"/>
                    <a:pt x="586" y="1958"/>
                    <a:pt x="683" y="1902"/>
                  </a:cubicBezTo>
                  <a:cubicBezTo>
                    <a:pt x="1060" y="1684"/>
                    <a:pt x="1365" y="1100"/>
                    <a:pt x="1365" y="599"/>
                  </a:cubicBezTo>
                  <a:cubicBezTo>
                    <a:pt x="1365" y="224"/>
                    <a:pt x="1196" y="0"/>
                    <a:pt x="953"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3504;p72">
              <a:extLst>
                <a:ext uri="{FF2B5EF4-FFF2-40B4-BE49-F238E27FC236}">
                  <a16:creationId xmlns:a16="http://schemas.microsoft.com/office/drawing/2014/main" id="{42450374-DC4F-84AA-3FC1-6E70A3912889}"/>
                </a:ext>
              </a:extLst>
            </p:cNvPr>
            <p:cNvSpPr/>
            <p:nvPr/>
          </p:nvSpPr>
          <p:spPr>
            <a:xfrm>
              <a:off x="4615969" y="2805976"/>
              <a:ext cx="73899" cy="107364"/>
            </a:xfrm>
            <a:custGeom>
              <a:avLst/>
              <a:gdLst/>
              <a:ahLst/>
              <a:cxnLst/>
              <a:rect l="l" t="t" r="r" b="b"/>
              <a:pathLst>
                <a:path w="1442" h="2095" extrusionOk="0">
                  <a:moveTo>
                    <a:pt x="1005" y="1"/>
                  </a:moveTo>
                  <a:cubicBezTo>
                    <a:pt x="918" y="1"/>
                    <a:pt x="822" y="28"/>
                    <a:pt x="721" y="87"/>
                  </a:cubicBezTo>
                  <a:cubicBezTo>
                    <a:pt x="322" y="317"/>
                    <a:pt x="0" y="933"/>
                    <a:pt x="0" y="1463"/>
                  </a:cubicBezTo>
                  <a:cubicBezTo>
                    <a:pt x="0" y="1858"/>
                    <a:pt x="178" y="2094"/>
                    <a:pt x="434" y="2094"/>
                  </a:cubicBezTo>
                  <a:cubicBezTo>
                    <a:pt x="522" y="2094"/>
                    <a:pt x="619" y="2066"/>
                    <a:pt x="721" y="2008"/>
                  </a:cubicBezTo>
                  <a:cubicBezTo>
                    <a:pt x="1118" y="1778"/>
                    <a:pt x="1441" y="1163"/>
                    <a:pt x="1441" y="632"/>
                  </a:cubicBezTo>
                  <a:cubicBezTo>
                    <a:pt x="1441" y="237"/>
                    <a:pt x="1261" y="1"/>
                    <a:pt x="10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3505;p72">
              <a:extLst>
                <a:ext uri="{FF2B5EF4-FFF2-40B4-BE49-F238E27FC236}">
                  <a16:creationId xmlns:a16="http://schemas.microsoft.com/office/drawing/2014/main" id="{DAE58F3D-DFC4-9571-8EF8-161042288C92}"/>
                </a:ext>
              </a:extLst>
            </p:cNvPr>
            <p:cNvSpPr/>
            <p:nvPr/>
          </p:nvSpPr>
          <p:spPr>
            <a:xfrm>
              <a:off x="4630882" y="2828166"/>
              <a:ext cx="15221" cy="24753"/>
            </a:xfrm>
            <a:custGeom>
              <a:avLst/>
              <a:gdLst/>
              <a:ahLst/>
              <a:cxnLst/>
              <a:rect l="l" t="t" r="r" b="b"/>
              <a:pathLst>
                <a:path w="297" h="483" extrusionOk="0">
                  <a:moveTo>
                    <a:pt x="167" y="0"/>
                  </a:moveTo>
                  <a:cubicBezTo>
                    <a:pt x="106" y="74"/>
                    <a:pt x="49" y="156"/>
                    <a:pt x="0" y="245"/>
                  </a:cubicBezTo>
                  <a:lnTo>
                    <a:pt x="256" y="483"/>
                  </a:lnTo>
                  <a:cubicBezTo>
                    <a:pt x="269" y="460"/>
                    <a:pt x="282" y="439"/>
                    <a:pt x="296" y="417"/>
                  </a:cubicBezTo>
                  <a:cubicBezTo>
                    <a:pt x="281" y="363"/>
                    <a:pt x="220" y="152"/>
                    <a:pt x="167"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3506;p72">
              <a:extLst>
                <a:ext uri="{FF2B5EF4-FFF2-40B4-BE49-F238E27FC236}">
                  <a16:creationId xmlns:a16="http://schemas.microsoft.com/office/drawing/2014/main" id="{EEACDB02-30E0-A1E1-3051-E065DCC0C0FD}"/>
                </a:ext>
              </a:extLst>
            </p:cNvPr>
            <p:cNvSpPr/>
            <p:nvPr/>
          </p:nvSpPr>
          <p:spPr>
            <a:xfrm>
              <a:off x="4622631" y="2847332"/>
              <a:ext cx="19628" cy="14657"/>
            </a:xfrm>
            <a:custGeom>
              <a:avLst/>
              <a:gdLst/>
              <a:ahLst/>
              <a:cxnLst/>
              <a:rect l="l" t="t" r="r" b="b"/>
              <a:pathLst>
                <a:path w="383" h="286" extrusionOk="0">
                  <a:moveTo>
                    <a:pt x="97" y="0"/>
                  </a:moveTo>
                  <a:cubicBezTo>
                    <a:pt x="56" y="92"/>
                    <a:pt x="23" y="189"/>
                    <a:pt x="0" y="285"/>
                  </a:cubicBezTo>
                  <a:lnTo>
                    <a:pt x="359" y="262"/>
                  </a:lnTo>
                  <a:lnTo>
                    <a:pt x="364" y="253"/>
                  </a:lnTo>
                  <a:cubicBezTo>
                    <a:pt x="368" y="233"/>
                    <a:pt x="374" y="213"/>
                    <a:pt x="382" y="193"/>
                  </a:cubicBezTo>
                  <a:cubicBezTo>
                    <a:pt x="364" y="180"/>
                    <a:pt x="215" y="72"/>
                    <a:pt x="97"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3507;p72">
              <a:extLst>
                <a:ext uri="{FF2B5EF4-FFF2-40B4-BE49-F238E27FC236}">
                  <a16:creationId xmlns:a16="http://schemas.microsoft.com/office/drawing/2014/main" id="{DA109589-D221-65E3-646F-41C2C14E3A09}"/>
                </a:ext>
              </a:extLst>
            </p:cNvPr>
            <p:cNvSpPr/>
            <p:nvPr/>
          </p:nvSpPr>
          <p:spPr>
            <a:xfrm>
              <a:off x="4620478" y="2864756"/>
              <a:ext cx="20038" cy="20243"/>
            </a:xfrm>
            <a:custGeom>
              <a:avLst/>
              <a:gdLst/>
              <a:ahLst/>
              <a:cxnLst/>
              <a:rect l="l" t="t" r="r" b="b"/>
              <a:pathLst>
                <a:path w="391" h="395" extrusionOk="0">
                  <a:moveTo>
                    <a:pt x="390" y="0"/>
                  </a:moveTo>
                  <a:lnTo>
                    <a:pt x="390" y="0"/>
                  </a:lnTo>
                  <a:cubicBezTo>
                    <a:pt x="351" y="13"/>
                    <a:pt x="157" y="73"/>
                    <a:pt x="10" y="128"/>
                  </a:cubicBezTo>
                  <a:cubicBezTo>
                    <a:pt x="4" y="174"/>
                    <a:pt x="1" y="220"/>
                    <a:pt x="1" y="266"/>
                  </a:cubicBezTo>
                  <a:cubicBezTo>
                    <a:pt x="1" y="312"/>
                    <a:pt x="4" y="353"/>
                    <a:pt x="10" y="395"/>
                  </a:cubicBezTo>
                  <a:lnTo>
                    <a:pt x="390" y="69"/>
                  </a:lnTo>
                  <a:cubicBezTo>
                    <a:pt x="389" y="60"/>
                    <a:pt x="387" y="51"/>
                    <a:pt x="387" y="42"/>
                  </a:cubicBezTo>
                  <a:cubicBezTo>
                    <a:pt x="387" y="28"/>
                    <a:pt x="389" y="14"/>
                    <a:pt x="390"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3508;p72">
              <a:extLst>
                <a:ext uri="{FF2B5EF4-FFF2-40B4-BE49-F238E27FC236}">
                  <a16:creationId xmlns:a16="http://schemas.microsoft.com/office/drawing/2014/main" id="{3EF182FD-BC13-4429-3001-2C4B03BBB55B}"/>
                </a:ext>
              </a:extLst>
            </p:cNvPr>
            <p:cNvSpPr/>
            <p:nvPr/>
          </p:nvSpPr>
          <p:spPr>
            <a:xfrm>
              <a:off x="4622170" y="2872751"/>
              <a:ext cx="20448" cy="27622"/>
            </a:xfrm>
            <a:custGeom>
              <a:avLst/>
              <a:gdLst/>
              <a:ahLst/>
              <a:cxnLst/>
              <a:rect l="l" t="t" r="r" b="b"/>
              <a:pathLst>
                <a:path w="399" h="539" extrusionOk="0">
                  <a:moveTo>
                    <a:pt x="374" y="1"/>
                  </a:moveTo>
                  <a:cubicBezTo>
                    <a:pt x="328" y="44"/>
                    <a:pt x="141" y="217"/>
                    <a:pt x="0" y="357"/>
                  </a:cubicBezTo>
                  <a:cubicBezTo>
                    <a:pt x="22" y="430"/>
                    <a:pt x="54" y="490"/>
                    <a:pt x="94" y="539"/>
                  </a:cubicBezTo>
                  <a:lnTo>
                    <a:pt x="399" y="47"/>
                  </a:lnTo>
                  <a:cubicBezTo>
                    <a:pt x="390" y="33"/>
                    <a:pt x="380" y="19"/>
                    <a:pt x="374"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3509;p72">
              <a:extLst>
                <a:ext uri="{FF2B5EF4-FFF2-40B4-BE49-F238E27FC236}">
                  <a16:creationId xmlns:a16="http://schemas.microsoft.com/office/drawing/2014/main" id="{E2EC1F25-DA6F-CB0B-E8F1-920B59DA2CE3}"/>
                </a:ext>
              </a:extLst>
            </p:cNvPr>
            <p:cNvSpPr/>
            <p:nvPr/>
          </p:nvSpPr>
          <p:spPr>
            <a:xfrm>
              <a:off x="4664500" y="2826628"/>
              <a:ext cx="20704" cy="23113"/>
            </a:xfrm>
            <a:custGeom>
              <a:avLst/>
              <a:gdLst/>
              <a:ahLst/>
              <a:cxnLst/>
              <a:rect l="l" t="t" r="r" b="b"/>
              <a:pathLst>
                <a:path w="404" h="451" extrusionOk="0">
                  <a:moveTo>
                    <a:pt x="362" y="1"/>
                  </a:moveTo>
                  <a:lnTo>
                    <a:pt x="1" y="393"/>
                  </a:lnTo>
                  <a:cubicBezTo>
                    <a:pt x="7" y="410"/>
                    <a:pt x="11" y="429"/>
                    <a:pt x="14" y="450"/>
                  </a:cubicBezTo>
                  <a:cubicBezTo>
                    <a:pt x="50" y="432"/>
                    <a:pt x="250" y="324"/>
                    <a:pt x="404" y="235"/>
                  </a:cubicBezTo>
                  <a:cubicBezTo>
                    <a:pt x="399" y="148"/>
                    <a:pt x="385" y="68"/>
                    <a:pt x="362"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3510;p72">
              <a:extLst>
                <a:ext uri="{FF2B5EF4-FFF2-40B4-BE49-F238E27FC236}">
                  <a16:creationId xmlns:a16="http://schemas.microsoft.com/office/drawing/2014/main" id="{4D6ABC45-2848-02A7-A18D-22273D36D4EA}"/>
                </a:ext>
              </a:extLst>
            </p:cNvPr>
            <p:cNvSpPr/>
            <p:nvPr/>
          </p:nvSpPr>
          <p:spPr>
            <a:xfrm>
              <a:off x="4661271" y="2814688"/>
              <a:ext cx="19218" cy="29314"/>
            </a:xfrm>
            <a:custGeom>
              <a:avLst/>
              <a:gdLst/>
              <a:ahLst/>
              <a:cxnLst/>
              <a:rect l="l" t="t" r="r" b="b"/>
              <a:pathLst>
                <a:path w="375" h="572" extrusionOk="0">
                  <a:moveTo>
                    <a:pt x="244" y="1"/>
                  </a:moveTo>
                  <a:lnTo>
                    <a:pt x="1" y="542"/>
                  </a:lnTo>
                  <a:cubicBezTo>
                    <a:pt x="13" y="550"/>
                    <a:pt x="24" y="559"/>
                    <a:pt x="34" y="571"/>
                  </a:cubicBezTo>
                  <a:cubicBezTo>
                    <a:pt x="70" y="527"/>
                    <a:pt x="244" y="303"/>
                    <a:pt x="375" y="127"/>
                  </a:cubicBezTo>
                  <a:cubicBezTo>
                    <a:pt x="339" y="71"/>
                    <a:pt x="297" y="28"/>
                    <a:pt x="244"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3511;p72">
              <a:extLst>
                <a:ext uri="{FF2B5EF4-FFF2-40B4-BE49-F238E27FC236}">
                  <a16:creationId xmlns:a16="http://schemas.microsoft.com/office/drawing/2014/main" id="{5CBBBBA7-56A7-2FB6-4AE2-75366FB928E2}"/>
                </a:ext>
              </a:extLst>
            </p:cNvPr>
            <p:cNvSpPr/>
            <p:nvPr/>
          </p:nvSpPr>
          <p:spPr>
            <a:xfrm>
              <a:off x="4655942" y="2812638"/>
              <a:ext cx="12761" cy="29057"/>
            </a:xfrm>
            <a:custGeom>
              <a:avLst/>
              <a:gdLst/>
              <a:ahLst/>
              <a:cxnLst/>
              <a:rect l="l" t="t" r="r" b="b"/>
              <a:pathLst>
                <a:path w="249" h="567" extrusionOk="0">
                  <a:moveTo>
                    <a:pt x="191" y="0"/>
                  </a:moveTo>
                  <a:cubicBezTo>
                    <a:pt x="149" y="0"/>
                    <a:pt x="104" y="8"/>
                    <a:pt x="59" y="22"/>
                  </a:cubicBezTo>
                  <a:lnTo>
                    <a:pt x="0" y="567"/>
                  </a:lnTo>
                  <a:cubicBezTo>
                    <a:pt x="14" y="565"/>
                    <a:pt x="27" y="563"/>
                    <a:pt x="38" y="563"/>
                  </a:cubicBezTo>
                  <a:cubicBezTo>
                    <a:pt x="43" y="563"/>
                    <a:pt x="47" y="563"/>
                    <a:pt x="51" y="564"/>
                  </a:cubicBezTo>
                  <a:cubicBezTo>
                    <a:pt x="79" y="489"/>
                    <a:pt x="178" y="214"/>
                    <a:pt x="249" y="6"/>
                  </a:cubicBezTo>
                  <a:cubicBezTo>
                    <a:pt x="230" y="2"/>
                    <a:pt x="211" y="0"/>
                    <a:pt x="191"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3512;p72">
              <a:extLst>
                <a:ext uri="{FF2B5EF4-FFF2-40B4-BE49-F238E27FC236}">
                  <a16:creationId xmlns:a16="http://schemas.microsoft.com/office/drawing/2014/main" id="{39CDF575-79AE-ED01-598C-3CD7D0A4B875}"/>
                </a:ext>
              </a:extLst>
            </p:cNvPr>
            <p:cNvSpPr/>
            <p:nvPr/>
          </p:nvSpPr>
          <p:spPr>
            <a:xfrm>
              <a:off x="4643540" y="2816020"/>
              <a:ext cx="10250" cy="29621"/>
            </a:xfrm>
            <a:custGeom>
              <a:avLst/>
              <a:gdLst/>
              <a:ahLst/>
              <a:cxnLst/>
              <a:rect l="l" t="t" r="r" b="b"/>
              <a:pathLst>
                <a:path w="200" h="578" extrusionOk="0">
                  <a:moveTo>
                    <a:pt x="199" y="1"/>
                  </a:moveTo>
                  <a:lnTo>
                    <a:pt x="199" y="1"/>
                  </a:lnTo>
                  <a:cubicBezTo>
                    <a:pt x="193" y="4"/>
                    <a:pt x="189" y="6"/>
                    <a:pt x="183" y="10"/>
                  </a:cubicBezTo>
                  <a:cubicBezTo>
                    <a:pt x="120" y="45"/>
                    <a:pt x="58" y="94"/>
                    <a:pt x="0" y="151"/>
                  </a:cubicBezTo>
                  <a:lnTo>
                    <a:pt x="115" y="577"/>
                  </a:lnTo>
                  <a:cubicBezTo>
                    <a:pt x="132" y="562"/>
                    <a:pt x="149" y="548"/>
                    <a:pt x="167" y="536"/>
                  </a:cubicBezTo>
                  <a:cubicBezTo>
                    <a:pt x="172" y="464"/>
                    <a:pt x="192" y="199"/>
                    <a:pt x="199"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3513;p72">
              <a:extLst>
                <a:ext uri="{FF2B5EF4-FFF2-40B4-BE49-F238E27FC236}">
                  <a16:creationId xmlns:a16="http://schemas.microsoft.com/office/drawing/2014/main" id="{7CCEF217-FCC5-627D-7A98-429F2112C9AE}"/>
                </a:ext>
              </a:extLst>
            </p:cNvPr>
            <p:cNvSpPr/>
            <p:nvPr/>
          </p:nvSpPr>
          <p:spPr>
            <a:xfrm>
              <a:off x="4661733" y="2862553"/>
              <a:ext cx="18039" cy="19782"/>
            </a:xfrm>
            <a:custGeom>
              <a:avLst/>
              <a:gdLst/>
              <a:ahLst/>
              <a:cxnLst/>
              <a:rect l="l" t="t" r="r" b="b"/>
              <a:pathLst>
                <a:path w="352" h="386" extrusionOk="0">
                  <a:moveTo>
                    <a:pt x="33" y="1"/>
                  </a:moveTo>
                  <a:cubicBezTo>
                    <a:pt x="24" y="25"/>
                    <a:pt x="13" y="50"/>
                    <a:pt x="1" y="73"/>
                  </a:cubicBezTo>
                  <a:cubicBezTo>
                    <a:pt x="28" y="114"/>
                    <a:pt x="131" y="273"/>
                    <a:pt x="214" y="385"/>
                  </a:cubicBezTo>
                  <a:cubicBezTo>
                    <a:pt x="268" y="300"/>
                    <a:pt x="314" y="208"/>
                    <a:pt x="352" y="111"/>
                  </a:cubicBezTo>
                  <a:lnTo>
                    <a:pt x="33"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3514;p72">
              <a:extLst>
                <a:ext uri="{FF2B5EF4-FFF2-40B4-BE49-F238E27FC236}">
                  <a16:creationId xmlns:a16="http://schemas.microsoft.com/office/drawing/2014/main" id="{D968B2DD-F595-A2B8-BE10-6C70A70DC56A}"/>
                </a:ext>
              </a:extLst>
            </p:cNvPr>
            <p:cNvSpPr/>
            <p:nvPr/>
          </p:nvSpPr>
          <p:spPr>
            <a:xfrm>
              <a:off x="4664756" y="2846512"/>
              <a:ext cx="20243" cy="14657"/>
            </a:xfrm>
            <a:custGeom>
              <a:avLst/>
              <a:gdLst/>
              <a:ahLst/>
              <a:cxnLst/>
              <a:rect l="l" t="t" r="r" b="b"/>
              <a:pathLst>
                <a:path w="395" h="286" extrusionOk="0">
                  <a:moveTo>
                    <a:pt x="394" y="1"/>
                  </a:moveTo>
                  <a:lnTo>
                    <a:pt x="11" y="157"/>
                  </a:lnTo>
                  <a:cubicBezTo>
                    <a:pt x="8" y="180"/>
                    <a:pt x="5" y="203"/>
                    <a:pt x="0" y="228"/>
                  </a:cubicBezTo>
                  <a:cubicBezTo>
                    <a:pt x="28" y="234"/>
                    <a:pt x="202" y="269"/>
                    <a:pt x="339" y="286"/>
                  </a:cubicBezTo>
                  <a:cubicBezTo>
                    <a:pt x="367" y="192"/>
                    <a:pt x="386" y="96"/>
                    <a:pt x="394"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3515;p72">
              <a:extLst>
                <a:ext uri="{FF2B5EF4-FFF2-40B4-BE49-F238E27FC236}">
                  <a16:creationId xmlns:a16="http://schemas.microsoft.com/office/drawing/2014/main" id="{E256B308-9E57-B78D-B65F-D660FF94BCAC}"/>
                </a:ext>
              </a:extLst>
            </p:cNvPr>
            <p:cNvSpPr/>
            <p:nvPr/>
          </p:nvSpPr>
          <p:spPr>
            <a:xfrm>
              <a:off x="4629857" y="2877261"/>
              <a:ext cx="17475" cy="29365"/>
            </a:xfrm>
            <a:custGeom>
              <a:avLst/>
              <a:gdLst/>
              <a:ahLst/>
              <a:cxnLst/>
              <a:rect l="l" t="t" r="r" b="b"/>
              <a:pathLst>
                <a:path w="341" h="573" extrusionOk="0">
                  <a:moveTo>
                    <a:pt x="299" y="0"/>
                  </a:moveTo>
                  <a:cubicBezTo>
                    <a:pt x="278" y="37"/>
                    <a:pt x="117" y="302"/>
                    <a:pt x="0" y="508"/>
                  </a:cubicBezTo>
                  <a:cubicBezTo>
                    <a:pt x="46" y="543"/>
                    <a:pt x="102" y="564"/>
                    <a:pt x="160" y="572"/>
                  </a:cubicBezTo>
                  <a:lnTo>
                    <a:pt x="341" y="11"/>
                  </a:lnTo>
                  <a:cubicBezTo>
                    <a:pt x="327" y="9"/>
                    <a:pt x="312" y="5"/>
                    <a:pt x="299"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3516;p72">
              <a:extLst>
                <a:ext uri="{FF2B5EF4-FFF2-40B4-BE49-F238E27FC236}">
                  <a16:creationId xmlns:a16="http://schemas.microsoft.com/office/drawing/2014/main" id="{21A12810-AADE-C6A5-A4BB-A3EABCFCB638}"/>
                </a:ext>
              </a:extLst>
            </p:cNvPr>
            <p:cNvSpPr/>
            <p:nvPr/>
          </p:nvSpPr>
          <p:spPr>
            <a:xfrm>
              <a:off x="4644052" y="2876543"/>
              <a:ext cx="10301" cy="29724"/>
            </a:xfrm>
            <a:custGeom>
              <a:avLst/>
              <a:gdLst/>
              <a:ahLst/>
              <a:cxnLst/>
              <a:rect l="l" t="t" r="r" b="b"/>
              <a:pathLst>
                <a:path w="201" h="580" extrusionOk="0">
                  <a:moveTo>
                    <a:pt x="166" y="0"/>
                  </a:moveTo>
                  <a:cubicBezTo>
                    <a:pt x="148" y="10"/>
                    <a:pt x="131" y="16"/>
                    <a:pt x="114" y="20"/>
                  </a:cubicBezTo>
                  <a:cubicBezTo>
                    <a:pt x="101" y="85"/>
                    <a:pt x="41" y="367"/>
                    <a:pt x="1" y="580"/>
                  </a:cubicBezTo>
                  <a:cubicBezTo>
                    <a:pt x="56" y="568"/>
                    <a:pt x="113" y="546"/>
                    <a:pt x="173" y="513"/>
                  </a:cubicBezTo>
                  <a:cubicBezTo>
                    <a:pt x="182" y="506"/>
                    <a:pt x="191" y="500"/>
                    <a:pt x="200" y="494"/>
                  </a:cubicBezTo>
                  <a:lnTo>
                    <a:pt x="166"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3517;p72">
              <a:extLst>
                <a:ext uri="{FF2B5EF4-FFF2-40B4-BE49-F238E27FC236}">
                  <a16:creationId xmlns:a16="http://schemas.microsoft.com/office/drawing/2014/main" id="{97E0DA30-183C-2CD9-D09B-2E5A0CCBD24E}"/>
                </a:ext>
              </a:extLst>
            </p:cNvPr>
            <p:cNvSpPr/>
            <p:nvPr/>
          </p:nvSpPr>
          <p:spPr>
            <a:xfrm>
              <a:off x="4656403" y="2870906"/>
              <a:ext cx="12709" cy="27212"/>
            </a:xfrm>
            <a:custGeom>
              <a:avLst/>
              <a:gdLst/>
              <a:ahLst/>
              <a:cxnLst/>
              <a:rect l="l" t="t" r="r" b="b"/>
              <a:pathLst>
                <a:path w="248" h="531" extrusionOk="0">
                  <a:moveTo>
                    <a:pt x="48" y="0"/>
                  </a:moveTo>
                  <a:cubicBezTo>
                    <a:pt x="33" y="18"/>
                    <a:pt x="16" y="37"/>
                    <a:pt x="1" y="54"/>
                  </a:cubicBezTo>
                  <a:cubicBezTo>
                    <a:pt x="7" y="112"/>
                    <a:pt x="34" y="353"/>
                    <a:pt x="60" y="531"/>
                  </a:cubicBezTo>
                  <a:cubicBezTo>
                    <a:pt x="128" y="474"/>
                    <a:pt x="191" y="403"/>
                    <a:pt x="247" y="327"/>
                  </a:cubicBezTo>
                  <a:lnTo>
                    <a:pt x="48"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3518;p72">
              <a:extLst>
                <a:ext uri="{FF2B5EF4-FFF2-40B4-BE49-F238E27FC236}">
                  <a16:creationId xmlns:a16="http://schemas.microsoft.com/office/drawing/2014/main" id="{2A0464C9-C56A-4FB6-0337-4C9C5241D2FF}"/>
                </a:ext>
              </a:extLst>
            </p:cNvPr>
            <p:cNvSpPr/>
            <p:nvPr/>
          </p:nvSpPr>
          <p:spPr>
            <a:xfrm>
              <a:off x="4643386" y="2845795"/>
              <a:ext cx="19064" cy="27725"/>
            </a:xfrm>
            <a:custGeom>
              <a:avLst/>
              <a:gdLst/>
              <a:ahLst/>
              <a:cxnLst/>
              <a:rect l="l" t="t" r="r" b="b"/>
              <a:pathLst>
                <a:path w="372" h="541" extrusionOk="0">
                  <a:moveTo>
                    <a:pt x="259" y="1"/>
                  </a:moveTo>
                  <a:cubicBezTo>
                    <a:pt x="236" y="1"/>
                    <a:pt x="212" y="8"/>
                    <a:pt x="186" y="22"/>
                  </a:cubicBezTo>
                  <a:cubicBezTo>
                    <a:pt x="83" y="82"/>
                    <a:pt x="0" y="242"/>
                    <a:pt x="0" y="378"/>
                  </a:cubicBezTo>
                  <a:cubicBezTo>
                    <a:pt x="0" y="480"/>
                    <a:pt x="46" y="540"/>
                    <a:pt x="111" y="540"/>
                  </a:cubicBezTo>
                  <a:cubicBezTo>
                    <a:pt x="134" y="540"/>
                    <a:pt x="159" y="533"/>
                    <a:pt x="186" y="518"/>
                  </a:cubicBezTo>
                  <a:cubicBezTo>
                    <a:pt x="288" y="459"/>
                    <a:pt x="371" y="300"/>
                    <a:pt x="371" y="164"/>
                  </a:cubicBezTo>
                  <a:cubicBezTo>
                    <a:pt x="371" y="62"/>
                    <a:pt x="325" y="1"/>
                    <a:pt x="259"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3519;p72">
              <a:extLst>
                <a:ext uri="{FF2B5EF4-FFF2-40B4-BE49-F238E27FC236}">
                  <a16:creationId xmlns:a16="http://schemas.microsoft.com/office/drawing/2014/main" id="{08598996-09F3-A17D-97D6-ECAAAA8B95BD}"/>
                </a:ext>
              </a:extLst>
            </p:cNvPr>
            <p:cNvSpPr/>
            <p:nvPr/>
          </p:nvSpPr>
          <p:spPr>
            <a:xfrm>
              <a:off x="4649177" y="2852816"/>
              <a:ext cx="10352" cy="14913"/>
            </a:xfrm>
            <a:custGeom>
              <a:avLst/>
              <a:gdLst/>
              <a:ahLst/>
              <a:cxnLst/>
              <a:rect l="l" t="t" r="r" b="b"/>
              <a:pathLst>
                <a:path w="202" h="291" extrusionOk="0">
                  <a:moveTo>
                    <a:pt x="140" y="1"/>
                  </a:moveTo>
                  <a:cubicBezTo>
                    <a:pt x="128" y="1"/>
                    <a:pt x="114" y="4"/>
                    <a:pt x="100" y="13"/>
                  </a:cubicBezTo>
                  <a:cubicBezTo>
                    <a:pt x="45" y="43"/>
                    <a:pt x="1" y="129"/>
                    <a:pt x="1" y="203"/>
                  </a:cubicBezTo>
                  <a:cubicBezTo>
                    <a:pt x="1" y="258"/>
                    <a:pt x="26" y="291"/>
                    <a:pt x="61" y="291"/>
                  </a:cubicBezTo>
                  <a:cubicBezTo>
                    <a:pt x="73" y="291"/>
                    <a:pt x="86" y="287"/>
                    <a:pt x="100" y="279"/>
                  </a:cubicBezTo>
                  <a:cubicBezTo>
                    <a:pt x="155" y="247"/>
                    <a:pt x="201" y="161"/>
                    <a:pt x="201" y="88"/>
                  </a:cubicBezTo>
                  <a:cubicBezTo>
                    <a:pt x="201" y="33"/>
                    <a:pt x="176" y="1"/>
                    <a:pt x="140"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3520;p72">
              <a:extLst>
                <a:ext uri="{FF2B5EF4-FFF2-40B4-BE49-F238E27FC236}">
                  <a16:creationId xmlns:a16="http://schemas.microsoft.com/office/drawing/2014/main" id="{D9FBE4D7-D7EC-4B2D-0D1F-B3C65BF794CB}"/>
                </a:ext>
              </a:extLst>
            </p:cNvPr>
            <p:cNvSpPr/>
            <p:nvPr/>
          </p:nvSpPr>
          <p:spPr>
            <a:xfrm>
              <a:off x="4191179" y="2650645"/>
              <a:ext cx="43304" cy="27417"/>
            </a:xfrm>
            <a:custGeom>
              <a:avLst/>
              <a:gdLst/>
              <a:ahLst/>
              <a:cxnLst/>
              <a:rect l="l" t="t" r="r" b="b"/>
              <a:pathLst>
                <a:path w="845" h="535" extrusionOk="0">
                  <a:moveTo>
                    <a:pt x="145" y="1"/>
                  </a:moveTo>
                  <a:cubicBezTo>
                    <a:pt x="113" y="1"/>
                    <a:pt x="84" y="8"/>
                    <a:pt x="58" y="21"/>
                  </a:cubicBezTo>
                  <a:cubicBezTo>
                    <a:pt x="12" y="87"/>
                    <a:pt x="1" y="188"/>
                    <a:pt x="51" y="315"/>
                  </a:cubicBezTo>
                  <a:cubicBezTo>
                    <a:pt x="56" y="324"/>
                    <a:pt x="62" y="335"/>
                    <a:pt x="67" y="346"/>
                  </a:cubicBezTo>
                  <a:cubicBezTo>
                    <a:pt x="62" y="281"/>
                    <a:pt x="74" y="228"/>
                    <a:pt x="102" y="188"/>
                  </a:cubicBezTo>
                  <a:cubicBezTo>
                    <a:pt x="129" y="176"/>
                    <a:pt x="159" y="168"/>
                    <a:pt x="191" y="168"/>
                  </a:cubicBezTo>
                  <a:cubicBezTo>
                    <a:pt x="209" y="168"/>
                    <a:pt x="227" y="171"/>
                    <a:pt x="246" y="175"/>
                  </a:cubicBezTo>
                  <a:cubicBezTo>
                    <a:pt x="389" y="214"/>
                    <a:pt x="639" y="409"/>
                    <a:pt x="790" y="534"/>
                  </a:cubicBezTo>
                  <a:cubicBezTo>
                    <a:pt x="810" y="505"/>
                    <a:pt x="829" y="478"/>
                    <a:pt x="844" y="451"/>
                  </a:cubicBezTo>
                  <a:cubicBezTo>
                    <a:pt x="737" y="358"/>
                    <a:pt x="381" y="56"/>
                    <a:pt x="202" y="8"/>
                  </a:cubicBezTo>
                  <a:cubicBezTo>
                    <a:pt x="182" y="3"/>
                    <a:pt x="163" y="1"/>
                    <a:pt x="145" y="1"/>
                  </a:cubicBezTo>
                  <a:close/>
                </a:path>
              </a:pathLst>
            </a:custGeom>
            <a:solidFill>
              <a:srgbClr val="55D6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3521;p72">
              <a:extLst>
                <a:ext uri="{FF2B5EF4-FFF2-40B4-BE49-F238E27FC236}">
                  <a16:creationId xmlns:a16="http://schemas.microsoft.com/office/drawing/2014/main" id="{0EC3B06F-B432-C490-F8CE-FD04C4973B19}"/>
                </a:ext>
              </a:extLst>
            </p:cNvPr>
            <p:cNvSpPr/>
            <p:nvPr/>
          </p:nvSpPr>
          <p:spPr>
            <a:xfrm>
              <a:off x="4194356" y="2659254"/>
              <a:ext cx="37359" cy="36796"/>
            </a:xfrm>
            <a:custGeom>
              <a:avLst/>
              <a:gdLst/>
              <a:ahLst/>
              <a:cxnLst/>
              <a:rect l="l" t="t" r="r" b="b"/>
              <a:pathLst>
                <a:path w="729" h="718" extrusionOk="0">
                  <a:moveTo>
                    <a:pt x="129" y="0"/>
                  </a:moveTo>
                  <a:cubicBezTo>
                    <a:pt x="97" y="0"/>
                    <a:pt x="67" y="8"/>
                    <a:pt x="40" y="20"/>
                  </a:cubicBezTo>
                  <a:cubicBezTo>
                    <a:pt x="12" y="60"/>
                    <a:pt x="0" y="113"/>
                    <a:pt x="5" y="178"/>
                  </a:cubicBezTo>
                  <a:cubicBezTo>
                    <a:pt x="118" y="435"/>
                    <a:pt x="374" y="716"/>
                    <a:pt x="448" y="717"/>
                  </a:cubicBezTo>
                  <a:cubicBezTo>
                    <a:pt x="492" y="717"/>
                    <a:pt x="626" y="526"/>
                    <a:pt x="728" y="366"/>
                  </a:cubicBezTo>
                  <a:cubicBezTo>
                    <a:pt x="577" y="241"/>
                    <a:pt x="327" y="46"/>
                    <a:pt x="184" y="7"/>
                  </a:cubicBezTo>
                  <a:cubicBezTo>
                    <a:pt x="165" y="3"/>
                    <a:pt x="147" y="0"/>
                    <a:pt x="129" y="0"/>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3522;p72">
              <a:extLst>
                <a:ext uri="{FF2B5EF4-FFF2-40B4-BE49-F238E27FC236}">
                  <a16:creationId xmlns:a16="http://schemas.microsoft.com/office/drawing/2014/main" id="{A943FDD7-4B16-AE1C-F2C6-480A8CD702C0}"/>
                </a:ext>
              </a:extLst>
            </p:cNvPr>
            <p:cNvSpPr/>
            <p:nvPr/>
          </p:nvSpPr>
          <p:spPr>
            <a:xfrm>
              <a:off x="4194100" y="2645725"/>
              <a:ext cx="48941" cy="28084"/>
            </a:xfrm>
            <a:custGeom>
              <a:avLst/>
              <a:gdLst/>
              <a:ahLst/>
              <a:cxnLst/>
              <a:rect l="l" t="t" r="r" b="b"/>
              <a:pathLst>
                <a:path w="955" h="548" extrusionOk="0">
                  <a:moveTo>
                    <a:pt x="263" y="0"/>
                  </a:moveTo>
                  <a:cubicBezTo>
                    <a:pt x="155" y="0"/>
                    <a:pt x="42" y="56"/>
                    <a:pt x="1" y="117"/>
                  </a:cubicBezTo>
                  <a:cubicBezTo>
                    <a:pt x="27" y="104"/>
                    <a:pt x="56" y="97"/>
                    <a:pt x="88" y="97"/>
                  </a:cubicBezTo>
                  <a:cubicBezTo>
                    <a:pt x="106" y="97"/>
                    <a:pt x="125" y="99"/>
                    <a:pt x="145" y="104"/>
                  </a:cubicBezTo>
                  <a:cubicBezTo>
                    <a:pt x="324" y="152"/>
                    <a:pt x="680" y="454"/>
                    <a:pt x="787" y="547"/>
                  </a:cubicBezTo>
                  <a:cubicBezTo>
                    <a:pt x="835" y="472"/>
                    <a:pt x="954" y="394"/>
                    <a:pt x="954" y="394"/>
                  </a:cubicBezTo>
                  <a:cubicBezTo>
                    <a:pt x="954" y="394"/>
                    <a:pt x="571" y="126"/>
                    <a:pt x="375" y="25"/>
                  </a:cubicBezTo>
                  <a:cubicBezTo>
                    <a:pt x="340" y="7"/>
                    <a:pt x="302" y="0"/>
                    <a:pt x="263" y="0"/>
                  </a:cubicBezTo>
                  <a:close/>
                </a:path>
              </a:pathLst>
            </a:custGeom>
            <a:solidFill>
              <a:srgbClr val="55D6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3523;p72">
              <a:extLst>
                <a:ext uri="{FF2B5EF4-FFF2-40B4-BE49-F238E27FC236}">
                  <a16:creationId xmlns:a16="http://schemas.microsoft.com/office/drawing/2014/main" id="{39D6D9A6-2C38-2128-1FBA-851A4ADEF472}"/>
                </a:ext>
              </a:extLst>
            </p:cNvPr>
            <p:cNvSpPr/>
            <p:nvPr/>
          </p:nvSpPr>
          <p:spPr>
            <a:xfrm>
              <a:off x="4118920" y="2659254"/>
              <a:ext cx="308049" cy="129759"/>
            </a:xfrm>
            <a:custGeom>
              <a:avLst/>
              <a:gdLst/>
              <a:ahLst/>
              <a:cxnLst/>
              <a:rect l="l" t="t" r="r" b="b"/>
              <a:pathLst>
                <a:path w="6011" h="2532" extrusionOk="0">
                  <a:moveTo>
                    <a:pt x="2841" y="1"/>
                  </a:moveTo>
                  <a:cubicBezTo>
                    <a:pt x="2663" y="1"/>
                    <a:pt x="2436" y="47"/>
                    <a:pt x="2170" y="202"/>
                  </a:cubicBezTo>
                  <a:cubicBezTo>
                    <a:pt x="2049" y="273"/>
                    <a:pt x="1221" y="728"/>
                    <a:pt x="505" y="1252"/>
                  </a:cubicBezTo>
                  <a:cubicBezTo>
                    <a:pt x="293" y="1407"/>
                    <a:pt x="131" y="1528"/>
                    <a:pt x="0" y="1636"/>
                  </a:cubicBezTo>
                  <a:cubicBezTo>
                    <a:pt x="171" y="1738"/>
                    <a:pt x="359" y="1858"/>
                    <a:pt x="566" y="2001"/>
                  </a:cubicBezTo>
                  <a:cubicBezTo>
                    <a:pt x="1030" y="2321"/>
                    <a:pt x="1511" y="2532"/>
                    <a:pt x="2068" y="2532"/>
                  </a:cubicBezTo>
                  <a:cubicBezTo>
                    <a:pt x="2383" y="2532"/>
                    <a:pt x="2723" y="2465"/>
                    <a:pt x="3097" y="2312"/>
                  </a:cubicBezTo>
                  <a:cubicBezTo>
                    <a:pt x="3459" y="2163"/>
                    <a:pt x="3988" y="1896"/>
                    <a:pt x="4529" y="1806"/>
                  </a:cubicBezTo>
                  <a:cubicBezTo>
                    <a:pt x="4781" y="1764"/>
                    <a:pt x="5062" y="1751"/>
                    <a:pt x="5310" y="1751"/>
                  </a:cubicBezTo>
                  <a:cubicBezTo>
                    <a:pt x="5699" y="1751"/>
                    <a:pt x="6010" y="1783"/>
                    <a:pt x="6010" y="1783"/>
                  </a:cubicBezTo>
                  <a:cubicBezTo>
                    <a:pt x="6010" y="1783"/>
                    <a:pt x="4333" y="811"/>
                    <a:pt x="2875" y="1"/>
                  </a:cubicBezTo>
                  <a:cubicBezTo>
                    <a:pt x="2864" y="1"/>
                    <a:pt x="2852" y="1"/>
                    <a:pt x="2841" y="1"/>
                  </a:cubicBezTo>
                  <a:close/>
                </a:path>
              </a:pathLst>
            </a:custGeom>
            <a:solidFill>
              <a:srgbClr val="55D6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3524;p72">
              <a:extLst>
                <a:ext uri="{FF2B5EF4-FFF2-40B4-BE49-F238E27FC236}">
                  <a16:creationId xmlns:a16="http://schemas.microsoft.com/office/drawing/2014/main" id="{41DC2077-0835-D1F6-AACB-566E6E77F338}"/>
                </a:ext>
              </a:extLst>
            </p:cNvPr>
            <p:cNvSpPr/>
            <p:nvPr/>
          </p:nvSpPr>
          <p:spPr>
            <a:xfrm>
              <a:off x="3989571" y="2659305"/>
              <a:ext cx="746881" cy="456513"/>
            </a:xfrm>
            <a:custGeom>
              <a:avLst/>
              <a:gdLst/>
              <a:ahLst/>
              <a:cxnLst/>
              <a:rect l="l" t="t" r="r" b="b"/>
              <a:pathLst>
                <a:path w="14574" h="8908" extrusionOk="0">
                  <a:moveTo>
                    <a:pt x="5399" y="0"/>
                  </a:moveTo>
                  <a:lnTo>
                    <a:pt x="5399" y="0"/>
                  </a:lnTo>
                  <a:cubicBezTo>
                    <a:pt x="6857" y="810"/>
                    <a:pt x="8534" y="1782"/>
                    <a:pt x="8534" y="1782"/>
                  </a:cubicBezTo>
                  <a:cubicBezTo>
                    <a:pt x="8534" y="1782"/>
                    <a:pt x="8223" y="1750"/>
                    <a:pt x="7834" y="1750"/>
                  </a:cubicBezTo>
                  <a:cubicBezTo>
                    <a:pt x="7586" y="1750"/>
                    <a:pt x="7305" y="1763"/>
                    <a:pt x="7053" y="1805"/>
                  </a:cubicBezTo>
                  <a:cubicBezTo>
                    <a:pt x="6512" y="1895"/>
                    <a:pt x="5983" y="2162"/>
                    <a:pt x="5621" y="2311"/>
                  </a:cubicBezTo>
                  <a:cubicBezTo>
                    <a:pt x="5247" y="2464"/>
                    <a:pt x="4907" y="2531"/>
                    <a:pt x="4592" y="2531"/>
                  </a:cubicBezTo>
                  <a:cubicBezTo>
                    <a:pt x="4035" y="2531"/>
                    <a:pt x="3554" y="2320"/>
                    <a:pt x="3090" y="2000"/>
                  </a:cubicBezTo>
                  <a:cubicBezTo>
                    <a:pt x="2883" y="1857"/>
                    <a:pt x="2695" y="1737"/>
                    <a:pt x="2524" y="1635"/>
                  </a:cubicBezTo>
                  <a:cubicBezTo>
                    <a:pt x="2432" y="1711"/>
                    <a:pt x="2354" y="1782"/>
                    <a:pt x="2297" y="1848"/>
                  </a:cubicBezTo>
                  <a:cubicBezTo>
                    <a:pt x="2052" y="2134"/>
                    <a:pt x="1126" y="3321"/>
                    <a:pt x="947" y="3530"/>
                  </a:cubicBezTo>
                  <a:cubicBezTo>
                    <a:pt x="616" y="3914"/>
                    <a:pt x="475" y="4255"/>
                    <a:pt x="318" y="4704"/>
                  </a:cubicBezTo>
                  <a:cubicBezTo>
                    <a:pt x="228" y="4963"/>
                    <a:pt x="151" y="5314"/>
                    <a:pt x="87" y="5684"/>
                  </a:cubicBezTo>
                  <a:cubicBezTo>
                    <a:pt x="53" y="5878"/>
                    <a:pt x="1" y="6305"/>
                    <a:pt x="15" y="6492"/>
                  </a:cubicBezTo>
                  <a:lnTo>
                    <a:pt x="4252" y="8908"/>
                  </a:lnTo>
                  <a:lnTo>
                    <a:pt x="5356" y="6032"/>
                  </a:lnTo>
                  <a:lnTo>
                    <a:pt x="7961" y="4480"/>
                  </a:lnTo>
                  <a:lnTo>
                    <a:pt x="12784" y="2331"/>
                  </a:lnTo>
                  <a:lnTo>
                    <a:pt x="14573" y="1380"/>
                  </a:lnTo>
                  <a:lnTo>
                    <a:pt x="13816" y="946"/>
                  </a:lnTo>
                  <a:cubicBezTo>
                    <a:pt x="13164" y="1049"/>
                    <a:pt x="12640" y="1256"/>
                    <a:pt x="12094" y="1655"/>
                  </a:cubicBezTo>
                  <a:cubicBezTo>
                    <a:pt x="11197" y="2311"/>
                    <a:pt x="10785" y="2311"/>
                    <a:pt x="10785" y="2311"/>
                  </a:cubicBezTo>
                  <a:cubicBezTo>
                    <a:pt x="10785" y="2311"/>
                    <a:pt x="9799" y="1757"/>
                    <a:pt x="9419" y="1495"/>
                  </a:cubicBezTo>
                  <a:cubicBezTo>
                    <a:pt x="9040" y="1233"/>
                    <a:pt x="7961" y="588"/>
                    <a:pt x="7292" y="348"/>
                  </a:cubicBezTo>
                  <a:cubicBezTo>
                    <a:pt x="7156" y="299"/>
                    <a:pt x="7035" y="258"/>
                    <a:pt x="6925" y="220"/>
                  </a:cubicBezTo>
                  <a:cubicBezTo>
                    <a:pt x="6903" y="226"/>
                    <a:pt x="6879" y="235"/>
                    <a:pt x="6860" y="238"/>
                  </a:cubicBezTo>
                  <a:cubicBezTo>
                    <a:pt x="6806" y="248"/>
                    <a:pt x="6750" y="252"/>
                    <a:pt x="6692" y="252"/>
                  </a:cubicBezTo>
                  <a:cubicBezTo>
                    <a:pt x="6355" y="252"/>
                    <a:pt x="5961" y="105"/>
                    <a:pt x="5574" y="20"/>
                  </a:cubicBezTo>
                  <a:cubicBezTo>
                    <a:pt x="5523" y="10"/>
                    <a:pt x="5465" y="2"/>
                    <a:pt x="5399" y="0"/>
                  </a:cubicBezTo>
                  <a:close/>
                </a:path>
              </a:pathLst>
            </a:custGeom>
            <a:solidFill>
              <a:srgbClr val="55D6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3525;p72">
              <a:extLst>
                <a:ext uri="{FF2B5EF4-FFF2-40B4-BE49-F238E27FC236}">
                  <a16:creationId xmlns:a16="http://schemas.microsoft.com/office/drawing/2014/main" id="{30AC396C-998B-7EF5-4BF2-85B7DD0161FD}"/>
                </a:ext>
              </a:extLst>
            </p:cNvPr>
            <p:cNvSpPr/>
            <p:nvPr/>
          </p:nvSpPr>
          <p:spPr>
            <a:xfrm>
              <a:off x="4344408" y="2599397"/>
              <a:ext cx="353198" cy="178341"/>
            </a:xfrm>
            <a:custGeom>
              <a:avLst/>
              <a:gdLst/>
              <a:ahLst/>
              <a:cxnLst/>
              <a:rect l="l" t="t" r="r" b="b"/>
              <a:pathLst>
                <a:path w="6892" h="3480" extrusionOk="0">
                  <a:moveTo>
                    <a:pt x="2944" y="1"/>
                  </a:moveTo>
                  <a:cubicBezTo>
                    <a:pt x="2630" y="1"/>
                    <a:pt x="2226" y="137"/>
                    <a:pt x="1696" y="427"/>
                  </a:cubicBezTo>
                  <a:cubicBezTo>
                    <a:pt x="971" y="824"/>
                    <a:pt x="318" y="1289"/>
                    <a:pt x="1" y="1389"/>
                  </a:cubicBezTo>
                  <a:cubicBezTo>
                    <a:pt x="111" y="1427"/>
                    <a:pt x="232" y="1468"/>
                    <a:pt x="368" y="1517"/>
                  </a:cubicBezTo>
                  <a:cubicBezTo>
                    <a:pt x="1037" y="1757"/>
                    <a:pt x="2116" y="2402"/>
                    <a:pt x="2495" y="2664"/>
                  </a:cubicBezTo>
                  <a:cubicBezTo>
                    <a:pt x="2875" y="2926"/>
                    <a:pt x="3861" y="3480"/>
                    <a:pt x="3861" y="3480"/>
                  </a:cubicBezTo>
                  <a:cubicBezTo>
                    <a:pt x="3861" y="3480"/>
                    <a:pt x="4273" y="3480"/>
                    <a:pt x="5170" y="2824"/>
                  </a:cubicBezTo>
                  <a:cubicBezTo>
                    <a:pt x="5716" y="2425"/>
                    <a:pt x="6240" y="2218"/>
                    <a:pt x="6892" y="2115"/>
                  </a:cubicBezTo>
                  <a:lnTo>
                    <a:pt x="3352" y="95"/>
                  </a:lnTo>
                  <a:cubicBezTo>
                    <a:pt x="3352" y="95"/>
                    <a:pt x="3349" y="96"/>
                    <a:pt x="3346" y="98"/>
                  </a:cubicBezTo>
                  <a:cubicBezTo>
                    <a:pt x="3231" y="34"/>
                    <a:pt x="3099" y="1"/>
                    <a:pt x="2944" y="1"/>
                  </a:cubicBezTo>
                  <a:close/>
                </a:path>
              </a:pathLst>
            </a:custGeom>
            <a:solidFill>
              <a:srgbClr val="55D6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3526;p72">
              <a:extLst>
                <a:ext uri="{FF2B5EF4-FFF2-40B4-BE49-F238E27FC236}">
                  <a16:creationId xmlns:a16="http://schemas.microsoft.com/office/drawing/2014/main" id="{6318C303-643B-85E6-BDA6-DE62B551F4D0}"/>
                </a:ext>
              </a:extLst>
            </p:cNvPr>
            <p:cNvSpPr/>
            <p:nvPr/>
          </p:nvSpPr>
          <p:spPr>
            <a:xfrm>
              <a:off x="4206758" y="2722955"/>
              <a:ext cx="551218" cy="394298"/>
            </a:xfrm>
            <a:custGeom>
              <a:avLst/>
              <a:gdLst/>
              <a:ahLst/>
              <a:cxnLst/>
              <a:rect l="l" t="t" r="r" b="b"/>
              <a:pathLst>
                <a:path w="10756" h="7694" extrusionOk="0">
                  <a:moveTo>
                    <a:pt x="9875" y="1"/>
                  </a:moveTo>
                  <a:cubicBezTo>
                    <a:pt x="9559" y="1"/>
                    <a:pt x="9151" y="140"/>
                    <a:pt x="8620" y="431"/>
                  </a:cubicBezTo>
                  <a:cubicBezTo>
                    <a:pt x="7846" y="856"/>
                    <a:pt x="7148" y="1362"/>
                    <a:pt x="6860" y="1412"/>
                  </a:cubicBezTo>
                  <a:cubicBezTo>
                    <a:pt x="6806" y="1421"/>
                    <a:pt x="6751" y="1426"/>
                    <a:pt x="6695" y="1426"/>
                  </a:cubicBezTo>
                  <a:cubicBezTo>
                    <a:pt x="6356" y="1426"/>
                    <a:pt x="5962" y="1279"/>
                    <a:pt x="5573" y="1194"/>
                  </a:cubicBezTo>
                  <a:cubicBezTo>
                    <a:pt x="5515" y="1182"/>
                    <a:pt x="5446" y="1173"/>
                    <a:pt x="5367" y="1173"/>
                  </a:cubicBezTo>
                  <a:cubicBezTo>
                    <a:pt x="5190" y="1173"/>
                    <a:pt x="4961" y="1219"/>
                    <a:pt x="4693" y="1374"/>
                  </a:cubicBezTo>
                  <a:cubicBezTo>
                    <a:pt x="4572" y="1444"/>
                    <a:pt x="3744" y="1900"/>
                    <a:pt x="3027" y="2426"/>
                  </a:cubicBezTo>
                  <a:cubicBezTo>
                    <a:pt x="2665" y="2691"/>
                    <a:pt x="2434" y="2863"/>
                    <a:pt x="2297" y="3022"/>
                  </a:cubicBezTo>
                  <a:cubicBezTo>
                    <a:pt x="2052" y="3307"/>
                    <a:pt x="1126" y="4494"/>
                    <a:pt x="946" y="4704"/>
                  </a:cubicBezTo>
                  <a:cubicBezTo>
                    <a:pt x="615" y="5089"/>
                    <a:pt x="474" y="5429"/>
                    <a:pt x="318" y="5877"/>
                  </a:cubicBezTo>
                  <a:cubicBezTo>
                    <a:pt x="227" y="6136"/>
                    <a:pt x="151" y="6487"/>
                    <a:pt x="86" y="6856"/>
                  </a:cubicBezTo>
                  <a:cubicBezTo>
                    <a:pt x="53" y="7053"/>
                    <a:pt x="0" y="7479"/>
                    <a:pt x="14" y="7666"/>
                  </a:cubicBezTo>
                  <a:cubicBezTo>
                    <a:pt x="41" y="7686"/>
                    <a:pt x="92" y="7694"/>
                    <a:pt x="156" y="7694"/>
                  </a:cubicBezTo>
                  <a:cubicBezTo>
                    <a:pt x="277" y="7694"/>
                    <a:pt x="446" y="7665"/>
                    <a:pt x="582" y="7637"/>
                  </a:cubicBezTo>
                  <a:cubicBezTo>
                    <a:pt x="582" y="7623"/>
                    <a:pt x="580" y="7609"/>
                    <a:pt x="580" y="7595"/>
                  </a:cubicBezTo>
                  <a:cubicBezTo>
                    <a:pt x="580" y="6634"/>
                    <a:pt x="1163" y="5519"/>
                    <a:pt x="1883" y="5104"/>
                  </a:cubicBezTo>
                  <a:cubicBezTo>
                    <a:pt x="2067" y="4997"/>
                    <a:pt x="2243" y="4947"/>
                    <a:pt x="2402" y="4947"/>
                  </a:cubicBezTo>
                  <a:cubicBezTo>
                    <a:pt x="2864" y="4947"/>
                    <a:pt x="3188" y="5374"/>
                    <a:pt x="3188" y="6090"/>
                  </a:cubicBezTo>
                  <a:cubicBezTo>
                    <a:pt x="3188" y="6130"/>
                    <a:pt x="3185" y="6171"/>
                    <a:pt x="3183" y="6212"/>
                  </a:cubicBezTo>
                  <a:lnTo>
                    <a:pt x="7353" y="3779"/>
                  </a:lnTo>
                  <a:cubicBezTo>
                    <a:pt x="7352" y="3750"/>
                    <a:pt x="7350" y="3723"/>
                    <a:pt x="7350" y="3694"/>
                  </a:cubicBezTo>
                  <a:cubicBezTo>
                    <a:pt x="7350" y="2734"/>
                    <a:pt x="7801" y="1687"/>
                    <a:pt x="8520" y="1271"/>
                  </a:cubicBezTo>
                  <a:cubicBezTo>
                    <a:pt x="8704" y="1165"/>
                    <a:pt x="8876" y="1115"/>
                    <a:pt x="9030" y="1115"/>
                  </a:cubicBezTo>
                  <a:cubicBezTo>
                    <a:pt x="9481" y="1115"/>
                    <a:pt x="9782" y="1543"/>
                    <a:pt x="9782" y="2258"/>
                  </a:cubicBezTo>
                  <a:cubicBezTo>
                    <a:pt x="9782" y="2289"/>
                    <a:pt x="9822" y="2318"/>
                    <a:pt x="9822" y="2350"/>
                  </a:cubicBezTo>
                  <a:cubicBezTo>
                    <a:pt x="9935" y="2286"/>
                    <a:pt x="10180" y="2153"/>
                    <a:pt x="10259" y="2110"/>
                  </a:cubicBezTo>
                  <a:cubicBezTo>
                    <a:pt x="10322" y="2073"/>
                    <a:pt x="10598" y="1671"/>
                    <a:pt x="10648" y="1420"/>
                  </a:cubicBezTo>
                  <a:cubicBezTo>
                    <a:pt x="10755" y="891"/>
                    <a:pt x="10693" y="521"/>
                    <a:pt x="10486" y="276"/>
                  </a:cubicBezTo>
                  <a:cubicBezTo>
                    <a:pt x="10333" y="95"/>
                    <a:pt x="10135" y="1"/>
                    <a:pt x="9875" y="1"/>
                  </a:cubicBez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3527;p72">
              <a:extLst>
                <a:ext uri="{FF2B5EF4-FFF2-40B4-BE49-F238E27FC236}">
                  <a16:creationId xmlns:a16="http://schemas.microsoft.com/office/drawing/2014/main" id="{04617D6C-BD55-7E6C-3A0D-9A14B7A21A0C}"/>
                </a:ext>
              </a:extLst>
            </p:cNvPr>
            <p:cNvSpPr/>
            <p:nvPr/>
          </p:nvSpPr>
          <p:spPr>
            <a:xfrm>
              <a:off x="4359578" y="2858760"/>
              <a:ext cx="208424" cy="160200"/>
            </a:xfrm>
            <a:custGeom>
              <a:avLst/>
              <a:gdLst/>
              <a:ahLst/>
              <a:cxnLst/>
              <a:rect l="l" t="t" r="r" b="b"/>
              <a:pathLst>
                <a:path w="4067" h="3126" extrusionOk="0">
                  <a:moveTo>
                    <a:pt x="4066" y="1"/>
                  </a:moveTo>
                  <a:lnTo>
                    <a:pt x="4066" y="1"/>
                  </a:lnTo>
                  <a:cubicBezTo>
                    <a:pt x="3304" y="242"/>
                    <a:pt x="2834" y="541"/>
                    <a:pt x="1875" y="1146"/>
                  </a:cubicBezTo>
                  <a:cubicBezTo>
                    <a:pt x="500" y="2014"/>
                    <a:pt x="0" y="2402"/>
                    <a:pt x="0" y="2402"/>
                  </a:cubicBezTo>
                  <a:cubicBezTo>
                    <a:pt x="218" y="2534"/>
                    <a:pt x="293" y="2762"/>
                    <a:pt x="324" y="3126"/>
                  </a:cubicBezTo>
                  <a:cubicBezTo>
                    <a:pt x="1363" y="2508"/>
                    <a:pt x="4052" y="958"/>
                    <a:pt x="4052" y="958"/>
                  </a:cubicBezTo>
                  <a:cubicBezTo>
                    <a:pt x="4052" y="958"/>
                    <a:pt x="4008" y="275"/>
                    <a:pt x="4066" y="1"/>
                  </a:cubicBezTo>
                  <a:close/>
                </a:path>
              </a:pathLst>
            </a:custGeom>
            <a:solidFill>
              <a:srgbClr val="55D6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3528;p72">
              <a:extLst>
                <a:ext uri="{FF2B5EF4-FFF2-40B4-BE49-F238E27FC236}">
                  <a16:creationId xmlns:a16="http://schemas.microsoft.com/office/drawing/2014/main" id="{21E7A0F6-04FC-9B07-2DE3-6C66A063417D}"/>
                </a:ext>
              </a:extLst>
            </p:cNvPr>
            <p:cNvSpPr/>
            <p:nvPr/>
          </p:nvSpPr>
          <p:spPr>
            <a:xfrm>
              <a:off x="4299772" y="2670836"/>
              <a:ext cx="242503" cy="118330"/>
            </a:xfrm>
            <a:custGeom>
              <a:avLst/>
              <a:gdLst/>
              <a:ahLst/>
              <a:cxnLst/>
              <a:rect l="l" t="t" r="r" b="b"/>
              <a:pathLst>
                <a:path w="4732" h="2309" extrusionOk="0">
                  <a:moveTo>
                    <a:pt x="1" y="1"/>
                  </a:moveTo>
                  <a:cubicBezTo>
                    <a:pt x="1" y="1"/>
                    <a:pt x="836" y="356"/>
                    <a:pt x="1716" y="902"/>
                  </a:cubicBezTo>
                  <a:cubicBezTo>
                    <a:pt x="2880" y="1623"/>
                    <a:pt x="2986" y="1690"/>
                    <a:pt x="3289" y="1879"/>
                  </a:cubicBezTo>
                  <a:cubicBezTo>
                    <a:pt x="3456" y="1983"/>
                    <a:pt x="3639" y="2058"/>
                    <a:pt x="3832" y="2103"/>
                  </a:cubicBezTo>
                  <a:lnTo>
                    <a:pt x="4732" y="2308"/>
                  </a:lnTo>
                  <a:cubicBezTo>
                    <a:pt x="4732" y="2308"/>
                    <a:pt x="3763" y="1719"/>
                    <a:pt x="2457" y="911"/>
                  </a:cubicBezTo>
                  <a:cubicBezTo>
                    <a:pt x="1758" y="481"/>
                    <a:pt x="988" y="171"/>
                    <a:pt x="988" y="171"/>
                  </a:cubicBezTo>
                  <a:lnTo>
                    <a:pt x="1" y="1"/>
                  </a:ln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3529;p72">
              <a:extLst>
                <a:ext uri="{FF2B5EF4-FFF2-40B4-BE49-F238E27FC236}">
                  <a16:creationId xmlns:a16="http://schemas.microsoft.com/office/drawing/2014/main" id="{63029165-88B0-57D1-363A-BA28D8F5A274}"/>
                </a:ext>
              </a:extLst>
            </p:cNvPr>
            <p:cNvSpPr/>
            <p:nvPr/>
          </p:nvSpPr>
          <p:spPr>
            <a:xfrm>
              <a:off x="4063521" y="2777687"/>
              <a:ext cx="235072" cy="190436"/>
            </a:xfrm>
            <a:custGeom>
              <a:avLst/>
              <a:gdLst/>
              <a:ahLst/>
              <a:cxnLst/>
              <a:rect l="l" t="t" r="r" b="b"/>
              <a:pathLst>
                <a:path w="4587" h="3716" extrusionOk="0">
                  <a:moveTo>
                    <a:pt x="1061" y="1"/>
                  </a:moveTo>
                  <a:cubicBezTo>
                    <a:pt x="654" y="544"/>
                    <a:pt x="142" y="1328"/>
                    <a:pt x="1" y="1586"/>
                  </a:cubicBezTo>
                  <a:cubicBezTo>
                    <a:pt x="445" y="1821"/>
                    <a:pt x="2693" y="3124"/>
                    <a:pt x="3369" y="3716"/>
                  </a:cubicBezTo>
                  <a:cubicBezTo>
                    <a:pt x="3369" y="3716"/>
                    <a:pt x="3902" y="2944"/>
                    <a:pt x="4074" y="2701"/>
                  </a:cubicBezTo>
                  <a:cubicBezTo>
                    <a:pt x="4207" y="2512"/>
                    <a:pt x="4586" y="1982"/>
                    <a:pt x="4586" y="1982"/>
                  </a:cubicBezTo>
                  <a:cubicBezTo>
                    <a:pt x="4586" y="1982"/>
                    <a:pt x="2935" y="1160"/>
                    <a:pt x="2078" y="666"/>
                  </a:cubicBezTo>
                  <a:cubicBezTo>
                    <a:pt x="1552" y="363"/>
                    <a:pt x="1230" y="131"/>
                    <a:pt x="1061" y="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3530;p72">
              <a:extLst>
                <a:ext uri="{FF2B5EF4-FFF2-40B4-BE49-F238E27FC236}">
                  <a16:creationId xmlns:a16="http://schemas.microsoft.com/office/drawing/2014/main" id="{58421761-864A-599B-49A7-B5A43518E1DC}"/>
                </a:ext>
              </a:extLst>
            </p:cNvPr>
            <p:cNvSpPr/>
            <p:nvPr/>
          </p:nvSpPr>
          <p:spPr>
            <a:xfrm>
              <a:off x="4048044" y="2771486"/>
              <a:ext cx="188130" cy="198225"/>
            </a:xfrm>
            <a:custGeom>
              <a:avLst/>
              <a:gdLst/>
              <a:ahLst/>
              <a:cxnLst/>
              <a:rect l="l" t="t" r="r" b="b"/>
              <a:pathLst>
                <a:path w="3671" h="3868" extrusionOk="0">
                  <a:moveTo>
                    <a:pt x="1218" y="1"/>
                  </a:moveTo>
                  <a:lnTo>
                    <a:pt x="0" y="1802"/>
                  </a:lnTo>
                  <a:cubicBezTo>
                    <a:pt x="0" y="1802"/>
                    <a:pt x="257" y="2144"/>
                    <a:pt x="1420" y="2817"/>
                  </a:cubicBezTo>
                  <a:cubicBezTo>
                    <a:pt x="2664" y="3538"/>
                    <a:pt x="3628" y="3867"/>
                    <a:pt x="3628" y="3867"/>
                  </a:cubicBezTo>
                  <a:lnTo>
                    <a:pt x="3671" y="3837"/>
                  </a:lnTo>
                  <a:cubicBezTo>
                    <a:pt x="2995" y="3245"/>
                    <a:pt x="747" y="1942"/>
                    <a:pt x="303" y="1707"/>
                  </a:cubicBezTo>
                  <a:cubicBezTo>
                    <a:pt x="444" y="1449"/>
                    <a:pt x="956" y="665"/>
                    <a:pt x="1363" y="122"/>
                  </a:cubicBezTo>
                  <a:cubicBezTo>
                    <a:pt x="1264" y="44"/>
                    <a:pt x="1218" y="1"/>
                    <a:pt x="1218" y="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3531;p72">
              <a:extLst>
                <a:ext uri="{FF2B5EF4-FFF2-40B4-BE49-F238E27FC236}">
                  <a16:creationId xmlns:a16="http://schemas.microsoft.com/office/drawing/2014/main" id="{06E44AA1-8DF1-6515-1E7A-FF6B72D42514}"/>
                </a:ext>
              </a:extLst>
            </p:cNvPr>
            <p:cNvSpPr/>
            <p:nvPr/>
          </p:nvSpPr>
          <p:spPr>
            <a:xfrm>
              <a:off x="4082124" y="2771486"/>
              <a:ext cx="216469" cy="114282"/>
            </a:xfrm>
            <a:custGeom>
              <a:avLst/>
              <a:gdLst/>
              <a:ahLst/>
              <a:cxnLst/>
              <a:rect l="l" t="t" r="r" b="b"/>
              <a:pathLst>
                <a:path w="4224" h="2230" extrusionOk="0">
                  <a:moveTo>
                    <a:pt x="553" y="1"/>
                  </a:moveTo>
                  <a:lnTo>
                    <a:pt x="1" y="816"/>
                  </a:lnTo>
                  <a:cubicBezTo>
                    <a:pt x="1" y="816"/>
                    <a:pt x="217" y="985"/>
                    <a:pt x="1347" y="1477"/>
                  </a:cubicBezTo>
                  <a:cubicBezTo>
                    <a:pt x="2322" y="1903"/>
                    <a:pt x="4133" y="2230"/>
                    <a:pt x="4133" y="2230"/>
                  </a:cubicBezTo>
                  <a:lnTo>
                    <a:pt x="4223" y="2103"/>
                  </a:lnTo>
                  <a:cubicBezTo>
                    <a:pt x="4223" y="2103"/>
                    <a:pt x="2382" y="1174"/>
                    <a:pt x="1905" y="894"/>
                  </a:cubicBezTo>
                  <a:cubicBezTo>
                    <a:pt x="1123" y="438"/>
                    <a:pt x="553" y="1"/>
                    <a:pt x="5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3532;p72">
              <a:extLst>
                <a:ext uri="{FF2B5EF4-FFF2-40B4-BE49-F238E27FC236}">
                  <a16:creationId xmlns:a16="http://schemas.microsoft.com/office/drawing/2014/main" id="{668E0EF9-851A-8159-64BD-BDC49FDCEBA8}"/>
                </a:ext>
              </a:extLst>
            </p:cNvPr>
            <p:cNvSpPr/>
            <p:nvPr/>
          </p:nvSpPr>
          <p:spPr>
            <a:xfrm>
              <a:off x="4046302" y="2770666"/>
              <a:ext cx="254393" cy="199045"/>
            </a:xfrm>
            <a:custGeom>
              <a:avLst/>
              <a:gdLst/>
              <a:ahLst/>
              <a:cxnLst/>
              <a:rect l="l" t="t" r="r" b="b"/>
              <a:pathLst>
                <a:path w="4964" h="3884" extrusionOk="0">
                  <a:moveTo>
                    <a:pt x="1269" y="0"/>
                  </a:moveTo>
                  <a:cubicBezTo>
                    <a:pt x="1215" y="0"/>
                    <a:pt x="1155" y="62"/>
                    <a:pt x="1039" y="211"/>
                  </a:cubicBezTo>
                  <a:cubicBezTo>
                    <a:pt x="858" y="441"/>
                    <a:pt x="1" y="1763"/>
                    <a:pt x="1" y="1763"/>
                  </a:cubicBezTo>
                  <a:lnTo>
                    <a:pt x="34" y="1818"/>
                  </a:lnTo>
                  <a:cubicBezTo>
                    <a:pt x="34" y="1818"/>
                    <a:pt x="712" y="883"/>
                    <a:pt x="829" y="697"/>
                  </a:cubicBezTo>
                  <a:cubicBezTo>
                    <a:pt x="970" y="472"/>
                    <a:pt x="1163" y="179"/>
                    <a:pt x="1236" y="138"/>
                  </a:cubicBezTo>
                  <a:cubicBezTo>
                    <a:pt x="1239" y="136"/>
                    <a:pt x="1242" y="136"/>
                    <a:pt x="1247" y="136"/>
                  </a:cubicBezTo>
                  <a:cubicBezTo>
                    <a:pt x="1365" y="136"/>
                    <a:pt x="2126" y="711"/>
                    <a:pt x="2817" y="1094"/>
                  </a:cubicBezTo>
                  <a:cubicBezTo>
                    <a:pt x="3533" y="1492"/>
                    <a:pt x="4623" y="1964"/>
                    <a:pt x="4738" y="2042"/>
                  </a:cubicBezTo>
                  <a:cubicBezTo>
                    <a:pt x="4855" y="2119"/>
                    <a:pt x="4796" y="2160"/>
                    <a:pt x="4657" y="2391"/>
                  </a:cubicBezTo>
                  <a:cubicBezTo>
                    <a:pt x="4516" y="2623"/>
                    <a:pt x="3705" y="3704"/>
                    <a:pt x="3608" y="3853"/>
                  </a:cubicBezTo>
                  <a:lnTo>
                    <a:pt x="3662" y="3883"/>
                  </a:lnTo>
                  <a:cubicBezTo>
                    <a:pt x="3662" y="3883"/>
                    <a:pt x="4243" y="3176"/>
                    <a:pt x="4401" y="2962"/>
                  </a:cubicBezTo>
                  <a:cubicBezTo>
                    <a:pt x="4522" y="2793"/>
                    <a:pt x="4795" y="2425"/>
                    <a:pt x="4922" y="2244"/>
                  </a:cubicBezTo>
                  <a:cubicBezTo>
                    <a:pt x="4957" y="2192"/>
                    <a:pt x="4964" y="2062"/>
                    <a:pt x="4888" y="2013"/>
                  </a:cubicBezTo>
                  <a:cubicBezTo>
                    <a:pt x="4842" y="1984"/>
                    <a:pt x="4783" y="1951"/>
                    <a:pt x="4714" y="1921"/>
                  </a:cubicBezTo>
                  <a:cubicBezTo>
                    <a:pt x="4533" y="1838"/>
                    <a:pt x="2987" y="1045"/>
                    <a:pt x="2402" y="697"/>
                  </a:cubicBezTo>
                  <a:cubicBezTo>
                    <a:pt x="1814" y="351"/>
                    <a:pt x="1394" y="63"/>
                    <a:pt x="1319" y="17"/>
                  </a:cubicBezTo>
                  <a:cubicBezTo>
                    <a:pt x="1302" y="6"/>
                    <a:pt x="1286" y="0"/>
                    <a:pt x="1269"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3533;p72">
              <a:extLst>
                <a:ext uri="{FF2B5EF4-FFF2-40B4-BE49-F238E27FC236}">
                  <a16:creationId xmlns:a16="http://schemas.microsoft.com/office/drawing/2014/main" id="{B619F79F-FC89-AB13-0DC7-CD440612F8C8}"/>
                </a:ext>
              </a:extLst>
            </p:cNvPr>
            <p:cNvSpPr/>
            <p:nvPr/>
          </p:nvSpPr>
          <p:spPr>
            <a:xfrm>
              <a:off x="4299772" y="2670836"/>
              <a:ext cx="242503" cy="118330"/>
            </a:xfrm>
            <a:custGeom>
              <a:avLst/>
              <a:gdLst/>
              <a:ahLst/>
              <a:cxnLst/>
              <a:rect l="l" t="t" r="r" b="b"/>
              <a:pathLst>
                <a:path w="4732" h="2309" extrusionOk="0">
                  <a:moveTo>
                    <a:pt x="1" y="1"/>
                  </a:moveTo>
                  <a:cubicBezTo>
                    <a:pt x="1" y="1"/>
                    <a:pt x="637" y="274"/>
                    <a:pt x="1503" y="807"/>
                  </a:cubicBezTo>
                  <a:cubicBezTo>
                    <a:pt x="2369" y="1341"/>
                    <a:pt x="3114" y="1773"/>
                    <a:pt x="3245" y="1850"/>
                  </a:cubicBezTo>
                  <a:cubicBezTo>
                    <a:pt x="3374" y="1928"/>
                    <a:pt x="3574" y="2043"/>
                    <a:pt x="3858" y="2109"/>
                  </a:cubicBezTo>
                  <a:cubicBezTo>
                    <a:pt x="4142" y="2173"/>
                    <a:pt x="4732" y="2308"/>
                    <a:pt x="4732" y="2308"/>
                  </a:cubicBezTo>
                  <a:lnTo>
                    <a:pt x="4606" y="2225"/>
                  </a:lnTo>
                  <a:cubicBezTo>
                    <a:pt x="4606" y="2225"/>
                    <a:pt x="3979" y="2058"/>
                    <a:pt x="3812" y="2017"/>
                  </a:cubicBezTo>
                  <a:cubicBezTo>
                    <a:pt x="3645" y="1974"/>
                    <a:pt x="3519" y="1939"/>
                    <a:pt x="3233" y="1775"/>
                  </a:cubicBezTo>
                  <a:cubicBezTo>
                    <a:pt x="2946" y="1611"/>
                    <a:pt x="1656" y="804"/>
                    <a:pt x="1370" y="631"/>
                  </a:cubicBezTo>
                  <a:cubicBezTo>
                    <a:pt x="1085" y="458"/>
                    <a:pt x="373" y="110"/>
                    <a:pt x="373" y="110"/>
                  </a:cubicBezTo>
                  <a:lnTo>
                    <a:pt x="373" y="110"/>
                  </a:lnTo>
                  <a:lnTo>
                    <a:pt x="1103" y="218"/>
                  </a:lnTo>
                  <a:lnTo>
                    <a:pt x="1103" y="218"/>
                  </a:lnTo>
                  <a:lnTo>
                    <a:pt x="988" y="171"/>
                  </a:lnTo>
                  <a:cubicBezTo>
                    <a:pt x="988" y="171"/>
                    <a:pt x="556" y="97"/>
                    <a:pt x="404" y="70"/>
                  </a:cubicBezTo>
                  <a:cubicBezTo>
                    <a:pt x="251" y="44"/>
                    <a:pt x="1" y="1"/>
                    <a:pt x="1"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3534;p72">
              <a:extLst>
                <a:ext uri="{FF2B5EF4-FFF2-40B4-BE49-F238E27FC236}">
                  <a16:creationId xmlns:a16="http://schemas.microsoft.com/office/drawing/2014/main" id="{345AB50D-E2DB-7516-6403-105B0E7FF9B2}"/>
                </a:ext>
              </a:extLst>
            </p:cNvPr>
            <p:cNvSpPr/>
            <p:nvPr/>
          </p:nvSpPr>
          <p:spPr>
            <a:xfrm>
              <a:off x="4048044" y="2985444"/>
              <a:ext cx="83277" cy="74514"/>
            </a:xfrm>
            <a:custGeom>
              <a:avLst/>
              <a:gdLst/>
              <a:ahLst/>
              <a:cxnLst/>
              <a:rect l="l" t="t" r="r" b="b"/>
              <a:pathLst>
                <a:path w="1625" h="1454" extrusionOk="0">
                  <a:moveTo>
                    <a:pt x="111" y="0"/>
                  </a:moveTo>
                  <a:lnTo>
                    <a:pt x="0" y="577"/>
                  </a:lnTo>
                  <a:lnTo>
                    <a:pt x="1514" y="1454"/>
                  </a:lnTo>
                  <a:lnTo>
                    <a:pt x="1624" y="877"/>
                  </a:lnTo>
                  <a:lnTo>
                    <a:pt x="1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3535;p72">
              <a:extLst>
                <a:ext uri="{FF2B5EF4-FFF2-40B4-BE49-F238E27FC236}">
                  <a16:creationId xmlns:a16="http://schemas.microsoft.com/office/drawing/2014/main" id="{9177C6CC-40EB-7EC6-F1C0-9433BF230C73}"/>
                </a:ext>
              </a:extLst>
            </p:cNvPr>
            <p:cNvSpPr/>
            <p:nvPr/>
          </p:nvSpPr>
          <p:spPr>
            <a:xfrm>
              <a:off x="3989366" y="2939014"/>
              <a:ext cx="48531" cy="67903"/>
            </a:xfrm>
            <a:custGeom>
              <a:avLst/>
              <a:gdLst/>
              <a:ahLst/>
              <a:cxnLst/>
              <a:rect l="l" t="t" r="r" b="b"/>
              <a:pathLst>
                <a:path w="947" h="1325" extrusionOk="0">
                  <a:moveTo>
                    <a:pt x="127" y="0"/>
                  </a:moveTo>
                  <a:cubicBezTo>
                    <a:pt x="0" y="183"/>
                    <a:pt x="6" y="376"/>
                    <a:pt x="16" y="798"/>
                  </a:cubicBezTo>
                  <a:cubicBezTo>
                    <a:pt x="45" y="886"/>
                    <a:pt x="206" y="983"/>
                    <a:pt x="342" y="1066"/>
                  </a:cubicBezTo>
                  <a:cubicBezTo>
                    <a:pt x="687" y="1274"/>
                    <a:pt x="880" y="1325"/>
                    <a:pt x="880" y="1325"/>
                  </a:cubicBezTo>
                  <a:cubicBezTo>
                    <a:pt x="880" y="1325"/>
                    <a:pt x="937" y="1067"/>
                    <a:pt x="942" y="932"/>
                  </a:cubicBezTo>
                  <a:cubicBezTo>
                    <a:pt x="946" y="817"/>
                    <a:pt x="748" y="689"/>
                    <a:pt x="483" y="529"/>
                  </a:cubicBezTo>
                  <a:cubicBezTo>
                    <a:pt x="296" y="417"/>
                    <a:pt x="232" y="327"/>
                    <a:pt x="212" y="293"/>
                  </a:cubicBezTo>
                  <a:cubicBezTo>
                    <a:pt x="157" y="206"/>
                    <a:pt x="144" y="91"/>
                    <a:pt x="127" y="0"/>
                  </a:cubicBezTo>
                  <a:close/>
                </a:path>
              </a:pathLst>
            </a:custGeom>
            <a:solidFill>
              <a:srgbClr val="717B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3536;p72">
              <a:extLst>
                <a:ext uri="{FF2B5EF4-FFF2-40B4-BE49-F238E27FC236}">
                  <a16:creationId xmlns:a16="http://schemas.microsoft.com/office/drawing/2014/main" id="{E9D2BF2B-1177-D9D6-96AE-5D1B30BC6F5A}"/>
                </a:ext>
              </a:extLst>
            </p:cNvPr>
            <p:cNvSpPr/>
            <p:nvPr/>
          </p:nvSpPr>
          <p:spPr>
            <a:xfrm>
              <a:off x="4142083" y="3042892"/>
              <a:ext cx="85122" cy="59345"/>
            </a:xfrm>
            <a:custGeom>
              <a:avLst/>
              <a:gdLst/>
              <a:ahLst/>
              <a:cxnLst/>
              <a:rect l="l" t="t" r="r" b="b"/>
              <a:pathLst>
                <a:path w="1661" h="1158" extrusionOk="0">
                  <a:moveTo>
                    <a:pt x="193" y="0"/>
                  </a:moveTo>
                  <a:cubicBezTo>
                    <a:pt x="146" y="0"/>
                    <a:pt x="112" y="33"/>
                    <a:pt x="91" y="100"/>
                  </a:cubicBezTo>
                  <a:cubicBezTo>
                    <a:pt x="68" y="169"/>
                    <a:pt x="1" y="518"/>
                    <a:pt x="1" y="518"/>
                  </a:cubicBezTo>
                  <a:cubicBezTo>
                    <a:pt x="1" y="518"/>
                    <a:pt x="382" y="739"/>
                    <a:pt x="605" y="869"/>
                  </a:cubicBezTo>
                  <a:cubicBezTo>
                    <a:pt x="823" y="995"/>
                    <a:pt x="1158" y="1158"/>
                    <a:pt x="1274" y="1158"/>
                  </a:cubicBezTo>
                  <a:cubicBezTo>
                    <a:pt x="1277" y="1158"/>
                    <a:pt x="1280" y="1158"/>
                    <a:pt x="1282" y="1158"/>
                  </a:cubicBezTo>
                  <a:cubicBezTo>
                    <a:pt x="1462" y="1139"/>
                    <a:pt x="1650" y="974"/>
                    <a:pt x="1650" y="974"/>
                  </a:cubicBezTo>
                  <a:cubicBezTo>
                    <a:pt x="1650" y="974"/>
                    <a:pt x="1646" y="897"/>
                    <a:pt x="1655" y="584"/>
                  </a:cubicBezTo>
                  <a:cubicBezTo>
                    <a:pt x="1660" y="365"/>
                    <a:pt x="1629" y="314"/>
                    <a:pt x="1588" y="314"/>
                  </a:cubicBezTo>
                  <a:cubicBezTo>
                    <a:pt x="1571" y="314"/>
                    <a:pt x="1551" y="324"/>
                    <a:pt x="1532" y="333"/>
                  </a:cubicBezTo>
                  <a:cubicBezTo>
                    <a:pt x="1472" y="363"/>
                    <a:pt x="1385" y="465"/>
                    <a:pt x="1273" y="472"/>
                  </a:cubicBezTo>
                  <a:cubicBezTo>
                    <a:pt x="1271" y="472"/>
                    <a:pt x="1268" y="473"/>
                    <a:pt x="1265" y="473"/>
                  </a:cubicBezTo>
                  <a:cubicBezTo>
                    <a:pt x="1150" y="473"/>
                    <a:pt x="912" y="343"/>
                    <a:pt x="605" y="195"/>
                  </a:cubicBezTo>
                  <a:cubicBezTo>
                    <a:pt x="448" y="118"/>
                    <a:pt x="350" y="71"/>
                    <a:pt x="270" y="25"/>
                  </a:cubicBezTo>
                  <a:cubicBezTo>
                    <a:pt x="242" y="8"/>
                    <a:pt x="216" y="0"/>
                    <a:pt x="193" y="0"/>
                  </a:cubicBezTo>
                  <a:close/>
                </a:path>
              </a:pathLst>
            </a:custGeom>
            <a:solidFill>
              <a:srgbClr val="717B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3537;p72">
              <a:extLst>
                <a:ext uri="{FF2B5EF4-FFF2-40B4-BE49-F238E27FC236}">
                  <a16:creationId xmlns:a16="http://schemas.microsoft.com/office/drawing/2014/main" id="{5ABE89D9-EBE5-C5BD-05C8-0C25F472C01B}"/>
                </a:ext>
              </a:extLst>
            </p:cNvPr>
            <p:cNvSpPr/>
            <p:nvPr/>
          </p:nvSpPr>
          <p:spPr>
            <a:xfrm>
              <a:off x="3985164" y="2979858"/>
              <a:ext cx="258390" cy="147183"/>
            </a:xfrm>
            <a:custGeom>
              <a:avLst/>
              <a:gdLst/>
              <a:ahLst/>
              <a:cxnLst/>
              <a:rect l="l" t="t" r="r" b="b"/>
              <a:pathLst>
                <a:path w="5042" h="2872" extrusionOk="0">
                  <a:moveTo>
                    <a:pt x="98" y="1"/>
                  </a:moveTo>
                  <a:cubicBezTo>
                    <a:pt x="98" y="1"/>
                    <a:pt x="6" y="27"/>
                    <a:pt x="4" y="315"/>
                  </a:cubicBezTo>
                  <a:cubicBezTo>
                    <a:pt x="1" y="589"/>
                    <a:pt x="355" y="726"/>
                    <a:pt x="1227" y="1230"/>
                  </a:cubicBezTo>
                  <a:cubicBezTo>
                    <a:pt x="2101" y="1735"/>
                    <a:pt x="3964" y="2762"/>
                    <a:pt x="4154" y="2834"/>
                  </a:cubicBezTo>
                  <a:cubicBezTo>
                    <a:pt x="4220" y="2858"/>
                    <a:pt x="4304" y="2871"/>
                    <a:pt x="4392" y="2871"/>
                  </a:cubicBezTo>
                  <a:cubicBezTo>
                    <a:pt x="4563" y="2871"/>
                    <a:pt x="4750" y="2823"/>
                    <a:pt x="4853" y="2717"/>
                  </a:cubicBezTo>
                  <a:cubicBezTo>
                    <a:pt x="5042" y="2524"/>
                    <a:pt x="4921" y="2290"/>
                    <a:pt x="4921" y="2290"/>
                  </a:cubicBezTo>
                  <a:lnTo>
                    <a:pt x="4921" y="2290"/>
                  </a:lnTo>
                  <a:cubicBezTo>
                    <a:pt x="4921" y="2290"/>
                    <a:pt x="4593" y="2502"/>
                    <a:pt x="4331" y="2502"/>
                  </a:cubicBezTo>
                  <a:cubicBezTo>
                    <a:pt x="4294" y="2502"/>
                    <a:pt x="4259" y="2498"/>
                    <a:pt x="4226" y="2489"/>
                  </a:cubicBezTo>
                  <a:cubicBezTo>
                    <a:pt x="4041" y="2435"/>
                    <a:pt x="2410" y="1570"/>
                    <a:pt x="1194" y="861"/>
                  </a:cubicBezTo>
                  <a:cubicBezTo>
                    <a:pt x="841" y="654"/>
                    <a:pt x="185" y="246"/>
                    <a:pt x="99" y="158"/>
                  </a:cubicBezTo>
                  <a:cubicBezTo>
                    <a:pt x="95" y="109"/>
                    <a:pt x="98" y="1"/>
                    <a:pt x="98" y="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3538;p72">
              <a:extLst>
                <a:ext uri="{FF2B5EF4-FFF2-40B4-BE49-F238E27FC236}">
                  <a16:creationId xmlns:a16="http://schemas.microsoft.com/office/drawing/2014/main" id="{920AF3A4-79F3-456E-BAEF-1734BF011B12}"/>
                </a:ext>
              </a:extLst>
            </p:cNvPr>
            <p:cNvSpPr/>
            <p:nvPr/>
          </p:nvSpPr>
          <p:spPr>
            <a:xfrm>
              <a:off x="4010019" y="2879054"/>
              <a:ext cx="205605" cy="160763"/>
            </a:xfrm>
            <a:custGeom>
              <a:avLst/>
              <a:gdLst/>
              <a:ahLst/>
              <a:cxnLst/>
              <a:rect l="l" t="t" r="r" b="b"/>
              <a:pathLst>
                <a:path w="4012" h="3137" extrusionOk="0">
                  <a:moveTo>
                    <a:pt x="434" y="1"/>
                  </a:moveTo>
                  <a:cubicBezTo>
                    <a:pt x="434" y="1"/>
                    <a:pt x="192" y="410"/>
                    <a:pt x="100" y="675"/>
                  </a:cubicBezTo>
                  <a:cubicBezTo>
                    <a:pt x="43" y="835"/>
                    <a:pt x="31" y="865"/>
                    <a:pt x="10" y="1170"/>
                  </a:cubicBezTo>
                  <a:cubicBezTo>
                    <a:pt x="0" y="1313"/>
                    <a:pt x="299" y="1472"/>
                    <a:pt x="775" y="1738"/>
                  </a:cubicBezTo>
                  <a:cubicBezTo>
                    <a:pt x="1365" y="2067"/>
                    <a:pt x="2552" y="2740"/>
                    <a:pt x="3143" y="3027"/>
                  </a:cubicBezTo>
                  <a:cubicBezTo>
                    <a:pt x="3302" y="3104"/>
                    <a:pt x="3408" y="3137"/>
                    <a:pt x="3482" y="3137"/>
                  </a:cubicBezTo>
                  <a:cubicBezTo>
                    <a:pt x="3644" y="3137"/>
                    <a:pt x="3657" y="2983"/>
                    <a:pt x="3741" y="2803"/>
                  </a:cubicBezTo>
                  <a:cubicBezTo>
                    <a:pt x="3915" y="2431"/>
                    <a:pt x="4011" y="2093"/>
                    <a:pt x="4011" y="2093"/>
                  </a:cubicBezTo>
                  <a:cubicBezTo>
                    <a:pt x="4011" y="2093"/>
                    <a:pt x="3182" y="1768"/>
                    <a:pt x="1652" y="885"/>
                  </a:cubicBezTo>
                  <a:cubicBezTo>
                    <a:pt x="910" y="456"/>
                    <a:pt x="640" y="172"/>
                    <a:pt x="434" y="1"/>
                  </a:cubicBezTo>
                  <a:close/>
                </a:path>
              </a:pathLst>
            </a:custGeom>
            <a:solidFill>
              <a:srgbClr val="55D6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3539;p72">
              <a:extLst>
                <a:ext uri="{FF2B5EF4-FFF2-40B4-BE49-F238E27FC236}">
                  <a16:creationId xmlns:a16="http://schemas.microsoft.com/office/drawing/2014/main" id="{BAF92B63-32EE-639B-2CF9-DCDB21F47829}"/>
                </a:ext>
              </a:extLst>
            </p:cNvPr>
            <p:cNvSpPr/>
            <p:nvPr/>
          </p:nvSpPr>
          <p:spPr>
            <a:xfrm>
              <a:off x="4173344" y="2672989"/>
              <a:ext cx="140418" cy="57038"/>
            </a:xfrm>
            <a:custGeom>
              <a:avLst/>
              <a:gdLst/>
              <a:ahLst/>
              <a:cxnLst/>
              <a:rect l="l" t="t" r="r" b="b"/>
              <a:pathLst>
                <a:path w="2740" h="1113" extrusionOk="0">
                  <a:moveTo>
                    <a:pt x="1586" y="0"/>
                  </a:moveTo>
                  <a:cubicBezTo>
                    <a:pt x="1383" y="0"/>
                    <a:pt x="1151" y="157"/>
                    <a:pt x="677" y="436"/>
                  </a:cubicBezTo>
                  <a:cubicBezTo>
                    <a:pt x="203" y="713"/>
                    <a:pt x="1" y="917"/>
                    <a:pt x="263" y="1060"/>
                  </a:cubicBezTo>
                  <a:cubicBezTo>
                    <a:pt x="333" y="1097"/>
                    <a:pt x="434" y="1112"/>
                    <a:pt x="553" y="1112"/>
                  </a:cubicBezTo>
                  <a:cubicBezTo>
                    <a:pt x="881" y="1112"/>
                    <a:pt x="1343" y="999"/>
                    <a:pt x="1632" y="945"/>
                  </a:cubicBezTo>
                  <a:cubicBezTo>
                    <a:pt x="2328" y="817"/>
                    <a:pt x="2739" y="650"/>
                    <a:pt x="2353" y="411"/>
                  </a:cubicBezTo>
                  <a:cubicBezTo>
                    <a:pt x="1966" y="172"/>
                    <a:pt x="1759" y="40"/>
                    <a:pt x="1759" y="40"/>
                  </a:cubicBezTo>
                  <a:cubicBezTo>
                    <a:pt x="1701" y="13"/>
                    <a:pt x="1645" y="0"/>
                    <a:pt x="158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3540;p72">
              <a:extLst>
                <a:ext uri="{FF2B5EF4-FFF2-40B4-BE49-F238E27FC236}">
                  <a16:creationId xmlns:a16="http://schemas.microsoft.com/office/drawing/2014/main" id="{FF4BF138-2991-1E1E-A551-A2B19DE062F7}"/>
                </a:ext>
              </a:extLst>
            </p:cNvPr>
            <p:cNvSpPr/>
            <p:nvPr/>
          </p:nvSpPr>
          <p:spPr>
            <a:xfrm>
              <a:off x="4007200" y="2913646"/>
              <a:ext cx="211806" cy="130476"/>
            </a:xfrm>
            <a:custGeom>
              <a:avLst/>
              <a:gdLst/>
              <a:ahLst/>
              <a:cxnLst/>
              <a:rect l="l" t="t" r="r" b="b"/>
              <a:pathLst>
                <a:path w="4133" h="2546" extrusionOk="0">
                  <a:moveTo>
                    <a:pt x="155" y="0"/>
                  </a:moveTo>
                  <a:cubicBezTo>
                    <a:pt x="155" y="0"/>
                    <a:pt x="46" y="247"/>
                    <a:pt x="20" y="383"/>
                  </a:cubicBezTo>
                  <a:cubicBezTo>
                    <a:pt x="0" y="483"/>
                    <a:pt x="9" y="592"/>
                    <a:pt x="106" y="662"/>
                  </a:cubicBezTo>
                  <a:cubicBezTo>
                    <a:pt x="445" y="914"/>
                    <a:pt x="2582" y="2105"/>
                    <a:pt x="3008" y="2317"/>
                  </a:cubicBezTo>
                  <a:cubicBezTo>
                    <a:pt x="3312" y="2468"/>
                    <a:pt x="3494" y="2546"/>
                    <a:pt x="3596" y="2546"/>
                  </a:cubicBezTo>
                  <a:cubicBezTo>
                    <a:pt x="3646" y="2546"/>
                    <a:pt x="3677" y="2526"/>
                    <a:pt x="3692" y="2487"/>
                  </a:cubicBezTo>
                  <a:cubicBezTo>
                    <a:pt x="3717" y="2421"/>
                    <a:pt x="4132" y="1452"/>
                    <a:pt x="4132" y="1452"/>
                  </a:cubicBezTo>
                  <a:lnTo>
                    <a:pt x="4066" y="1418"/>
                  </a:lnTo>
                  <a:cubicBezTo>
                    <a:pt x="4066" y="1418"/>
                    <a:pt x="3677" y="2346"/>
                    <a:pt x="3574" y="2395"/>
                  </a:cubicBezTo>
                  <a:cubicBezTo>
                    <a:pt x="3563" y="2400"/>
                    <a:pt x="3549" y="2402"/>
                    <a:pt x="3533" y="2402"/>
                  </a:cubicBezTo>
                  <a:cubicBezTo>
                    <a:pt x="3399" y="2402"/>
                    <a:pt x="3106" y="2242"/>
                    <a:pt x="2853" y="2128"/>
                  </a:cubicBezTo>
                  <a:cubicBezTo>
                    <a:pt x="2619" y="2024"/>
                    <a:pt x="725" y="983"/>
                    <a:pt x="391" y="767"/>
                  </a:cubicBezTo>
                  <a:cubicBezTo>
                    <a:pt x="233" y="664"/>
                    <a:pt x="98" y="603"/>
                    <a:pt x="95" y="495"/>
                  </a:cubicBezTo>
                  <a:cubicBezTo>
                    <a:pt x="89" y="330"/>
                    <a:pt x="155" y="0"/>
                    <a:pt x="155" y="0"/>
                  </a:cubicBez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3541;p72">
              <a:extLst>
                <a:ext uri="{FF2B5EF4-FFF2-40B4-BE49-F238E27FC236}">
                  <a16:creationId xmlns:a16="http://schemas.microsoft.com/office/drawing/2014/main" id="{9AFA648E-E6F2-A948-131D-D22A71ACF14E}"/>
                </a:ext>
              </a:extLst>
            </p:cNvPr>
            <p:cNvSpPr/>
            <p:nvPr/>
          </p:nvSpPr>
          <p:spPr>
            <a:xfrm>
              <a:off x="4537458" y="2706299"/>
              <a:ext cx="166759" cy="72259"/>
            </a:xfrm>
            <a:custGeom>
              <a:avLst/>
              <a:gdLst/>
              <a:ahLst/>
              <a:cxnLst/>
              <a:rect l="l" t="t" r="r" b="b"/>
              <a:pathLst>
                <a:path w="3254" h="1410" extrusionOk="0">
                  <a:moveTo>
                    <a:pt x="3074" y="0"/>
                  </a:moveTo>
                  <a:cubicBezTo>
                    <a:pt x="3074" y="0"/>
                    <a:pt x="2751" y="11"/>
                    <a:pt x="2553" y="100"/>
                  </a:cubicBezTo>
                  <a:cubicBezTo>
                    <a:pt x="1911" y="390"/>
                    <a:pt x="1481" y="636"/>
                    <a:pt x="1276" y="758"/>
                  </a:cubicBezTo>
                  <a:cubicBezTo>
                    <a:pt x="463" y="1234"/>
                    <a:pt x="0" y="1340"/>
                    <a:pt x="0" y="1340"/>
                  </a:cubicBezTo>
                  <a:lnTo>
                    <a:pt x="129" y="1409"/>
                  </a:lnTo>
                  <a:cubicBezTo>
                    <a:pt x="129" y="1409"/>
                    <a:pt x="482" y="1334"/>
                    <a:pt x="1310" y="856"/>
                  </a:cubicBezTo>
                  <a:cubicBezTo>
                    <a:pt x="2010" y="451"/>
                    <a:pt x="2388" y="232"/>
                    <a:pt x="2667" y="143"/>
                  </a:cubicBezTo>
                  <a:cubicBezTo>
                    <a:pt x="2821" y="93"/>
                    <a:pt x="2952" y="79"/>
                    <a:pt x="3051" y="79"/>
                  </a:cubicBezTo>
                  <a:cubicBezTo>
                    <a:pt x="3179" y="79"/>
                    <a:pt x="3254" y="103"/>
                    <a:pt x="3254" y="103"/>
                  </a:cubicBezTo>
                  <a:lnTo>
                    <a:pt x="3074" y="0"/>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3542;p72">
              <a:extLst>
                <a:ext uri="{FF2B5EF4-FFF2-40B4-BE49-F238E27FC236}">
                  <a16:creationId xmlns:a16="http://schemas.microsoft.com/office/drawing/2014/main" id="{C235E4D1-5788-5E68-DF2E-51EAADC3E976}"/>
                </a:ext>
              </a:extLst>
            </p:cNvPr>
            <p:cNvSpPr/>
            <p:nvPr/>
          </p:nvSpPr>
          <p:spPr>
            <a:xfrm>
              <a:off x="4357938" y="2604471"/>
              <a:ext cx="168399" cy="73284"/>
            </a:xfrm>
            <a:custGeom>
              <a:avLst/>
              <a:gdLst/>
              <a:ahLst/>
              <a:cxnLst/>
              <a:rect l="l" t="t" r="r" b="b"/>
              <a:pathLst>
                <a:path w="3286" h="1430" extrusionOk="0">
                  <a:moveTo>
                    <a:pt x="3105" y="0"/>
                  </a:moveTo>
                  <a:cubicBezTo>
                    <a:pt x="3105" y="0"/>
                    <a:pt x="2783" y="11"/>
                    <a:pt x="2585" y="100"/>
                  </a:cubicBezTo>
                  <a:cubicBezTo>
                    <a:pt x="1943" y="388"/>
                    <a:pt x="1513" y="635"/>
                    <a:pt x="1308" y="756"/>
                  </a:cubicBezTo>
                  <a:cubicBezTo>
                    <a:pt x="495" y="1234"/>
                    <a:pt x="0" y="1382"/>
                    <a:pt x="0" y="1382"/>
                  </a:cubicBezTo>
                  <a:lnTo>
                    <a:pt x="131" y="1429"/>
                  </a:lnTo>
                  <a:cubicBezTo>
                    <a:pt x="131" y="1429"/>
                    <a:pt x="514" y="1333"/>
                    <a:pt x="1342" y="854"/>
                  </a:cubicBezTo>
                  <a:cubicBezTo>
                    <a:pt x="2042" y="449"/>
                    <a:pt x="2420" y="230"/>
                    <a:pt x="2699" y="141"/>
                  </a:cubicBezTo>
                  <a:cubicBezTo>
                    <a:pt x="2851" y="92"/>
                    <a:pt x="2981" y="79"/>
                    <a:pt x="3079" y="79"/>
                  </a:cubicBezTo>
                  <a:cubicBezTo>
                    <a:pt x="3210" y="79"/>
                    <a:pt x="3286" y="103"/>
                    <a:pt x="3286" y="103"/>
                  </a:cubicBezTo>
                  <a:lnTo>
                    <a:pt x="3105" y="0"/>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3543;p72">
              <a:extLst>
                <a:ext uri="{FF2B5EF4-FFF2-40B4-BE49-F238E27FC236}">
                  <a16:creationId xmlns:a16="http://schemas.microsoft.com/office/drawing/2014/main" id="{12F590DD-C4A8-D8E0-037A-73E3E3A45835}"/>
                </a:ext>
              </a:extLst>
            </p:cNvPr>
            <p:cNvSpPr/>
            <p:nvPr/>
          </p:nvSpPr>
          <p:spPr>
            <a:xfrm>
              <a:off x="4395707" y="2662380"/>
              <a:ext cx="148720" cy="85840"/>
            </a:xfrm>
            <a:custGeom>
              <a:avLst/>
              <a:gdLst/>
              <a:ahLst/>
              <a:cxnLst/>
              <a:rect l="l" t="t" r="r" b="b"/>
              <a:pathLst>
                <a:path w="2902" h="1675" extrusionOk="0">
                  <a:moveTo>
                    <a:pt x="756" y="1"/>
                  </a:moveTo>
                  <a:cubicBezTo>
                    <a:pt x="406" y="1"/>
                    <a:pt x="172" y="210"/>
                    <a:pt x="1" y="299"/>
                  </a:cubicBezTo>
                  <a:cubicBezTo>
                    <a:pt x="1" y="299"/>
                    <a:pt x="359" y="465"/>
                    <a:pt x="1200" y="975"/>
                  </a:cubicBezTo>
                  <a:cubicBezTo>
                    <a:pt x="1891" y="1397"/>
                    <a:pt x="2164" y="1561"/>
                    <a:pt x="2372" y="1674"/>
                  </a:cubicBezTo>
                  <a:cubicBezTo>
                    <a:pt x="2498" y="1561"/>
                    <a:pt x="2901" y="1231"/>
                    <a:pt x="2624" y="968"/>
                  </a:cubicBezTo>
                  <a:cubicBezTo>
                    <a:pt x="2352" y="712"/>
                    <a:pt x="1997" y="549"/>
                    <a:pt x="1316" y="166"/>
                  </a:cubicBezTo>
                  <a:cubicBezTo>
                    <a:pt x="1102" y="45"/>
                    <a:pt x="916" y="1"/>
                    <a:pt x="75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3544;p72">
              <a:extLst>
                <a:ext uri="{FF2B5EF4-FFF2-40B4-BE49-F238E27FC236}">
                  <a16:creationId xmlns:a16="http://schemas.microsoft.com/office/drawing/2014/main" id="{4903A942-8050-467E-704D-1C592EC369CB}"/>
                </a:ext>
              </a:extLst>
            </p:cNvPr>
            <p:cNvSpPr/>
            <p:nvPr/>
          </p:nvSpPr>
          <p:spPr>
            <a:xfrm>
              <a:off x="4442086" y="2616873"/>
              <a:ext cx="133141" cy="38641"/>
            </a:xfrm>
            <a:custGeom>
              <a:avLst/>
              <a:gdLst/>
              <a:ahLst/>
              <a:cxnLst/>
              <a:rect l="l" t="t" r="r" b="b"/>
              <a:pathLst>
                <a:path w="2598" h="754" extrusionOk="0">
                  <a:moveTo>
                    <a:pt x="1687" y="0"/>
                  </a:moveTo>
                  <a:cubicBezTo>
                    <a:pt x="1515" y="0"/>
                    <a:pt x="1255" y="33"/>
                    <a:pt x="931" y="171"/>
                  </a:cubicBezTo>
                  <a:cubicBezTo>
                    <a:pt x="555" y="332"/>
                    <a:pt x="0" y="753"/>
                    <a:pt x="0" y="753"/>
                  </a:cubicBezTo>
                  <a:cubicBezTo>
                    <a:pt x="0" y="753"/>
                    <a:pt x="702" y="517"/>
                    <a:pt x="1259" y="376"/>
                  </a:cubicBezTo>
                  <a:cubicBezTo>
                    <a:pt x="1443" y="329"/>
                    <a:pt x="1633" y="313"/>
                    <a:pt x="1810" y="313"/>
                  </a:cubicBezTo>
                  <a:cubicBezTo>
                    <a:pt x="2242" y="313"/>
                    <a:pt x="2597" y="411"/>
                    <a:pt x="2597" y="411"/>
                  </a:cubicBezTo>
                  <a:lnTo>
                    <a:pt x="1921" y="25"/>
                  </a:lnTo>
                  <a:cubicBezTo>
                    <a:pt x="1921" y="25"/>
                    <a:pt x="1838" y="0"/>
                    <a:pt x="1687" y="0"/>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3545;p72">
              <a:extLst>
                <a:ext uri="{FF2B5EF4-FFF2-40B4-BE49-F238E27FC236}">
                  <a16:creationId xmlns:a16="http://schemas.microsoft.com/office/drawing/2014/main" id="{8107E41B-FCC6-A4AF-2E54-A239B260B836}"/>
                </a:ext>
              </a:extLst>
            </p:cNvPr>
            <p:cNvSpPr/>
            <p:nvPr/>
          </p:nvSpPr>
          <p:spPr>
            <a:xfrm>
              <a:off x="4587014" y="2679907"/>
              <a:ext cx="91221" cy="60062"/>
            </a:xfrm>
            <a:custGeom>
              <a:avLst/>
              <a:gdLst/>
              <a:ahLst/>
              <a:cxnLst/>
              <a:rect l="l" t="t" r="r" b="b"/>
              <a:pathLst>
                <a:path w="1780" h="1172" extrusionOk="0">
                  <a:moveTo>
                    <a:pt x="1203" y="0"/>
                  </a:moveTo>
                  <a:cubicBezTo>
                    <a:pt x="1203" y="0"/>
                    <a:pt x="839" y="80"/>
                    <a:pt x="556" y="422"/>
                  </a:cubicBezTo>
                  <a:cubicBezTo>
                    <a:pt x="297" y="734"/>
                    <a:pt x="1" y="1171"/>
                    <a:pt x="1" y="1171"/>
                  </a:cubicBezTo>
                  <a:cubicBezTo>
                    <a:pt x="1" y="1171"/>
                    <a:pt x="430" y="937"/>
                    <a:pt x="921" y="652"/>
                  </a:cubicBezTo>
                  <a:cubicBezTo>
                    <a:pt x="1332" y="412"/>
                    <a:pt x="1779" y="328"/>
                    <a:pt x="1779" y="328"/>
                  </a:cubicBezTo>
                  <a:lnTo>
                    <a:pt x="1203" y="0"/>
                  </a:ln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3546;p72">
              <a:extLst>
                <a:ext uri="{FF2B5EF4-FFF2-40B4-BE49-F238E27FC236}">
                  <a16:creationId xmlns:a16="http://schemas.microsoft.com/office/drawing/2014/main" id="{D1A5D1B5-E065-E119-08BD-15189EE6CEB0}"/>
                </a:ext>
              </a:extLst>
            </p:cNvPr>
            <p:cNvSpPr/>
            <p:nvPr/>
          </p:nvSpPr>
          <p:spPr>
            <a:xfrm>
              <a:off x="4346305" y="2804951"/>
              <a:ext cx="201813" cy="141341"/>
            </a:xfrm>
            <a:custGeom>
              <a:avLst/>
              <a:gdLst/>
              <a:ahLst/>
              <a:cxnLst/>
              <a:rect l="l" t="t" r="r" b="b"/>
              <a:pathLst>
                <a:path w="3938" h="2758" extrusionOk="0">
                  <a:moveTo>
                    <a:pt x="2870" y="1"/>
                  </a:moveTo>
                  <a:cubicBezTo>
                    <a:pt x="2436" y="231"/>
                    <a:pt x="1619" y="675"/>
                    <a:pt x="856" y="1148"/>
                  </a:cubicBezTo>
                  <a:cubicBezTo>
                    <a:pt x="699" y="1244"/>
                    <a:pt x="476" y="1381"/>
                    <a:pt x="259" y="1612"/>
                  </a:cubicBezTo>
                  <a:cubicBezTo>
                    <a:pt x="0" y="1888"/>
                    <a:pt x="16" y="2130"/>
                    <a:pt x="32" y="2566"/>
                  </a:cubicBezTo>
                  <a:cubicBezTo>
                    <a:pt x="36" y="2630"/>
                    <a:pt x="39" y="2694"/>
                    <a:pt x="42" y="2757"/>
                  </a:cubicBezTo>
                  <a:lnTo>
                    <a:pt x="3937" y="524"/>
                  </a:lnTo>
                  <a:lnTo>
                    <a:pt x="3937" y="243"/>
                  </a:lnTo>
                  <a:cubicBezTo>
                    <a:pt x="3792" y="208"/>
                    <a:pt x="3609" y="163"/>
                    <a:pt x="3408" y="110"/>
                  </a:cubicBezTo>
                  <a:cubicBezTo>
                    <a:pt x="3211" y="56"/>
                    <a:pt x="3028" y="18"/>
                    <a:pt x="2870" y="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3547;p72">
              <a:extLst>
                <a:ext uri="{FF2B5EF4-FFF2-40B4-BE49-F238E27FC236}">
                  <a16:creationId xmlns:a16="http://schemas.microsoft.com/office/drawing/2014/main" id="{D0D8DC45-5CFB-D81A-446A-51AB74553FCA}"/>
                </a:ext>
              </a:extLst>
            </p:cNvPr>
            <p:cNvSpPr/>
            <p:nvPr/>
          </p:nvSpPr>
          <p:spPr>
            <a:xfrm>
              <a:off x="4331443" y="2804387"/>
              <a:ext cx="161993" cy="151641"/>
            </a:xfrm>
            <a:custGeom>
              <a:avLst/>
              <a:gdLst/>
              <a:ahLst/>
              <a:cxnLst/>
              <a:rect l="l" t="t" r="r" b="b"/>
              <a:pathLst>
                <a:path w="3161" h="2959" extrusionOk="0">
                  <a:moveTo>
                    <a:pt x="2997" y="0"/>
                  </a:moveTo>
                  <a:cubicBezTo>
                    <a:pt x="2971" y="0"/>
                    <a:pt x="2946" y="1"/>
                    <a:pt x="2923" y="4"/>
                  </a:cubicBezTo>
                  <a:cubicBezTo>
                    <a:pt x="2802" y="16"/>
                    <a:pt x="2567" y="108"/>
                    <a:pt x="2362" y="214"/>
                  </a:cubicBezTo>
                  <a:cubicBezTo>
                    <a:pt x="1793" y="507"/>
                    <a:pt x="1505" y="676"/>
                    <a:pt x="864" y="1142"/>
                  </a:cubicBezTo>
                  <a:cubicBezTo>
                    <a:pt x="477" y="1422"/>
                    <a:pt x="243" y="1684"/>
                    <a:pt x="119" y="1848"/>
                  </a:cubicBezTo>
                  <a:cubicBezTo>
                    <a:pt x="40" y="1950"/>
                    <a:pt x="1" y="2075"/>
                    <a:pt x="1" y="2204"/>
                  </a:cubicBezTo>
                  <a:lnTo>
                    <a:pt x="1" y="2958"/>
                  </a:lnTo>
                  <a:lnTo>
                    <a:pt x="332" y="2768"/>
                  </a:lnTo>
                  <a:cubicBezTo>
                    <a:pt x="329" y="2705"/>
                    <a:pt x="326" y="2641"/>
                    <a:pt x="322" y="2577"/>
                  </a:cubicBezTo>
                  <a:cubicBezTo>
                    <a:pt x="306" y="2141"/>
                    <a:pt x="290" y="1899"/>
                    <a:pt x="549" y="1623"/>
                  </a:cubicBezTo>
                  <a:cubicBezTo>
                    <a:pt x="766" y="1392"/>
                    <a:pt x="989" y="1255"/>
                    <a:pt x="1146" y="1159"/>
                  </a:cubicBezTo>
                  <a:cubicBezTo>
                    <a:pt x="1909" y="686"/>
                    <a:pt x="2726" y="242"/>
                    <a:pt x="3160" y="12"/>
                  </a:cubicBezTo>
                  <a:cubicBezTo>
                    <a:pt x="3103" y="5"/>
                    <a:pt x="3048" y="0"/>
                    <a:pt x="2997" y="0"/>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3548;p72">
              <a:extLst>
                <a:ext uri="{FF2B5EF4-FFF2-40B4-BE49-F238E27FC236}">
                  <a16:creationId xmlns:a16="http://schemas.microsoft.com/office/drawing/2014/main" id="{EBB4264A-6034-6E64-A7C7-F33A201FE837}"/>
                </a:ext>
              </a:extLst>
            </p:cNvPr>
            <p:cNvSpPr/>
            <p:nvPr/>
          </p:nvSpPr>
          <p:spPr>
            <a:xfrm>
              <a:off x="4325293" y="2796546"/>
              <a:ext cx="222824" cy="163018"/>
            </a:xfrm>
            <a:custGeom>
              <a:avLst/>
              <a:gdLst/>
              <a:ahLst/>
              <a:cxnLst/>
              <a:rect l="l" t="t" r="r" b="b"/>
              <a:pathLst>
                <a:path w="4348" h="3181" extrusionOk="0">
                  <a:moveTo>
                    <a:pt x="3142" y="0"/>
                  </a:moveTo>
                  <a:cubicBezTo>
                    <a:pt x="2792" y="0"/>
                    <a:pt x="2329" y="241"/>
                    <a:pt x="1776" y="579"/>
                  </a:cubicBezTo>
                  <a:cubicBezTo>
                    <a:pt x="890" y="1118"/>
                    <a:pt x="574" y="1413"/>
                    <a:pt x="326" y="1661"/>
                  </a:cubicBezTo>
                  <a:cubicBezTo>
                    <a:pt x="245" y="1744"/>
                    <a:pt x="133" y="1862"/>
                    <a:pt x="38" y="2070"/>
                  </a:cubicBezTo>
                  <a:cubicBezTo>
                    <a:pt x="12" y="2127"/>
                    <a:pt x="1" y="2193"/>
                    <a:pt x="1" y="2256"/>
                  </a:cubicBezTo>
                  <a:lnTo>
                    <a:pt x="1" y="3180"/>
                  </a:lnTo>
                  <a:lnTo>
                    <a:pt x="121" y="3111"/>
                  </a:lnTo>
                  <a:lnTo>
                    <a:pt x="121" y="2357"/>
                  </a:lnTo>
                  <a:cubicBezTo>
                    <a:pt x="121" y="2228"/>
                    <a:pt x="160" y="2103"/>
                    <a:pt x="239" y="2000"/>
                  </a:cubicBezTo>
                  <a:cubicBezTo>
                    <a:pt x="364" y="1836"/>
                    <a:pt x="597" y="1575"/>
                    <a:pt x="984" y="1295"/>
                  </a:cubicBezTo>
                  <a:cubicBezTo>
                    <a:pt x="1625" y="829"/>
                    <a:pt x="1913" y="660"/>
                    <a:pt x="2482" y="367"/>
                  </a:cubicBezTo>
                  <a:cubicBezTo>
                    <a:pt x="2687" y="261"/>
                    <a:pt x="2922" y="169"/>
                    <a:pt x="3043" y="157"/>
                  </a:cubicBezTo>
                  <a:cubicBezTo>
                    <a:pt x="3070" y="154"/>
                    <a:pt x="3099" y="153"/>
                    <a:pt x="3129" y="153"/>
                  </a:cubicBezTo>
                  <a:cubicBezTo>
                    <a:pt x="3313" y="153"/>
                    <a:pt x="3554" y="203"/>
                    <a:pt x="3818" y="274"/>
                  </a:cubicBezTo>
                  <a:cubicBezTo>
                    <a:pt x="4019" y="327"/>
                    <a:pt x="4202" y="372"/>
                    <a:pt x="4347" y="407"/>
                  </a:cubicBezTo>
                  <a:lnTo>
                    <a:pt x="4347" y="280"/>
                  </a:lnTo>
                  <a:cubicBezTo>
                    <a:pt x="4347" y="280"/>
                    <a:pt x="3555" y="67"/>
                    <a:pt x="3265" y="11"/>
                  </a:cubicBezTo>
                  <a:cubicBezTo>
                    <a:pt x="3226" y="4"/>
                    <a:pt x="3184" y="0"/>
                    <a:pt x="3142"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3549;p72">
              <a:extLst>
                <a:ext uri="{FF2B5EF4-FFF2-40B4-BE49-F238E27FC236}">
                  <a16:creationId xmlns:a16="http://schemas.microsoft.com/office/drawing/2014/main" id="{716C4AFB-E667-8553-9F07-08BEDA4A8195}"/>
                </a:ext>
              </a:extLst>
            </p:cNvPr>
            <p:cNvSpPr/>
            <p:nvPr/>
          </p:nvSpPr>
          <p:spPr>
            <a:xfrm>
              <a:off x="4368033" y="2936400"/>
              <a:ext cx="30646" cy="18910"/>
            </a:xfrm>
            <a:custGeom>
              <a:avLst/>
              <a:gdLst/>
              <a:ahLst/>
              <a:cxnLst/>
              <a:rect l="l" t="t" r="r" b="b"/>
              <a:pathLst>
                <a:path w="598" h="369" extrusionOk="0">
                  <a:moveTo>
                    <a:pt x="491" y="1"/>
                  </a:moveTo>
                  <a:cubicBezTo>
                    <a:pt x="452" y="1"/>
                    <a:pt x="399" y="16"/>
                    <a:pt x="335" y="41"/>
                  </a:cubicBezTo>
                  <a:cubicBezTo>
                    <a:pt x="234" y="80"/>
                    <a:pt x="1" y="186"/>
                    <a:pt x="62" y="312"/>
                  </a:cubicBezTo>
                  <a:cubicBezTo>
                    <a:pt x="82" y="353"/>
                    <a:pt x="111" y="369"/>
                    <a:pt x="146" y="369"/>
                  </a:cubicBezTo>
                  <a:cubicBezTo>
                    <a:pt x="218" y="369"/>
                    <a:pt x="314" y="303"/>
                    <a:pt x="397" y="260"/>
                  </a:cubicBezTo>
                  <a:cubicBezTo>
                    <a:pt x="449" y="232"/>
                    <a:pt x="597" y="156"/>
                    <a:pt x="565" y="51"/>
                  </a:cubicBezTo>
                  <a:cubicBezTo>
                    <a:pt x="554" y="15"/>
                    <a:pt x="529" y="1"/>
                    <a:pt x="491"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3550;p72">
              <a:extLst>
                <a:ext uri="{FF2B5EF4-FFF2-40B4-BE49-F238E27FC236}">
                  <a16:creationId xmlns:a16="http://schemas.microsoft.com/office/drawing/2014/main" id="{42D7DCF1-9A8C-59A3-ADE7-375602C1A558}"/>
                </a:ext>
              </a:extLst>
            </p:cNvPr>
            <p:cNvSpPr/>
            <p:nvPr/>
          </p:nvSpPr>
          <p:spPr>
            <a:xfrm>
              <a:off x="4493590" y="2869574"/>
              <a:ext cx="6201" cy="92348"/>
            </a:xfrm>
            <a:custGeom>
              <a:avLst/>
              <a:gdLst/>
              <a:ahLst/>
              <a:cxnLst/>
              <a:rect l="l" t="t" r="r" b="b"/>
              <a:pathLst>
                <a:path w="121" h="1802" extrusionOk="0">
                  <a:moveTo>
                    <a:pt x="55" y="0"/>
                  </a:moveTo>
                  <a:lnTo>
                    <a:pt x="1" y="12"/>
                  </a:lnTo>
                  <a:lnTo>
                    <a:pt x="24" y="1801"/>
                  </a:lnTo>
                  <a:lnTo>
                    <a:pt x="121" y="1749"/>
                  </a:lnTo>
                  <a:lnTo>
                    <a:pt x="55" y="0"/>
                  </a:ln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3551;p72">
              <a:extLst>
                <a:ext uri="{FF2B5EF4-FFF2-40B4-BE49-F238E27FC236}">
                  <a16:creationId xmlns:a16="http://schemas.microsoft.com/office/drawing/2014/main" id="{F4964B7D-1718-3D2D-312D-9DBCAF847E26}"/>
                </a:ext>
              </a:extLst>
            </p:cNvPr>
            <p:cNvSpPr/>
            <p:nvPr/>
          </p:nvSpPr>
          <p:spPr>
            <a:xfrm>
              <a:off x="4230793" y="3049555"/>
              <a:ext cx="9225" cy="21011"/>
            </a:xfrm>
            <a:custGeom>
              <a:avLst/>
              <a:gdLst/>
              <a:ahLst/>
              <a:cxnLst/>
              <a:rect l="l" t="t" r="r" b="b"/>
              <a:pathLst>
                <a:path w="180" h="410" extrusionOk="0">
                  <a:moveTo>
                    <a:pt x="153" y="0"/>
                  </a:moveTo>
                  <a:cubicBezTo>
                    <a:pt x="150" y="0"/>
                    <a:pt x="147" y="1"/>
                    <a:pt x="145" y="2"/>
                  </a:cubicBezTo>
                  <a:cubicBezTo>
                    <a:pt x="22" y="49"/>
                    <a:pt x="1" y="264"/>
                    <a:pt x="13" y="376"/>
                  </a:cubicBezTo>
                  <a:cubicBezTo>
                    <a:pt x="15" y="394"/>
                    <a:pt x="33" y="410"/>
                    <a:pt x="49" y="410"/>
                  </a:cubicBezTo>
                  <a:cubicBezTo>
                    <a:pt x="58" y="410"/>
                    <a:pt x="67" y="405"/>
                    <a:pt x="73" y="393"/>
                  </a:cubicBezTo>
                  <a:cubicBezTo>
                    <a:pt x="123" y="286"/>
                    <a:pt x="149" y="152"/>
                    <a:pt x="175" y="36"/>
                  </a:cubicBezTo>
                  <a:cubicBezTo>
                    <a:pt x="179" y="20"/>
                    <a:pt x="168" y="0"/>
                    <a:pt x="153" y="0"/>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3552;p72">
              <a:extLst>
                <a:ext uri="{FF2B5EF4-FFF2-40B4-BE49-F238E27FC236}">
                  <a16:creationId xmlns:a16="http://schemas.microsoft.com/office/drawing/2014/main" id="{49C47BA4-BB9E-DACD-D947-4A796120864F}"/>
                </a:ext>
              </a:extLst>
            </p:cNvPr>
            <p:cNvSpPr/>
            <p:nvPr/>
          </p:nvSpPr>
          <p:spPr>
            <a:xfrm>
              <a:off x="4563850" y="2890841"/>
              <a:ext cx="10967" cy="12299"/>
            </a:xfrm>
            <a:custGeom>
              <a:avLst/>
              <a:gdLst/>
              <a:ahLst/>
              <a:cxnLst/>
              <a:rect l="l" t="t" r="r" b="b"/>
              <a:pathLst>
                <a:path w="214" h="240" extrusionOk="0">
                  <a:moveTo>
                    <a:pt x="31" y="1"/>
                  </a:moveTo>
                  <a:cubicBezTo>
                    <a:pt x="16" y="1"/>
                    <a:pt x="0" y="19"/>
                    <a:pt x="4" y="36"/>
                  </a:cubicBezTo>
                  <a:cubicBezTo>
                    <a:pt x="17" y="114"/>
                    <a:pt x="89" y="240"/>
                    <a:pt x="180" y="240"/>
                  </a:cubicBezTo>
                  <a:cubicBezTo>
                    <a:pt x="198" y="240"/>
                    <a:pt x="214" y="221"/>
                    <a:pt x="208" y="204"/>
                  </a:cubicBezTo>
                  <a:cubicBezTo>
                    <a:pt x="194" y="165"/>
                    <a:pt x="168" y="151"/>
                    <a:pt x="139" y="122"/>
                  </a:cubicBezTo>
                  <a:cubicBezTo>
                    <a:pt x="105" y="88"/>
                    <a:pt x="79" y="46"/>
                    <a:pt x="48" y="10"/>
                  </a:cubicBezTo>
                  <a:cubicBezTo>
                    <a:pt x="43" y="3"/>
                    <a:pt x="37" y="1"/>
                    <a:pt x="31" y="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3553;p72">
              <a:extLst>
                <a:ext uri="{FF2B5EF4-FFF2-40B4-BE49-F238E27FC236}">
                  <a16:creationId xmlns:a16="http://schemas.microsoft.com/office/drawing/2014/main" id="{F471A2BF-5F18-D48E-B3D5-FAA351A6FF63}"/>
                </a:ext>
              </a:extLst>
            </p:cNvPr>
            <p:cNvSpPr/>
            <p:nvPr/>
          </p:nvSpPr>
          <p:spPr>
            <a:xfrm>
              <a:off x="4555189" y="2896991"/>
              <a:ext cx="8405" cy="17732"/>
            </a:xfrm>
            <a:custGeom>
              <a:avLst/>
              <a:gdLst/>
              <a:ahLst/>
              <a:cxnLst/>
              <a:rect l="l" t="t" r="r" b="b"/>
              <a:pathLst>
                <a:path w="164" h="346" extrusionOk="0">
                  <a:moveTo>
                    <a:pt x="127" y="1"/>
                  </a:moveTo>
                  <a:cubicBezTo>
                    <a:pt x="116" y="1"/>
                    <a:pt x="105" y="7"/>
                    <a:pt x="101" y="22"/>
                  </a:cubicBezTo>
                  <a:cubicBezTo>
                    <a:pt x="85" y="83"/>
                    <a:pt x="67" y="144"/>
                    <a:pt x="42" y="202"/>
                  </a:cubicBezTo>
                  <a:cubicBezTo>
                    <a:pt x="22" y="247"/>
                    <a:pt x="1" y="278"/>
                    <a:pt x="9" y="327"/>
                  </a:cubicBezTo>
                  <a:cubicBezTo>
                    <a:pt x="11" y="338"/>
                    <a:pt x="24" y="346"/>
                    <a:pt x="35" y="346"/>
                  </a:cubicBezTo>
                  <a:cubicBezTo>
                    <a:pt x="37" y="346"/>
                    <a:pt x="39" y="345"/>
                    <a:pt x="41" y="345"/>
                  </a:cubicBezTo>
                  <a:cubicBezTo>
                    <a:pt x="148" y="308"/>
                    <a:pt x="163" y="124"/>
                    <a:pt x="157" y="29"/>
                  </a:cubicBezTo>
                  <a:cubicBezTo>
                    <a:pt x="156" y="11"/>
                    <a:pt x="142" y="1"/>
                    <a:pt x="127" y="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3554;p72">
              <a:extLst>
                <a:ext uri="{FF2B5EF4-FFF2-40B4-BE49-F238E27FC236}">
                  <a16:creationId xmlns:a16="http://schemas.microsoft.com/office/drawing/2014/main" id="{EEB9AE47-3831-0065-E6F0-23D636FB3DAD}"/>
                </a:ext>
              </a:extLst>
            </p:cNvPr>
            <p:cNvSpPr/>
            <p:nvPr/>
          </p:nvSpPr>
          <p:spPr>
            <a:xfrm>
              <a:off x="4379462" y="3003791"/>
              <a:ext cx="21114" cy="8610"/>
            </a:xfrm>
            <a:custGeom>
              <a:avLst/>
              <a:gdLst/>
              <a:ahLst/>
              <a:cxnLst/>
              <a:rect l="l" t="t" r="r" b="b"/>
              <a:pathLst>
                <a:path w="412" h="168" extrusionOk="0">
                  <a:moveTo>
                    <a:pt x="23" y="0"/>
                  </a:moveTo>
                  <a:cubicBezTo>
                    <a:pt x="17" y="0"/>
                    <a:pt x="12" y="1"/>
                    <a:pt x="6" y="1"/>
                  </a:cubicBezTo>
                  <a:cubicBezTo>
                    <a:pt x="3" y="1"/>
                    <a:pt x="0" y="4"/>
                    <a:pt x="0" y="9"/>
                  </a:cubicBezTo>
                  <a:cubicBezTo>
                    <a:pt x="37" y="116"/>
                    <a:pt x="208" y="167"/>
                    <a:pt x="330" y="167"/>
                  </a:cubicBezTo>
                  <a:cubicBezTo>
                    <a:pt x="352" y="167"/>
                    <a:pt x="372" y="165"/>
                    <a:pt x="390" y="162"/>
                  </a:cubicBezTo>
                  <a:cubicBezTo>
                    <a:pt x="407" y="158"/>
                    <a:pt x="411" y="130"/>
                    <a:pt x="394" y="122"/>
                  </a:cubicBezTo>
                  <a:cubicBezTo>
                    <a:pt x="331" y="93"/>
                    <a:pt x="264" y="78"/>
                    <a:pt x="198" y="55"/>
                  </a:cubicBezTo>
                  <a:cubicBezTo>
                    <a:pt x="145" y="37"/>
                    <a:pt x="82" y="0"/>
                    <a:pt x="23" y="0"/>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3555;p72">
              <a:extLst>
                <a:ext uri="{FF2B5EF4-FFF2-40B4-BE49-F238E27FC236}">
                  <a16:creationId xmlns:a16="http://schemas.microsoft.com/office/drawing/2014/main" id="{FDFB8B18-1138-E812-C2EA-9374F77A5E42}"/>
                </a:ext>
              </a:extLst>
            </p:cNvPr>
            <p:cNvSpPr/>
            <p:nvPr/>
          </p:nvSpPr>
          <p:spPr>
            <a:xfrm>
              <a:off x="4500201" y="2931327"/>
              <a:ext cx="10762" cy="18500"/>
            </a:xfrm>
            <a:custGeom>
              <a:avLst/>
              <a:gdLst/>
              <a:ahLst/>
              <a:cxnLst/>
              <a:rect l="l" t="t" r="r" b="b"/>
              <a:pathLst>
                <a:path w="210" h="361" extrusionOk="0">
                  <a:moveTo>
                    <a:pt x="183" y="1"/>
                  </a:moveTo>
                  <a:cubicBezTo>
                    <a:pt x="177" y="1"/>
                    <a:pt x="170" y="4"/>
                    <a:pt x="165" y="11"/>
                  </a:cubicBezTo>
                  <a:cubicBezTo>
                    <a:pt x="122" y="77"/>
                    <a:pt x="79" y="143"/>
                    <a:pt x="45" y="213"/>
                  </a:cubicBezTo>
                  <a:cubicBezTo>
                    <a:pt x="22" y="262"/>
                    <a:pt x="1" y="297"/>
                    <a:pt x="28" y="348"/>
                  </a:cubicBezTo>
                  <a:cubicBezTo>
                    <a:pt x="34" y="356"/>
                    <a:pt x="44" y="361"/>
                    <a:pt x="54" y="361"/>
                  </a:cubicBezTo>
                  <a:cubicBezTo>
                    <a:pt x="56" y="361"/>
                    <a:pt x="57" y="361"/>
                    <a:pt x="59" y="360"/>
                  </a:cubicBezTo>
                  <a:cubicBezTo>
                    <a:pt x="114" y="345"/>
                    <a:pt x="125" y="304"/>
                    <a:pt x="143" y="255"/>
                  </a:cubicBezTo>
                  <a:cubicBezTo>
                    <a:pt x="171" y="181"/>
                    <a:pt x="188" y="106"/>
                    <a:pt x="206" y="28"/>
                  </a:cubicBezTo>
                  <a:cubicBezTo>
                    <a:pt x="209" y="12"/>
                    <a:pt x="196" y="1"/>
                    <a:pt x="183" y="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3556;p72">
              <a:extLst>
                <a:ext uri="{FF2B5EF4-FFF2-40B4-BE49-F238E27FC236}">
                  <a16:creationId xmlns:a16="http://schemas.microsoft.com/office/drawing/2014/main" id="{B87F6BDE-44B7-9F7C-CBBA-4A93A308080E}"/>
                </a:ext>
              </a:extLst>
            </p:cNvPr>
            <p:cNvSpPr/>
            <p:nvPr/>
          </p:nvSpPr>
          <p:spPr>
            <a:xfrm>
              <a:off x="4452797" y="2963715"/>
              <a:ext cx="11018" cy="17680"/>
            </a:xfrm>
            <a:custGeom>
              <a:avLst/>
              <a:gdLst/>
              <a:ahLst/>
              <a:cxnLst/>
              <a:rect l="l" t="t" r="r" b="b"/>
              <a:pathLst>
                <a:path w="215" h="345" extrusionOk="0">
                  <a:moveTo>
                    <a:pt x="147" y="1"/>
                  </a:moveTo>
                  <a:cubicBezTo>
                    <a:pt x="140" y="1"/>
                    <a:pt x="133" y="6"/>
                    <a:pt x="130" y="12"/>
                  </a:cubicBezTo>
                  <a:cubicBezTo>
                    <a:pt x="113" y="58"/>
                    <a:pt x="104" y="107"/>
                    <a:pt x="86" y="153"/>
                  </a:cubicBezTo>
                  <a:cubicBezTo>
                    <a:pt x="66" y="204"/>
                    <a:pt x="35" y="250"/>
                    <a:pt x="10" y="299"/>
                  </a:cubicBezTo>
                  <a:cubicBezTo>
                    <a:pt x="1" y="320"/>
                    <a:pt x="16" y="345"/>
                    <a:pt x="36" y="345"/>
                  </a:cubicBezTo>
                  <a:cubicBezTo>
                    <a:pt x="41" y="345"/>
                    <a:pt x="47" y="343"/>
                    <a:pt x="52" y="340"/>
                  </a:cubicBezTo>
                  <a:cubicBezTo>
                    <a:pt x="155" y="277"/>
                    <a:pt x="214" y="121"/>
                    <a:pt x="159" y="9"/>
                  </a:cubicBezTo>
                  <a:cubicBezTo>
                    <a:pt x="157" y="3"/>
                    <a:pt x="152" y="1"/>
                    <a:pt x="147" y="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3557;p72">
              <a:extLst>
                <a:ext uri="{FF2B5EF4-FFF2-40B4-BE49-F238E27FC236}">
                  <a16:creationId xmlns:a16="http://schemas.microsoft.com/office/drawing/2014/main" id="{89B9E794-7EEC-8FB3-8906-D582630649CF}"/>
                </a:ext>
              </a:extLst>
            </p:cNvPr>
            <p:cNvSpPr/>
            <p:nvPr/>
          </p:nvSpPr>
          <p:spPr>
            <a:xfrm>
              <a:off x="4431017" y="2967866"/>
              <a:ext cx="13171" cy="9430"/>
            </a:xfrm>
            <a:custGeom>
              <a:avLst/>
              <a:gdLst/>
              <a:ahLst/>
              <a:cxnLst/>
              <a:rect l="l" t="t" r="r" b="b"/>
              <a:pathLst>
                <a:path w="257" h="184" extrusionOk="0">
                  <a:moveTo>
                    <a:pt x="20" y="1"/>
                  </a:moveTo>
                  <a:cubicBezTo>
                    <a:pt x="10" y="1"/>
                    <a:pt x="1" y="11"/>
                    <a:pt x="5" y="21"/>
                  </a:cubicBezTo>
                  <a:cubicBezTo>
                    <a:pt x="32" y="98"/>
                    <a:pt x="120" y="166"/>
                    <a:pt x="199" y="182"/>
                  </a:cubicBezTo>
                  <a:cubicBezTo>
                    <a:pt x="203" y="183"/>
                    <a:pt x="206" y="184"/>
                    <a:pt x="209" y="184"/>
                  </a:cubicBezTo>
                  <a:cubicBezTo>
                    <a:pt x="243" y="184"/>
                    <a:pt x="256" y="139"/>
                    <a:pt x="227" y="116"/>
                  </a:cubicBezTo>
                  <a:cubicBezTo>
                    <a:pt x="170" y="74"/>
                    <a:pt x="92" y="26"/>
                    <a:pt x="25" y="1"/>
                  </a:cubicBezTo>
                  <a:cubicBezTo>
                    <a:pt x="23" y="1"/>
                    <a:pt x="21" y="1"/>
                    <a:pt x="20" y="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3558;p72">
              <a:extLst>
                <a:ext uri="{FF2B5EF4-FFF2-40B4-BE49-F238E27FC236}">
                  <a16:creationId xmlns:a16="http://schemas.microsoft.com/office/drawing/2014/main" id="{064FBC04-ADF1-3CCF-D632-45D1793FE505}"/>
                </a:ext>
              </a:extLst>
            </p:cNvPr>
            <p:cNvSpPr/>
            <p:nvPr/>
          </p:nvSpPr>
          <p:spPr>
            <a:xfrm>
              <a:off x="4730353" y="2795316"/>
              <a:ext cx="9020" cy="19320"/>
            </a:xfrm>
            <a:custGeom>
              <a:avLst/>
              <a:gdLst/>
              <a:ahLst/>
              <a:cxnLst/>
              <a:rect l="l" t="t" r="r" b="b"/>
              <a:pathLst>
                <a:path w="176" h="377" extrusionOk="0">
                  <a:moveTo>
                    <a:pt x="83" y="1"/>
                  </a:moveTo>
                  <a:cubicBezTo>
                    <a:pt x="73" y="1"/>
                    <a:pt x="63" y="7"/>
                    <a:pt x="65" y="20"/>
                  </a:cubicBezTo>
                  <a:cubicBezTo>
                    <a:pt x="69" y="77"/>
                    <a:pt x="74" y="132"/>
                    <a:pt x="60" y="187"/>
                  </a:cubicBezTo>
                  <a:cubicBezTo>
                    <a:pt x="48" y="238"/>
                    <a:pt x="11" y="281"/>
                    <a:pt x="3" y="331"/>
                  </a:cubicBezTo>
                  <a:cubicBezTo>
                    <a:pt x="1" y="351"/>
                    <a:pt x="14" y="376"/>
                    <a:pt x="35" y="376"/>
                  </a:cubicBezTo>
                  <a:cubicBezTo>
                    <a:pt x="39" y="376"/>
                    <a:pt x="42" y="376"/>
                    <a:pt x="46" y="374"/>
                  </a:cubicBezTo>
                  <a:cubicBezTo>
                    <a:pt x="175" y="322"/>
                    <a:pt x="175" y="108"/>
                    <a:pt x="105" y="9"/>
                  </a:cubicBezTo>
                  <a:cubicBezTo>
                    <a:pt x="99" y="4"/>
                    <a:pt x="91" y="1"/>
                    <a:pt x="83" y="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3559;p72">
              <a:extLst>
                <a:ext uri="{FF2B5EF4-FFF2-40B4-BE49-F238E27FC236}">
                  <a16:creationId xmlns:a16="http://schemas.microsoft.com/office/drawing/2014/main" id="{F803B369-42E5-ABCA-37EA-B9B249EDA4D4}"/>
                </a:ext>
              </a:extLst>
            </p:cNvPr>
            <p:cNvSpPr/>
            <p:nvPr/>
          </p:nvSpPr>
          <p:spPr>
            <a:xfrm>
              <a:off x="4717439" y="2798442"/>
              <a:ext cx="9993" cy="16963"/>
            </a:xfrm>
            <a:custGeom>
              <a:avLst/>
              <a:gdLst/>
              <a:ahLst/>
              <a:cxnLst/>
              <a:rect l="l" t="t" r="r" b="b"/>
              <a:pathLst>
                <a:path w="195" h="331" extrusionOk="0">
                  <a:moveTo>
                    <a:pt x="22" y="0"/>
                  </a:moveTo>
                  <a:cubicBezTo>
                    <a:pt x="11" y="0"/>
                    <a:pt x="1" y="13"/>
                    <a:pt x="7" y="25"/>
                  </a:cubicBezTo>
                  <a:cubicBezTo>
                    <a:pt x="59" y="119"/>
                    <a:pt x="74" y="201"/>
                    <a:pt x="88" y="306"/>
                  </a:cubicBezTo>
                  <a:cubicBezTo>
                    <a:pt x="90" y="320"/>
                    <a:pt x="103" y="331"/>
                    <a:pt x="116" y="331"/>
                  </a:cubicBezTo>
                  <a:cubicBezTo>
                    <a:pt x="123" y="331"/>
                    <a:pt x="131" y="327"/>
                    <a:pt x="136" y="318"/>
                  </a:cubicBezTo>
                  <a:cubicBezTo>
                    <a:pt x="194" y="207"/>
                    <a:pt x="139" y="60"/>
                    <a:pt x="30" y="2"/>
                  </a:cubicBezTo>
                  <a:cubicBezTo>
                    <a:pt x="27" y="1"/>
                    <a:pt x="25" y="0"/>
                    <a:pt x="22" y="0"/>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3560;p72">
              <a:extLst>
                <a:ext uri="{FF2B5EF4-FFF2-40B4-BE49-F238E27FC236}">
                  <a16:creationId xmlns:a16="http://schemas.microsoft.com/office/drawing/2014/main" id="{C1C0C7F5-31BB-6A63-8631-8B2D10AB0ACE}"/>
                </a:ext>
              </a:extLst>
            </p:cNvPr>
            <p:cNvSpPr/>
            <p:nvPr/>
          </p:nvSpPr>
          <p:spPr>
            <a:xfrm>
              <a:off x="4236123" y="2778712"/>
              <a:ext cx="473988" cy="335569"/>
            </a:xfrm>
            <a:custGeom>
              <a:avLst/>
              <a:gdLst/>
              <a:ahLst/>
              <a:cxnLst/>
              <a:rect l="l" t="t" r="r" b="b"/>
              <a:pathLst>
                <a:path w="9249" h="6548" extrusionOk="0">
                  <a:moveTo>
                    <a:pt x="8440" y="1"/>
                  </a:moveTo>
                  <a:cubicBezTo>
                    <a:pt x="8276" y="1"/>
                    <a:pt x="8095" y="52"/>
                    <a:pt x="7907" y="160"/>
                  </a:cubicBezTo>
                  <a:cubicBezTo>
                    <a:pt x="7188" y="577"/>
                    <a:pt x="6604" y="1692"/>
                    <a:pt x="6604" y="2653"/>
                  </a:cubicBezTo>
                  <a:cubicBezTo>
                    <a:pt x="6604" y="2659"/>
                    <a:pt x="6601" y="2674"/>
                    <a:pt x="6598" y="2691"/>
                  </a:cubicBezTo>
                  <a:lnTo>
                    <a:pt x="2646" y="4931"/>
                  </a:lnTo>
                  <a:cubicBezTo>
                    <a:pt x="2646" y="4222"/>
                    <a:pt x="2306" y="3806"/>
                    <a:pt x="1838" y="3806"/>
                  </a:cubicBezTo>
                  <a:cubicBezTo>
                    <a:pt x="1673" y="3806"/>
                    <a:pt x="1492" y="3858"/>
                    <a:pt x="1304" y="3967"/>
                  </a:cubicBezTo>
                  <a:cubicBezTo>
                    <a:pt x="583" y="4382"/>
                    <a:pt x="1" y="5499"/>
                    <a:pt x="1" y="6458"/>
                  </a:cubicBezTo>
                  <a:cubicBezTo>
                    <a:pt x="1" y="6489"/>
                    <a:pt x="2" y="6517"/>
                    <a:pt x="4" y="6547"/>
                  </a:cubicBezTo>
                  <a:cubicBezTo>
                    <a:pt x="64" y="6512"/>
                    <a:pt x="123" y="6475"/>
                    <a:pt x="182" y="6441"/>
                  </a:cubicBezTo>
                  <a:cubicBezTo>
                    <a:pt x="182" y="6425"/>
                    <a:pt x="180" y="6408"/>
                    <a:pt x="180" y="6391"/>
                  </a:cubicBezTo>
                  <a:cubicBezTo>
                    <a:pt x="180" y="5515"/>
                    <a:pt x="712" y="4497"/>
                    <a:pt x="1368" y="4119"/>
                  </a:cubicBezTo>
                  <a:cubicBezTo>
                    <a:pt x="1537" y="4022"/>
                    <a:pt x="1696" y="3976"/>
                    <a:pt x="1841" y="3976"/>
                  </a:cubicBezTo>
                  <a:cubicBezTo>
                    <a:pt x="2263" y="3976"/>
                    <a:pt x="2558" y="4366"/>
                    <a:pt x="2558" y="5017"/>
                  </a:cubicBezTo>
                  <a:cubicBezTo>
                    <a:pt x="2558" y="5034"/>
                    <a:pt x="2557" y="5052"/>
                    <a:pt x="2557" y="5069"/>
                  </a:cubicBezTo>
                  <a:lnTo>
                    <a:pt x="2558" y="5181"/>
                  </a:lnTo>
                  <a:cubicBezTo>
                    <a:pt x="2558" y="5181"/>
                    <a:pt x="6722" y="2809"/>
                    <a:pt x="6780" y="2776"/>
                  </a:cubicBezTo>
                  <a:cubicBezTo>
                    <a:pt x="6780" y="2759"/>
                    <a:pt x="6783" y="2602"/>
                    <a:pt x="6783" y="2586"/>
                  </a:cubicBezTo>
                  <a:cubicBezTo>
                    <a:pt x="6783" y="1709"/>
                    <a:pt x="7315" y="692"/>
                    <a:pt x="7972" y="312"/>
                  </a:cubicBezTo>
                  <a:cubicBezTo>
                    <a:pt x="8140" y="215"/>
                    <a:pt x="8299" y="169"/>
                    <a:pt x="8444" y="169"/>
                  </a:cubicBezTo>
                  <a:cubicBezTo>
                    <a:pt x="8866" y="169"/>
                    <a:pt x="9161" y="559"/>
                    <a:pt x="9161" y="1212"/>
                  </a:cubicBezTo>
                  <a:cubicBezTo>
                    <a:pt x="9161" y="1229"/>
                    <a:pt x="9160" y="1247"/>
                    <a:pt x="9160" y="1264"/>
                  </a:cubicBezTo>
                  <a:lnTo>
                    <a:pt x="9249" y="1262"/>
                  </a:lnTo>
                  <a:cubicBezTo>
                    <a:pt x="9249" y="1232"/>
                    <a:pt x="9249" y="1155"/>
                    <a:pt x="9249" y="1126"/>
                  </a:cubicBezTo>
                  <a:cubicBezTo>
                    <a:pt x="9249" y="416"/>
                    <a:pt x="8909" y="1"/>
                    <a:pt x="8440" y="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3561;p72">
              <a:extLst>
                <a:ext uri="{FF2B5EF4-FFF2-40B4-BE49-F238E27FC236}">
                  <a16:creationId xmlns:a16="http://schemas.microsoft.com/office/drawing/2014/main" id="{4B3CAF0D-3F7A-77B7-B55F-2A35BD8379E7}"/>
                </a:ext>
              </a:extLst>
            </p:cNvPr>
            <p:cNvSpPr/>
            <p:nvPr/>
          </p:nvSpPr>
          <p:spPr>
            <a:xfrm>
              <a:off x="4511219" y="2854917"/>
              <a:ext cx="27059" cy="12402"/>
            </a:xfrm>
            <a:custGeom>
              <a:avLst/>
              <a:gdLst/>
              <a:ahLst/>
              <a:cxnLst/>
              <a:rect l="l" t="t" r="r" b="b"/>
              <a:pathLst>
                <a:path w="528" h="242" extrusionOk="0">
                  <a:moveTo>
                    <a:pt x="108" y="1"/>
                  </a:moveTo>
                  <a:cubicBezTo>
                    <a:pt x="6" y="30"/>
                    <a:pt x="0" y="179"/>
                    <a:pt x="79" y="226"/>
                  </a:cubicBezTo>
                  <a:cubicBezTo>
                    <a:pt x="97" y="237"/>
                    <a:pt x="132" y="241"/>
                    <a:pt x="175" y="241"/>
                  </a:cubicBezTo>
                  <a:cubicBezTo>
                    <a:pt x="312" y="241"/>
                    <a:pt x="528" y="199"/>
                    <a:pt x="528" y="199"/>
                  </a:cubicBezTo>
                  <a:lnTo>
                    <a:pt x="528"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3562;p72">
              <a:extLst>
                <a:ext uri="{FF2B5EF4-FFF2-40B4-BE49-F238E27FC236}">
                  <a16:creationId xmlns:a16="http://schemas.microsoft.com/office/drawing/2014/main" id="{7043A868-E0FF-2FA7-C126-E906304EBC31}"/>
                </a:ext>
              </a:extLst>
            </p:cNvPr>
            <p:cNvSpPr/>
            <p:nvPr/>
          </p:nvSpPr>
          <p:spPr>
            <a:xfrm>
              <a:off x="4524543" y="2841285"/>
              <a:ext cx="56116" cy="45969"/>
            </a:xfrm>
            <a:custGeom>
              <a:avLst/>
              <a:gdLst/>
              <a:ahLst/>
              <a:cxnLst/>
              <a:rect l="l" t="t" r="r" b="b"/>
              <a:pathLst>
                <a:path w="1095" h="897" extrusionOk="0">
                  <a:moveTo>
                    <a:pt x="1" y="0"/>
                  </a:moveTo>
                  <a:lnTo>
                    <a:pt x="1" y="609"/>
                  </a:lnTo>
                  <a:cubicBezTo>
                    <a:pt x="1" y="609"/>
                    <a:pt x="472" y="831"/>
                    <a:pt x="872" y="897"/>
                  </a:cubicBezTo>
                  <a:cubicBezTo>
                    <a:pt x="1094" y="761"/>
                    <a:pt x="656" y="310"/>
                    <a:pt x="436" y="189"/>
                  </a:cubicBezTo>
                  <a:cubicBezTo>
                    <a:pt x="217" y="68"/>
                    <a:pt x="1" y="0"/>
                    <a:pt x="1" y="0"/>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3563;p72">
              <a:extLst>
                <a:ext uri="{FF2B5EF4-FFF2-40B4-BE49-F238E27FC236}">
                  <a16:creationId xmlns:a16="http://schemas.microsoft.com/office/drawing/2014/main" id="{3AD1883C-1059-A624-9F26-C10467084471}"/>
                </a:ext>
              </a:extLst>
            </p:cNvPr>
            <p:cNvSpPr/>
            <p:nvPr/>
          </p:nvSpPr>
          <p:spPr>
            <a:xfrm>
              <a:off x="4527874" y="2832932"/>
              <a:ext cx="57961" cy="54527"/>
            </a:xfrm>
            <a:custGeom>
              <a:avLst/>
              <a:gdLst/>
              <a:ahLst/>
              <a:cxnLst/>
              <a:rect l="l" t="t" r="r" b="b"/>
              <a:pathLst>
                <a:path w="1131" h="1064" extrusionOk="0">
                  <a:moveTo>
                    <a:pt x="125" y="0"/>
                  </a:moveTo>
                  <a:cubicBezTo>
                    <a:pt x="96" y="0"/>
                    <a:pt x="65" y="11"/>
                    <a:pt x="33" y="39"/>
                  </a:cubicBezTo>
                  <a:cubicBezTo>
                    <a:pt x="20" y="50"/>
                    <a:pt x="10" y="62"/>
                    <a:pt x="0" y="73"/>
                  </a:cubicBezTo>
                  <a:cubicBezTo>
                    <a:pt x="138" y="126"/>
                    <a:pt x="499" y="338"/>
                    <a:pt x="701" y="533"/>
                  </a:cubicBezTo>
                  <a:cubicBezTo>
                    <a:pt x="885" y="709"/>
                    <a:pt x="971" y="911"/>
                    <a:pt x="929" y="1063"/>
                  </a:cubicBezTo>
                  <a:cubicBezTo>
                    <a:pt x="1112" y="1040"/>
                    <a:pt x="1130" y="884"/>
                    <a:pt x="1015" y="655"/>
                  </a:cubicBezTo>
                  <a:cubicBezTo>
                    <a:pt x="874" y="378"/>
                    <a:pt x="540" y="188"/>
                    <a:pt x="309" y="77"/>
                  </a:cubicBezTo>
                  <a:cubicBezTo>
                    <a:pt x="243" y="45"/>
                    <a:pt x="186" y="0"/>
                    <a:pt x="125" y="0"/>
                  </a:cubicBezTo>
                  <a:close/>
                </a:path>
              </a:pathLst>
            </a:custGeom>
            <a:solidFill>
              <a:srgbClr val="55D6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3564;p72">
              <a:extLst>
                <a:ext uri="{FF2B5EF4-FFF2-40B4-BE49-F238E27FC236}">
                  <a16:creationId xmlns:a16="http://schemas.microsoft.com/office/drawing/2014/main" id="{DF4ADA14-854D-D2C0-69F8-6052F558E1B4}"/>
                </a:ext>
              </a:extLst>
            </p:cNvPr>
            <p:cNvSpPr/>
            <p:nvPr/>
          </p:nvSpPr>
          <p:spPr>
            <a:xfrm>
              <a:off x="4524543" y="2836622"/>
              <a:ext cx="53092" cy="50940"/>
            </a:xfrm>
            <a:custGeom>
              <a:avLst/>
              <a:gdLst/>
              <a:ahLst/>
              <a:cxnLst/>
              <a:rect l="l" t="t" r="r" b="b"/>
              <a:pathLst>
                <a:path w="1036" h="994" extrusionOk="0">
                  <a:moveTo>
                    <a:pt x="65" y="1"/>
                  </a:moveTo>
                  <a:cubicBezTo>
                    <a:pt x="41" y="27"/>
                    <a:pt x="19" y="57"/>
                    <a:pt x="1" y="91"/>
                  </a:cubicBezTo>
                  <a:cubicBezTo>
                    <a:pt x="165" y="171"/>
                    <a:pt x="462" y="353"/>
                    <a:pt x="640" y="523"/>
                  </a:cubicBezTo>
                  <a:cubicBezTo>
                    <a:pt x="798" y="677"/>
                    <a:pt x="879" y="847"/>
                    <a:pt x="872" y="988"/>
                  </a:cubicBezTo>
                  <a:cubicBezTo>
                    <a:pt x="901" y="992"/>
                    <a:pt x="927" y="994"/>
                    <a:pt x="951" y="994"/>
                  </a:cubicBezTo>
                  <a:cubicBezTo>
                    <a:pt x="967" y="994"/>
                    <a:pt x="981" y="993"/>
                    <a:pt x="994" y="991"/>
                  </a:cubicBezTo>
                  <a:cubicBezTo>
                    <a:pt x="1036" y="839"/>
                    <a:pt x="950" y="637"/>
                    <a:pt x="766" y="461"/>
                  </a:cubicBezTo>
                  <a:cubicBezTo>
                    <a:pt x="564" y="266"/>
                    <a:pt x="203" y="54"/>
                    <a:pt x="65" y="1"/>
                  </a:cubicBezTo>
                  <a:close/>
                </a:path>
              </a:pathLst>
            </a:custGeom>
            <a:solidFill>
              <a:srgbClr val="55D6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3565;p72">
              <a:extLst>
                <a:ext uri="{FF2B5EF4-FFF2-40B4-BE49-F238E27FC236}">
                  <a16:creationId xmlns:a16="http://schemas.microsoft.com/office/drawing/2014/main" id="{116069B6-50BB-8B1C-BB02-56BE84FD6764}"/>
                </a:ext>
              </a:extLst>
            </p:cNvPr>
            <p:cNvSpPr/>
            <p:nvPr/>
          </p:nvSpPr>
          <p:spPr>
            <a:xfrm>
              <a:off x="4867440" y="4077168"/>
              <a:ext cx="99215" cy="715466"/>
            </a:xfrm>
            <a:custGeom>
              <a:avLst/>
              <a:gdLst/>
              <a:ahLst/>
              <a:cxnLst/>
              <a:rect l="l" t="t" r="r" b="b"/>
              <a:pathLst>
                <a:path w="1936" h="13961" extrusionOk="0">
                  <a:moveTo>
                    <a:pt x="1935" y="0"/>
                  </a:moveTo>
                  <a:lnTo>
                    <a:pt x="1" y="1118"/>
                  </a:lnTo>
                  <a:lnTo>
                    <a:pt x="1" y="13961"/>
                  </a:lnTo>
                  <a:lnTo>
                    <a:pt x="1935" y="12843"/>
                  </a:lnTo>
                  <a:lnTo>
                    <a:pt x="1935" y="0"/>
                  </a:ln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3566;p72">
              <a:extLst>
                <a:ext uri="{FF2B5EF4-FFF2-40B4-BE49-F238E27FC236}">
                  <a16:creationId xmlns:a16="http://schemas.microsoft.com/office/drawing/2014/main" id="{23865552-8A8E-82FE-58CD-7105C8235F94}"/>
                </a:ext>
              </a:extLst>
            </p:cNvPr>
            <p:cNvSpPr/>
            <p:nvPr/>
          </p:nvSpPr>
          <p:spPr>
            <a:xfrm>
              <a:off x="4768225" y="4077168"/>
              <a:ext cx="99266" cy="715466"/>
            </a:xfrm>
            <a:custGeom>
              <a:avLst/>
              <a:gdLst/>
              <a:ahLst/>
              <a:cxnLst/>
              <a:rect l="l" t="t" r="r" b="b"/>
              <a:pathLst>
                <a:path w="1937" h="13961" extrusionOk="0">
                  <a:moveTo>
                    <a:pt x="0" y="0"/>
                  </a:moveTo>
                  <a:lnTo>
                    <a:pt x="0" y="12843"/>
                  </a:lnTo>
                  <a:lnTo>
                    <a:pt x="1937" y="13961"/>
                  </a:lnTo>
                  <a:lnTo>
                    <a:pt x="1937" y="1118"/>
                  </a:lnTo>
                  <a:lnTo>
                    <a:pt x="0" y="0"/>
                  </a:ln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3567;p72">
              <a:extLst>
                <a:ext uri="{FF2B5EF4-FFF2-40B4-BE49-F238E27FC236}">
                  <a16:creationId xmlns:a16="http://schemas.microsoft.com/office/drawing/2014/main" id="{7ABF40D9-55BF-B904-5026-A59A68FD160E}"/>
                </a:ext>
              </a:extLst>
            </p:cNvPr>
            <p:cNvSpPr/>
            <p:nvPr/>
          </p:nvSpPr>
          <p:spPr>
            <a:xfrm>
              <a:off x="4867440" y="4462395"/>
              <a:ext cx="99215" cy="330239"/>
            </a:xfrm>
            <a:custGeom>
              <a:avLst/>
              <a:gdLst/>
              <a:ahLst/>
              <a:cxnLst/>
              <a:rect l="l" t="t" r="r" b="b"/>
              <a:pathLst>
                <a:path w="1936" h="6444" extrusionOk="0">
                  <a:moveTo>
                    <a:pt x="1935" y="0"/>
                  </a:moveTo>
                  <a:lnTo>
                    <a:pt x="1" y="1118"/>
                  </a:lnTo>
                  <a:lnTo>
                    <a:pt x="1" y="6444"/>
                  </a:lnTo>
                  <a:lnTo>
                    <a:pt x="1935" y="5326"/>
                  </a:lnTo>
                  <a:lnTo>
                    <a:pt x="1935" y="0"/>
                  </a:ln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3568;p72">
              <a:extLst>
                <a:ext uri="{FF2B5EF4-FFF2-40B4-BE49-F238E27FC236}">
                  <a16:creationId xmlns:a16="http://schemas.microsoft.com/office/drawing/2014/main" id="{0ECDF5FA-95FE-14E9-F4F3-18276B91BEF6}"/>
                </a:ext>
              </a:extLst>
            </p:cNvPr>
            <p:cNvSpPr/>
            <p:nvPr/>
          </p:nvSpPr>
          <p:spPr>
            <a:xfrm>
              <a:off x="4768225" y="4462395"/>
              <a:ext cx="99266" cy="330239"/>
            </a:xfrm>
            <a:custGeom>
              <a:avLst/>
              <a:gdLst/>
              <a:ahLst/>
              <a:cxnLst/>
              <a:rect l="l" t="t" r="r" b="b"/>
              <a:pathLst>
                <a:path w="1937" h="6444" extrusionOk="0">
                  <a:moveTo>
                    <a:pt x="0" y="0"/>
                  </a:moveTo>
                  <a:lnTo>
                    <a:pt x="0" y="5326"/>
                  </a:lnTo>
                  <a:lnTo>
                    <a:pt x="1937" y="6444"/>
                  </a:lnTo>
                  <a:lnTo>
                    <a:pt x="1937" y="1118"/>
                  </a:lnTo>
                  <a:lnTo>
                    <a:pt x="0" y="0"/>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3569;p72">
              <a:extLst>
                <a:ext uri="{FF2B5EF4-FFF2-40B4-BE49-F238E27FC236}">
                  <a16:creationId xmlns:a16="http://schemas.microsoft.com/office/drawing/2014/main" id="{D236D933-33CA-2762-C2F2-843B246702F4}"/>
                </a:ext>
              </a:extLst>
            </p:cNvPr>
            <p:cNvSpPr/>
            <p:nvPr/>
          </p:nvSpPr>
          <p:spPr>
            <a:xfrm>
              <a:off x="4768225" y="4019105"/>
              <a:ext cx="198430" cy="115358"/>
            </a:xfrm>
            <a:custGeom>
              <a:avLst/>
              <a:gdLst/>
              <a:ahLst/>
              <a:cxnLst/>
              <a:rect l="l" t="t" r="r" b="b"/>
              <a:pathLst>
                <a:path w="3872" h="2251" extrusionOk="0">
                  <a:moveTo>
                    <a:pt x="1937" y="0"/>
                  </a:moveTo>
                  <a:lnTo>
                    <a:pt x="0" y="1133"/>
                  </a:lnTo>
                  <a:lnTo>
                    <a:pt x="1937" y="2251"/>
                  </a:lnTo>
                  <a:lnTo>
                    <a:pt x="3871" y="1133"/>
                  </a:lnTo>
                  <a:lnTo>
                    <a:pt x="1937"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3570;p72">
              <a:extLst>
                <a:ext uri="{FF2B5EF4-FFF2-40B4-BE49-F238E27FC236}">
                  <a16:creationId xmlns:a16="http://schemas.microsoft.com/office/drawing/2014/main" id="{5CC4440D-A51F-6A1F-04CF-96EBED99248B}"/>
                </a:ext>
              </a:extLst>
            </p:cNvPr>
            <p:cNvSpPr/>
            <p:nvPr/>
          </p:nvSpPr>
          <p:spPr>
            <a:xfrm>
              <a:off x="4767917" y="4572320"/>
              <a:ext cx="99420" cy="96807"/>
            </a:xfrm>
            <a:custGeom>
              <a:avLst/>
              <a:gdLst/>
              <a:ahLst/>
              <a:cxnLst/>
              <a:rect l="l" t="t" r="r" b="b"/>
              <a:pathLst>
                <a:path w="1940" h="1889" extrusionOk="0">
                  <a:moveTo>
                    <a:pt x="1940" y="0"/>
                  </a:moveTo>
                  <a:lnTo>
                    <a:pt x="0" y="787"/>
                  </a:lnTo>
                  <a:lnTo>
                    <a:pt x="6" y="1889"/>
                  </a:lnTo>
                  <a:lnTo>
                    <a:pt x="1940" y="1107"/>
                  </a:lnTo>
                  <a:lnTo>
                    <a:pt x="1940"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3571;p72">
              <a:extLst>
                <a:ext uri="{FF2B5EF4-FFF2-40B4-BE49-F238E27FC236}">
                  <a16:creationId xmlns:a16="http://schemas.microsoft.com/office/drawing/2014/main" id="{AEF796C5-97A4-3D77-AE33-660EA6D37461}"/>
                </a:ext>
              </a:extLst>
            </p:cNvPr>
            <p:cNvSpPr/>
            <p:nvPr/>
          </p:nvSpPr>
          <p:spPr>
            <a:xfrm>
              <a:off x="4768225" y="4694238"/>
              <a:ext cx="99113" cy="73899"/>
            </a:xfrm>
            <a:custGeom>
              <a:avLst/>
              <a:gdLst/>
              <a:ahLst/>
              <a:cxnLst/>
              <a:rect l="l" t="t" r="r" b="b"/>
              <a:pathLst>
                <a:path w="1934" h="1442" extrusionOk="0">
                  <a:moveTo>
                    <a:pt x="1934" y="1"/>
                  </a:moveTo>
                  <a:lnTo>
                    <a:pt x="0" y="784"/>
                  </a:lnTo>
                  <a:lnTo>
                    <a:pt x="0" y="802"/>
                  </a:lnTo>
                  <a:lnTo>
                    <a:pt x="1107" y="1442"/>
                  </a:lnTo>
                  <a:lnTo>
                    <a:pt x="1934" y="1107"/>
                  </a:lnTo>
                  <a:lnTo>
                    <a:pt x="1934"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3572;p72">
              <a:extLst>
                <a:ext uri="{FF2B5EF4-FFF2-40B4-BE49-F238E27FC236}">
                  <a16:creationId xmlns:a16="http://schemas.microsoft.com/office/drawing/2014/main" id="{545707A9-B0A3-E547-50D7-B5ED0BB8B670}"/>
                </a:ext>
              </a:extLst>
            </p:cNvPr>
            <p:cNvSpPr/>
            <p:nvPr/>
          </p:nvSpPr>
          <p:spPr>
            <a:xfrm>
              <a:off x="4767917" y="4479358"/>
              <a:ext cx="87479" cy="68620"/>
            </a:xfrm>
            <a:custGeom>
              <a:avLst/>
              <a:gdLst/>
              <a:ahLst/>
              <a:cxnLst/>
              <a:rect l="l" t="t" r="r" b="b"/>
              <a:pathLst>
                <a:path w="1707" h="1339" extrusionOk="0">
                  <a:moveTo>
                    <a:pt x="581" y="0"/>
                  </a:moveTo>
                  <a:lnTo>
                    <a:pt x="0" y="235"/>
                  </a:lnTo>
                  <a:lnTo>
                    <a:pt x="6" y="1339"/>
                  </a:lnTo>
                  <a:lnTo>
                    <a:pt x="1707" y="650"/>
                  </a:lnTo>
                  <a:lnTo>
                    <a:pt x="581"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3573;p72">
              <a:extLst>
                <a:ext uri="{FF2B5EF4-FFF2-40B4-BE49-F238E27FC236}">
                  <a16:creationId xmlns:a16="http://schemas.microsoft.com/office/drawing/2014/main" id="{79005694-6759-EB5E-B3A8-4992F0FBC642}"/>
                </a:ext>
              </a:extLst>
            </p:cNvPr>
            <p:cNvSpPr/>
            <p:nvPr/>
          </p:nvSpPr>
          <p:spPr>
            <a:xfrm>
              <a:off x="4867286" y="4464957"/>
              <a:ext cx="94808" cy="164094"/>
            </a:xfrm>
            <a:custGeom>
              <a:avLst/>
              <a:gdLst/>
              <a:ahLst/>
              <a:cxnLst/>
              <a:rect l="l" t="t" r="r" b="b"/>
              <a:pathLst>
                <a:path w="1850" h="3202" extrusionOk="0">
                  <a:moveTo>
                    <a:pt x="1850" y="1"/>
                  </a:moveTo>
                  <a:lnTo>
                    <a:pt x="891" y="553"/>
                  </a:lnTo>
                  <a:lnTo>
                    <a:pt x="1" y="2095"/>
                  </a:lnTo>
                  <a:lnTo>
                    <a:pt x="1" y="3202"/>
                  </a:lnTo>
                  <a:lnTo>
                    <a:pt x="1850"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3574;p72">
              <a:extLst>
                <a:ext uri="{FF2B5EF4-FFF2-40B4-BE49-F238E27FC236}">
                  <a16:creationId xmlns:a16="http://schemas.microsoft.com/office/drawing/2014/main" id="{696A3C57-CCB5-8C32-8D98-DC80C7EEBF6E}"/>
                </a:ext>
              </a:extLst>
            </p:cNvPr>
            <p:cNvSpPr/>
            <p:nvPr/>
          </p:nvSpPr>
          <p:spPr>
            <a:xfrm>
              <a:off x="4867286" y="4522508"/>
              <a:ext cx="99266" cy="228513"/>
            </a:xfrm>
            <a:custGeom>
              <a:avLst/>
              <a:gdLst/>
              <a:ahLst/>
              <a:cxnLst/>
              <a:rect l="l" t="t" r="r" b="b"/>
              <a:pathLst>
                <a:path w="1937" h="4459" extrusionOk="0">
                  <a:moveTo>
                    <a:pt x="1937" y="0"/>
                  </a:moveTo>
                  <a:lnTo>
                    <a:pt x="1" y="3353"/>
                  </a:lnTo>
                  <a:lnTo>
                    <a:pt x="1" y="4458"/>
                  </a:lnTo>
                  <a:lnTo>
                    <a:pt x="1937" y="1105"/>
                  </a:lnTo>
                  <a:lnTo>
                    <a:pt x="1937"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3575;p72">
              <a:extLst>
                <a:ext uri="{FF2B5EF4-FFF2-40B4-BE49-F238E27FC236}">
                  <a16:creationId xmlns:a16="http://schemas.microsoft.com/office/drawing/2014/main" id="{75DC528E-7B99-3A9A-B9EB-1A348C597C2E}"/>
                </a:ext>
              </a:extLst>
            </p:cNvPr>
            <p:cNvSpPr/>
            <p:nvPr/>
          </p:nvSpPr>
          <p:spPr>
            <a:xfrm>
              <a:off x="4888400" y="4645348"/>
              <a:ext cx="78409" cy="135140"/>
            </a:xfrm>
            <a:custGeom>
              <a:avLst/>
              <a:gdLst/>
              <a:ahLst/>
              <a:cxnLst/>
              <a:rect l="l" t="t" r="r" b="b"/>
              <a:pathLst>
                <a:path w="1530" h="2637" extrusionOk="0">
                  <a:moveTo>
                    <a:pt x="1522" y="1"/>
                  </a:moveTo>
                  <a:lnTo>
                    <a:pt x="1" y="2636"/>
                  </a:lnTo>
                  <a:lnTo>
                    <a:pt x="958" y="2083"/>
                  </a:lnTo>
                  <a:lnTo>
                    <a:pt x="1530" y="1092"/>
                  </a:lnTo>
                  <a:lnTo>
                    <a:pt x="1522"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3576;p72">
              <a:extLst>
                <a:ext uri="{FF2B5EF4-FFF2-40B4-BE49-F238E27FC236}">
                  <a16:creationId xmlns:a16="http://schemas.microsoft.com/office/drawing/2014/main" id="{DB3DF74A-F65C-9EAC-3CF6-951778A953D4}"/>
                </a:ext>
              </a:extLst>
            </p:cNvPr>
            <p:cNvSpPr/>
            <p:nvPr/>
          </p:nvSpPr>
          <p:spPr>
            <a:xfrm>
              <a:off x="2976204" y="1528992"/>
              <a:ext cx="3695560" cy="2131332"/>
            </a:xfrm>
            <a:custGeom>
              <a:avLst/>
              <a:gdLst/>
              <a:ahLst/>
              <a:cxnLst/>
              <a:rect l="l" t="t" r="r" b="b"/>
              <a:pathLst>
                <a:path w="72112" h="41589" extrusionOk="0">
                  <a:moveTo>
                    <a:pt x="523" y="1"/>
                  </a:moveTo>
                  <a:lnTo>
                    <a:pt x="0" y="303"/>
                  </a:lnTo>
                  <a:lnTo>
                    <a:pt x="71589" y="41588"/>
                  </a:lnTo>
                  <a:lnTo>
                    <a:pt x="72112" y="41286"/>
                  </a:lnTo>
                  <a:lnTo>
                    <a:pt x="523" y="1"/>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3577;p72">
              <a:extLst>
                <a:ext uri="{FF2B5EF4-FFF2-40B4-BE49-F238E27FC236}">
                  <a16:creationId xmlns:a16="http://schemas.microsoft.com/office/drawing/2014/main" id="{44FADB89-F522-D45B-D0CF-9AB8C38B2040}"/>
                </a:ext>
              </a:extLst>
            </p:cNvPr>
            <p:cNvSpPr/>
            <p:nvPr/>
          </p:nvSpPr>
          <p:spPr>
            <a:xfrm>
              <a:off x="2976204" y="1544469"/>
              <a:ext cx="3668757" cy="2262218"/>
            </a:xfrm>
            <a:custGeom>
              <a:avLst/>
              <a:gdLst/>
              <a:ahLst/>
              <a:cxnLst/>
              <a:rect l="l" t="t" r="r" b="b"/>
              <a:pathLst>
                <a:path w="71589" h="44143" extrusionOk="0">
                  <a:moveTo>
                    <a:pt x="0" y="1"/>
                  </a:moveTo>
                  <a:lnTo>
                    <a:pt x="0" y="2857"/>
                  </a:lnTo>
                  <a:lnTo>
                    <a:pt x="71589" y="44143"/>
                  </a:lnTo>
                  <a:lnTo>
                    <a:pt x="71589" y="41286"/>
                  </a:lnTo>
                  <a:lnTo>
                    <a:pt x="0" y="1"/>
                  </a:ln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3578;p72">
              <a:extLst>
                <a:ext uri="{FF2B5EF4-FFF2-40B4-BE49-F238E27FC236}">
                  <a16:creationId xmlns:a16="http://schemas.microsoft.com/office/drawing/2014/main" id="{A5272F9E-B44A-177D-EC67-3617074883C8}"/>
                </a:ext>
              </a:extLst>
            </p:cNvPr>
            <p:cNvSpPr/>
            <p:nvPr/>
          </p:nvSpPr>
          <p:spPr>
            <a:xfrm>
              <a:off x="6644907" y="3644793"/>
              <a:ext cx="26854" cy="161891"/>
            </a:xfrm>
            <a:custGeom>
              <a:avLst/>
              <a:gdLst/>
              <a:ahLst/>
              <a:cxnLst/>
              <a:rect l="l" t="t" r="r" b="b"/>
              <a:pathLst>
                <a:path w="524" h="3159" extrusionOk="0">
                  <a:moveTo>
                    <a:pt x="524" y="0"/>
                  </a:moveTo>
                  <a:lnTo>
                    <a:pt x="1" y="302"/>
                  </a:lnTo>
                  <a:lnTo>
                    <a:pt x="1" y="3159"/>
                  </a:lnTo>
                  <a:lnTo>
                    <a:pt x="524" y="2857"/>
                  </a:lnTo>
                  <a:lnTo>
                    <a:pt x="524" y="0"/>
                  </a:lnTo>
                  <a:close/>
                </a:path>
              </a:pathLst>
            </a:custGeom>
            <a:solidFill>
              <a:srgbClr val="717B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3579;p72">
              <a:extLst>
                <a:ext uri="{FF2B5EF4-FFF2-40B4-BE49-F238E27FC236}">
                  <a16:creationId xmlns:a16="http://schemas.microsoft.com/office/drawing/2014/main" id="{B8919625-DB81-58B9-B0D8-33F4720B0CF2}"/>
                </a:ext>
              </a:extLst>
            </p:cNvPr>
            <p:cNvSpPr/>
            <p:nvPr/>
          </p:nvSpPr>
          <p:spPr>
            <a:xfrm>
              <a:off x="6494598" y="3142517"/>
              <a:ext cx="99215" cy="715466"/>
            </a:xfrm>
            <a:custGeom>
              <a:avLst/>
              <a:gdLst/>
              <a:ahLst/>
              <a:cxnLst/>
              <a:rect l="l" t="t" r="r" b="b"/>
              <a:pathLst>
                <a:path w="1936" h="13961" extrusionOk="0">
                  <a:moveTo>
                    <a:pt x="1936" y="0"/>
                  </a:moveTo>
                  <a:lnTo>
                    <a:pt x="1" y="1118"/>
                  </a:lnTo>
                  <a:lnTo>
                    <a:pt x="1" y="13961"/>
                  </a:lnTo>
                  <a:lnTo>
                    <a:pt x="1936" y="12843"/>
                  </a:lnTo>
                  <a:lnTo>
                    <a:pt x="1936" y="0"/>
                  </a:ln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3580;p72">
              <a:extLst>
                <a:ext uri="{FF2B5EF4-FFF2-40B4-BE49-F238E27FC236}">
                  <a16:creationId xmlns:a16="http://schemas.microsoft.com/office/drawing/2014/main" id="{C093FACE-5F9A-01EB-EC92-CAC783D7CD9B}"/>
                </a:ext>
              </a:extLst>
            </p:cNvPr>
            <p:cNvSpPr/>
            <p:nvPr/>
          </p:nvSpPr>
          <p:spPr>
            <a:xfrm>
              <a:off x="6395383" y="3142517"/>
              <a:ext cx="99266" cy="715466"/>
            </a:xfrm>
            <a:custGeom>
              <a:avLst/>
              <a:gdLst/>
              <a:ahLst/>
              <a:cxnLst/>
              <a:rect l="l" t="t" r="r" b="b"/>
              <a:pathLst>
                <a:path w="1937" h="13961" extrusionOk="0">
                  <a:moveTo>
                    <a:pt x="1" y="0"/>
                  </a:moveTo>
                  <a:lnTo>
                    <a:pt x="1" y="12843"/>
                  </a:lnTo>
                  <a:lnTo>
                    <a:pt x="1937" y="13961"/>
                  </a:lnTo>
                  <a:lnTo>
                    <a:pt x="1937" y="1118"/>
                  </a:lnTo>
                  <a:lnTo>
                    <a:pt x="1" y="0"/>
                  </a:ln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3581;p72">
              <a:extLst>
                <a:ext uri="{FF2B5EF4-FFF2-40B4-BE49-F238E27FC236}">
                  <a16:creationId xmlns:a16="http://schemas.microsoft.com/office/drawing/2014/main" id="{9C879FDB-BE6E-1537-8F3B-60DBFCF51B42}"/>
                </a:ext>
              </a:extLst>
            </p:cNvPr>
            <p:cNvSpPr/>
            <p:nvPr/>
          </p:nvSpPr>
          <p:spPr>
            <a:xfrm>
              <a:off x="6494598" y="3527744"/>
              <a:ext cx="99215" cy="330239"/>
            </a:xfrm>
            <a:custGeom>
              <a:avLst/>
              <a:gdLst/>
              <a:ahLst/>
              <a:cxnLst/>
              <a:rect l="l" t="t" r="r" b="b"/>
              <a:pathLst>
                <a:path w="1936" h="6444" extrusionOk="0">
                  <a:moveTo>
                    <a:pt x="1936" y="0"/>
                  </a:moveTo>
                  <a:lnTo>
                    <a:pt x="1" y="1118"/>
                  </a:lnTo>
                  <a:lnTo>
                    <a:pt x="1" y="6444"/>
                  </a:lnTo>
                  <a:lnTo>
                    <a:pt x="1936" y="5326"/>
                  </a:lnTo>
                  <a:lnTo>
                    <a:pt x="1936" y="0"/>
                  </a:ln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3582;p72">
              <a:extLst>
                <a:ext uri="{FF2B5EF4-FFF2-40B4-BE49-F238E27FC236}">
                  <a16:creationId xmlns:a16="http://schemas.microsoft.com/office/drawing/2014/main" id="{9C9CAC0C-8B94-6ACA-D6C5-91CDBF0E5EBB}"/>
                </a:ext>
              </a:extLst>
            </p:cNvPr>
            <p:cNvSpPr/>
            <p:nvPr/>
          </p:nvSpPr>
          <p:spPr>
            <a:xfrm>
              <a:off x="6395383" y="3527744"/>
              <a:ext cx="99266" cy="330239"/>
            </a:xfrm>
            <a:custGeom>
              <a:avLst/>
              <a:gdLst/>
              <a:ahLst/>
              <a:cxnLst/>
              <a:rect l="l" t="t" r="r" b="b"/>
              <a:pathLst>
                <a:path w="1937" h="6444" extrusionOk="0">
                  <a:moveTo>
                    <a:pt x="1" y="0"/>
                  </a:moveTo>
                  <a:lnTo>
                    <a:pt x="1" y="5326"/>
                  </a:lnTo>
                  <a:lnTo>
                    <a:pt x="1937" y="6444"/>
                  </a:lnTo>
                  <a:lnTo>
                    <a:pt x="1937" y="1118"/>
                  </a:lnTo>
                  <a:lnTo>
                    <a:pt x="1" y="0"/>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3583;p72">
              <a:extLst>
                <a:ext uri="{FF2B5EF4-FFF2-40B4-BE49-F238E27FC236}">
                  <a16:creationId xmlns:a16="http://schemas.microsoft.com/office/drawing/2014/main" id="{1A9B2BA6-4E0E-F538-43E1-EC16880CB9A0}"/>
                </a:ext>
              </a:extLst>
            </p:cNvPr>
            <p:cNvSpPr/>
            <p:nvPr/>
          </p:nvSpPr>
          <p:spPr>
            <a:xfrm>
              <a:off x="6395383" y="3084505"/>
              <a:ext cx="198430" cy="115307"/>
            </a:xfrm>
            <a:custGeom>
              <a:avLst/>
              <a:gdLst/>
              <a:ahLst/>
              <a:cxnLst/>
              <a:rect l="l" t="t" r="r" b="b"/>
              <a:pathLst>
                <a:path w="3872" h="2250" extrusionOk="0">
                  <a:moveTo>
                    <a:pt x="1937" y="1"/>
                  </a:moveTo>
                  <a:lnTo>
                    <a:pt x="1" y="1132"/>
                  </a:lnTo>
                  <a:lnTo>
                    <a:pt x="1937" y="2250"/>
                  </a:lnTo>
                  <a:lnTo>
                    <a:pt x="3872" y="1132"/>
                  </a:lnTo>
                  <a:lnTo>
                    <a:pt x="1937"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3584;p72">
              <a:extLst>
                <a:ext uri="{FF2B5EF4-FFF2-40B4-BE49-F238E27FC236}">
                  <a16:creationId xmlns:a16="http://schemas.microsoft.com/office/drawing/2014/main" id="{19F24C5A-2D2E-C2A0-9EF7-325A2A80F116}"/>
                </a:ext>
              </a:extLst>
            </p:cNvPr>
            <p:cNvSpPr/>
            <p:nvPr/>
          </p:nvSpPr>
          <p:spPr>
            <a:xfrm>
              <a:off x="6395075" y="3637721"/>
              <a:ext cx="99420" cy="96755"/>
            </a:xfrm>
            <a:custGeom>
              <a:avLst/>
              <a:gdLst/>
              <a:ahLst/>
              <a:cxnLst/>
              <a:rect l="l" t="t" r="r" b="b"/>
              <a:pathLst>
                <a:path w="1940" h="1888" extrusionOk="0">
                  <a:moveTo>
                    <a:pt x="1940" y="0"/>
                  </a:moveTo>
                  <a:lnTo>
                    <a:pt x="0" y="785"/>
                  </a:lnTo>
                  <a:lnTo>
                    <a:pt x="7" y="1888"/>
                  </a:lnTo>
                  <a:lnTo>
                    <a:pt x="1940" y="1106"/>
                  </a:lnTo>
                  <a:lnTo>
                    <a:pt x="1940"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3585;p72">
              <a:extLst>
                <a:ext uri="{FF2B5EF4-FFF2-40B4-BE49-F238E27FC236}">
                  <a16:creationId xmlns:a16="http://schemas.microsoft.com/office/drawing/2014/main" id="{4F7AAA02-1E94-2A82-EE0A-F826DFCD5C58}"/>
                </a:ext>
              </a:extLst>
            </p:cNvPr>
            <p:cNvSpPr/>
            <p:nvPr/>
          </p:nvSpPr>
          <p:spPr>
            <a:xfrm>
              <a:off x="6395383" y="3759639"/>
              <a:ext cx="99113" cy="73848"/>
            </a:xfrm>
            <a:custGeom>
              <a:avLst/>
              <a:gdLst/>
              <a:ahLst/>
              <a:cxnLst/>
              <a:rect l="l" t="t" r="r" b="b"/>
              <a:pathLst>
                <a:path w="1934" h="1441" extrusionOk="0">
                  <a:moveTo>
                    <a:pt x="1934" y="1"/>
                  </a:moveTo>
                  <a:lnTo>
                    <a:pt x="1" y="783"/>
                  </a:lnTo>
                  <a:lnTo>
                    <a:pt x="1" y="801"/>
                  </a:lnTo>
                  <a:lnTo>
                    <a:pt x="1108" y="1441"/>
                  </a:lnTo>
                  <a:lnTo>
                    <a:pt x="1934" y="1106"/>
                  </a:lnTo>
                  <a:lnTo>
                    <a:pt x="1934"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3586;p72">
              <a:extLst>
                <a:ext uri="{FF2B5EF4-FFF2-40B4-BE49-F238E27FC236}">
                  <a16:creationId xmlns:a16="http://schemas.microsoft.com/office/drawing/2014/main" id="{11CE11A4-54E5-3049-CAF5-9A129097F111}"/>
                </a:ext>
              </a:extLst>
            </p:cNvPr>
            <p:cNvSpPr/>
            <p:nvPr/>
          </p:nvSpPr>
          <p:spPr>
            <a:xfrm>
              <a:off x="6494444" y="3530307"/>
              <a:ext cx="94808" cy="164094"/>
            </a:xfrm>
            <a:custGeom>
              <a:avLst/>
              <a:gdLst/>
              <a:ahLst/>
              <a:cxnLst/>
              <a:rect l="l" t="t" r="r" b="b"/>
              <a:pathLst>
                <a:path w="1850" h="3202" extrusionOk="0">
                  <a:moveTo>
                    <a:pt x="1850" y="1"/>
                  </a:moveTo>
                  <a:lnTo>
                    <a:pt x="892" y="554"/>
                  </a:lnTo>
                  <a:lnTo>
                    <a:pt x="1" y="2096"/>
                  </a:lnTo>
                  <a:lnTo>
                    <a:pt x="1" y="3202"/>
                  </a:lnTo>
                  <a:lnTo>
                    <a:pt x="1850"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3587;p72">
              <a:extLst>
                <a:ext uri="{FF2B5EF4-FFF2-40B4-BE49-F238E27FC236}">
                  <a16:creationId xmlns:a16="http://schemas.microsoft.com/office/drawing/2014/main" id="{DDD343B8-21A1-FD80-4CC8-01CAFED3CDED}"/>
                </a:ext>
              </a:extLst>
            </p:cNvPr>
            <p:cNvSpPr/>
            <p:nvPr/>
          </p:nvSpPr>
          <p:spPr>
            <a:xfrm>
              <a:off x="6494444" y="3587806"/>
              <a:ext cx="99318" cy="228564"/>
            </a:xfrm>
            <a:custGeom>
              <a:avLst/>
              <a:gdLst/>
              <a:ahLst/>
              <a:cxnLst/>
              <a:rect l="l" t="t" r="r" b="b"/>
              <a:pathLst>
                <a:path w="1938" h="4460" extrusionOk="0">
                  <a:moveTo>
                    <a:pt x="1937" y="1"/>
                  </a:moveTo>
                  <a:lnTo>
                    <a:pt x="1" y="3354"/>
                  </a:lnTo>
                  <a:lnTo>
                    <a:pt x="1" y="4459"/>
                  </a:lnTo>
                  <a:lnTo>
                    <a:pt x="1937" y="1108"/>
                  </a:lnTo>
                  <a:lnTo>
                    <a:pt x="1937"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3588;p72">
              <a:extLst>
                <a:ext uri="{FF2B5EF4-FFF2-40B4-BE49-F238E27FC236}">
                  <a16:creationId xmlns:a16="http://schemas.microsoft.com/office/drawing/2014/main" id="{D7AAB5F8-CB8F-86A9-35C1-5A26243822CB}"/>
                </a:ext>
              </a:extLst>
            </p:cNvPr>
            <p:cNvSpPr/>
            <p:nvPr/>
          </p:nvSpPr>
          <p:spPr>
            <a:xfrm>
              <a:off x="6515609" y="3710800"/>
              <a:ext cx="78357" cy="135037"/>
            </a:xfrm>
            <a:custGeom>
              <a:avLst/>
              <a:gdLst/>
              <a:ahLst/>
              <a:cxnLst/>
              <a:rect l="l" t="t" r="r" b="b"/>
              <a:pathLst>
                <a:path w="1529" h="2635" extrusionOk="0">
                  <a:moveTo>
                    <a:pt x="1521" y="0"/>
                  </a:moveTo>
                  <a:lnTo>
                    <a:pt x="0" y="2634"/>
                  </a:lnTo>
                  <a:lnTo>
                    <a:pt x="0" y="2634"/>
                  </a:lnTo>
                  <a:lnTo>
                    <a:pt x="957" y="2082"/>
                  </a:lnTo>
                  <a:lnTo>
                    <a:pt x="1529" y="1092"/>
                  </a:lnTo>
                  <a:lnTo>
                    <a:pt x="1521"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3589;p72">
              <a:extLst>
                <a:ext uri="{FF2B5EF4-FFF2-40B4-BE49-F238E27FC236}">
                  <a16:creationId xmlns:a16="http://schemas.microsoft.com/office/drawing/2014/main" id="{1B5CB443-A7DC-231D-D8DD-E59F6972F9E4}"/>
                </a:ext>
              </a:extLst>
            </p:cNvPr>
            <p:cNvSpPr/>
            <p:nvPr/>
          </p:nvSpPr>
          <p:spPr>
            <a:xfrm>
              <a:off x="2277547" y="1528992"/>
              <a:ext cx="752672" cy="432888"/>
            </a:xfrm>
            <a:custGeom>
              <a:avLst/>
              <a:gdLst/>
              <a:ahLst/>
              <a:cxnLst/>
              <a:rect l="l" t="t" r="r" b="b"/>
              <a:pathLst>
                <a:path w="14687" h="8447" extrusionOk="0">
                  <a:moveTo>
                    <a:pt x="14162" y="1"/>
                  </a:moveTo>
                  <a:lnTo>
                    <a:pt x="1" y="8155"/>
                  </a:lnTo>
                  <a:lnTo>
                    <a:pt x="542" y="8447"/>
                  </a:lnTo>
                  <a:lnTo>
                    <a:pt x="14687" y="303"/>
                  </a:lnTo>
                  <a:lnTo>
                    <a:pt x="14162" y="1"/>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3590;p72">
              <a:extLst>
                <a:ext uri="{FF2B5EF4-FFF2-40B4-BE49-F238E27FC236}">
                  <a16:creationId xmlns:a16="http://schemas.microsoft.com/office/drawing/2014/main" id="{9A2325A0-5880-3D26-6E1F-BA867BA611FB}"/>
                </a:ext>
              </a:extLst>
            </p:cNvPr>
            <p:cNvSpPr/>
            <p:nvPr/>
          </p:nvSpPr>
          <p:spPr>
            <a:xfrm>
              <a:off x="1198635" y="2152981"/>
              <a:ext cx="748367" cy="430786"/>
            </a:xfrm>
            <a:custGeom>
              <a:avLst/>
              <a:gdLst/>
              <a:ahLst/>
              <a:cxnLst/>
              <a:rect l="l" t="t" r="r" b="b"/>
              <a:pathLst>
                <a:path w="14603" h="8406" extrusionOk="0">
                  <a:moveTo>
                    <a:pt x="14092" y="1"/>
                  </a:moveTo>
                  <a:lnTo>
                    <a:pt x="1" y="8103"/>
                  </a:lnTo>
                  <a:lnTo>
                    <a:pt x="523" y="8405"/>
                  </a:lnTo>
                  <a:lnTo>
                    <a:pt x="14602" y="311"/>
                  </a:lnTo>
                  <a:lnTo>
                    <a:pt x="14092" y="1"/>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3591;p72">
              <a:extLst>
                <a:ext uri="{FF2B5EF4-FFF2-40B4-BE49-F238E27FC236}">
                  <a16:creationId xmlns:a16="http://schemas.microsoft.com/office/drawing/2014/main" id="{008B1F61-22B3-9A98-B9E3-E2C7480CF586}"/>
                </a:ext>
              </a:extLst>
            </p:cNvPr>
            <p:cNvSpPr/>
            <p:nvPr/>
          </p:nvSpPr>
          <p:spPr>
            <a:xfrm>
              <a:off x="2305272" y="1560048"/>
              <a:ext cx="696607" cy="548195"/>
            </a:xfrm>
            <a:custGeom>
              <a:avLst/>
              <a:gdLst/>
              <a:ahLst/>
              <a:cxnLst/>
              <a:rect l="l" t="t" r="r" b="b"/>
              <a:pathLst>
                <a:path w="13593" h="10697" extrusionOk="0">
                  <a:moveTo>
                    <a:pt x="13592" y="0"/>
                  </a:moveTo>
                  <a:lnTo>
                    <a:pt x="1" y="7841"/>
                  </a:lnTo>
                  <a:lnTo>
                    <a:pt x="1" y="10697"/>
                  </a:lnTo>
                  <a:lnTo>
                    <a:pt x="13592" y="2857"/>
                  </a:lnTo>
                  <a:lnTo>
                    <a:pt x="13592" y="0"/>
                  </a:lnTo>
                  <a:close/>
                </a:path>
              </a:pathLst>
            </a:custGeom>
            <a:solidFill>
              <a:srgbClr val="717B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3592;p72">
              <a:extLst>
                <a:ext uri="{FF2B5EF4-FFF2-40B4-BE49-F238E27FC236}">
                  <a16:creationId xmlns:a16="http://schemas.microsoft.com/office/drawing/2014/main" id="{75B27703-9950-2C7C-3DDA-D5BC9D613995}"/>
                </a:ext>
              </a:extLst>
            </p:cNvPr>
            <p:cNvSpPr/>
            <p:nvPr/>
          </p:nvSpPr>
          <p:spPr>
            <a:xfrm>
              <a:off x="1225437" y="2168868"/>
              <a:ext cx="721565" cy="561263"/>
            </a:xfrm>
            <a:custGeom>
              <a:avLst/>
              <a:gdLst/>
              <a:ahLst/>
              <a:cxnLst/>
              <a:rect l="l" t="t" r="r" b="b"/>
              <a:pathLst>
                <a:path w="14080" h="10952" extrusionOk="0">
                  <a:moveTo>
                    <a:pt x="14079" y="1"/>
                  </a:moveTo>
                  <a:lnTo>
                    <a:pt x="0" y="8095"/>
                  </a:lnTo>
                  <a:lnTo>
                    <a:pt x="0" y="10952"/>
                  </a:lnTo>
                  <a:lnTo>
                    <a:pt x="14079" y="2858"/>
                  </a:lnTo>
                  <a:lnTo>
                    <a:pt x="14079" y="1"/>
                  </a:lnTo>
                  <a:close/>
                </a:path>
              </a:pathLst>
            </a:custGeom>
            <a:solidFill>
              <a:srgbClr val="717B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3593;p72">
              <a:extLst>
                <a:ext uri="{FF2B5EF4-FFF2-40B4-BE49-F238E27FC236}">
                  <a16:creationId xmlns:a16="http://schemas.microsoft.com/office/drawing/2014/main" id="{45765F24-B174-E38E-510C-78AECC5EC80F}"/>
                </a:ext>
              </a:extLst>
            </p:cNvPr>
            <p:cNvSpPr/>
            <p:nvPr/>
          </p:nvSpPr>
          <p:spPr>
            <a:xfrm>
              <a:off x="2277547" y="1946915"/>
              <a:ext cx="27776" cy="161327"/>
            </a:xfrm>
            <a:custGeom>
              <a:avLst/>
              <a:gdLst/>
              <a:ahLst/>
              <a:cxnLst/>
              <a:rect l="l" t="t" r="r" b="b"/>
              <a:pathLst>
                <a:path w="542" h="3148" extrusionOk="0">
                  <a:moveTo>
                    <a:pt x="1" y="0"/>
                  </a:moveTo>
                  <a:lnTo>
                    <a:pt x="1" y="2851"/>
                  </a:lnTo>
                  <a:lnTo>
                    <a:pt x="542" y="3148"/>
                  </a:lnTo>
                  <a:lnTo>
                    <a:pt x="542" y="292"/>
                  </a:lnTo>
                  <a:lnTo>
                    <a:pt x="1" y="0"/>
                  </a:lnTo>
                  <a:close/>
                </a:path>
              </a:pathLst>
            </a:custGeom>
            <a:solidFill>
              <a:srgbClr val="717B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3594;p72">
              <a:extLst>
                <a:ext uri="{FF2B5EF4-FFF2-40B4-BE49-F238E27FC236}">
                  <a16:creationId xmlns:a16="http://schemas.microsoft.com/office/drawing/2014/main" id="{5A589425-D6BB-4B8D-B492-8318C79022E1}"/>
                </a:ext>
              </a:extLst>
            </p:cNvPr>
            <p:cNvSpPr/>
            <p:nvPr/>
          </p:nvSpPr>
          <p:spPr>
            <a:xfrm>
              <a:off x="3011872" y="1127571"/>
              <a:ext cx="99215" cy="715518"/>
            </a:xfrm>
            <a:custGeom>
              <a:avLst/>
              <a:gdLst/>
              <a:ahLst/>
              <a:cxnLst/>
              <a:rect l="l" t="t" r="r" b="b"/>
              <a:pathLst>
                <a:path w="1936" h="13962" extrusionOk="0">
                  <a:moveTo>
                    <a:pt x="1935" y="1"/>
                  </a:moveTo>
                  <a:lnTo>
                    <a:pt x="0" y="1119"/>
                  </a:lnTo>
                  <a:lnTo>
                    <a:pt x="0" y="13962"/>
                  </a:lnTo>
                  <a:lnTo>
                    <a:pt x="1935" y="12844"/>
                  </a:lnTo>
                  <a:lnTo>
                    <a:pt x="1935"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3595;p72">
              <a:extLst>
                <a:ext uri="{FF2B5EF4-FFF2-40B4-BE49-F238E27FC236}">
                  <a16:creationId xmlns:a16="http://schemas.microsoft.com/office/drawing/2014/main" id="{996F7624-4CE0-4BC3-5A15-121C2340E5F1}"/>
                </a:ext>
              </a:extLst>
            </p:cNvPr>
            <p:cNvSpPr/>
            <p:nvPr/>
          </p:nvSpPr>
          <p:spPr>
            <a:xfrm>
              <a:off x="2912657" y="1127571"/>
              <a:ext cx="99266" cy="715518"/>
            </a:xfrm>
            <a:custGeom>
              <a:avLst/>
              <a:gdLst/>
              <a:ahLst/>
              <a:cxnLst/>
              <a:rect l="l" t="t" r="r" b="b"/>
              <a:pathLst>
                <a:path w="1937" h="13962" extrusionOk="0">
                  <a:moveTo>
                    <a:pt x="0" y="1"/>
                  </a:moveTo>
                  <a:lnTo>
                    <a:pt x="0" y="12844"/>
                  </a:lnTo>
                  <a:lnTo>
                    <a:pt x="1936" y="13962"/>
                  </a:lnTo>
                  <a:lnTo>
                    <a:pt x="1936" y="1119"/>
                  </a:lnTo>
                  <a:lnTo>
                    <a:pt x="0"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3596;p72">
              <a:extLst>
                <a:ext uri="{FF2B5EF4-FFF2-40B4-BE49-F238E27FC236}">
                  <a16:creationId xmlns:a16="http://schemas.microsoft.com/office/drawing/2014/main" id="{47F34231-4AE3-A6AD-639F-F65C3305B64D}"/>
                </a:ext>
              </a:extLst>
            </p:cNvPr>
            <p:cNvSpPr/>
            <p:nvPr/>
          </p:nvSpPr>
          <p:spPr>
            <a:xfrm>
              <a:off x="3011872" y="1512798"/>
              <a:ext cx="99215" cy="330290"/>
            </a:xfrm>
            <a:custGeom>
              <a:avLst/>
              <a:gdLst/>
              <a:ahLst/>
              <a:cxnLst/>
              <a:rect l="l" t="t" r="r" b="b"/>
              <a:pathLst>
                <a:path w="1936" h="6445" extrusionOk="0">
                  <a:moveTo>
                    <a:pt x="1935" y="1"/>
                  </a:moveTo>
                  <a:lnTo>
                    <a:pt x="0" y="1119"/>
                  </a:lnTo>
                  <a:lnTo>
                    <a:pt x="0" y="6445"/>
                  </a:lnTo>
                  <a:lnTo>
                    <a:pt x="1935" y="5327"/>
                  </a:lnTo>
                  <a:lnTo>
                    <a:pt x="1935" y="1"/>
                  </a:ln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3597;p72">
              <a:extLst>
                <a:ext uri="{FF2B5EF4-FFF2-40B4-BE49-F238E27FC236}">
                  <a16:creationId xmlns:a16="http://schemas.microsoft.com/office/drawing/2014/main" id="{A8A59E15-A917-1A75-10A8-31A4B5A2D7CB}"/>
                </a:ext>
              </a:extLst>
            </p:cNvPr>
            <p:cNvSpPr/>
            <p:nvPr/>
          </p:nvSpPr>
          <p:spPr>
            <a:xfrm>
              <a:off x="2912657" y="1512798"/>
              <a:ext cx="99266" cy="330290"/>
            </a:xfrm>
            <a:custGeom>
              <a:avLst/>
              <a:gdLst/>
              <a:ahLst/>
              <a:cxnLst/>
              <a:rect l="l" t="t" r="r" b="b"/>
              <a:pathLst>
                <a:path w="1937" h="6445" extrusionOk="0">
                  <a:moveTo>
                    <a:pt x="0" y="1"/>
                  </a:moveTo>
                  <a:lnTo>
                    <a:pt x="0" y="5327"/>
                  </a:lnTo>
                  <a:lnTo>
                    <a:pt x="1936" y="6445"/>
                  </a:lnTo>
                  <a:lnTo>
                    <a:pt x="1936" y="1119"/>
                  </a:lnTo>
                  <a:lnTo>
                    <a:pt x="0" y="1"/>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3598;p72">
              <a:extLst>
                <a:ext uri="{FF2B5EF4-FFF2-40B4-BE49-F238E27FC236}">
                  <a16:creationId xmlns:a16="http://schemas.microsoft.com/office/drawing/2014/main" id="{CAB4CA19-F33A-FE2B-EBA1-7B03746D568F}"/>
                </a:ext>
              </a:extLst>
            </p:cNvPr>
            <p:cNvSpPr/>
            <p:nvPr/>
          </p:nvSpPr>
          <p:spPr>
            <a:xfrm>
              <a:off x="2912657" y="1069508"/>
              <a:ext cx="198430" cy="115409"/>
            </a:xfrm>
            <a:custGeom>
              <a:avLst/>
              <a:gdLst/>
              <a:ahLst/>
              <a:cxnLst/>
              <a:rect l="l" t="t" r="r" b="b"/>
              <a:pathLst>
                <a:path w="3872" h="2252" extrusionOk="0">
                  <a:moveTo>
                    <a:pt x="1936" y="1"/>
                  </a:moveTo>
                  <a:lnTo>
                    <a:pt x="0" y="1134"/>
                  </a:lnTo>
                  <a:lnTo>
                    <a:pt x="1936" y="2252"/>
                  </a:lnTo>
                  <a:lnTo>
                    <a:pt x="3871" y="1134"/>
                  </a:lnTo>
                  <a:lnTo>
                    <a:pt x="1936"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3599;p72">
              <a:extLst>
                <a:ext uri="{FF2B5EF4-FFF2-40B4-BE49-F238E27FC236}">
                  <a16:creationId xmlns:a16="http://schemas.microsoft.com/office/drawing/2014/main" id="{195F5D7D-F456-47F2-17A1-A76D3A66363F}"/>
                </a:ext>
              </a:extLst>
            </p:cNvPr>
            <p:cNvSpPr/>
            <p:nvPr/>
          </p:nvSpPr>
          <p:spPr>
            <a:xfrm>
              <a:off x="2912298" y="1622724"/>
              <a:ext cx="99471" cy="96858"/>
            </a:xfrm>
            <a:custGeom>
              <a:avLst/>
              <a:gdLst/>
              <a:ahLst/>
              <a:cxnLst/>
              <a:rect l="l" t="t" r="r" b="b"/>
              <a:pathLst>
                <a:path w="1941" h="1890" extrusionOk="0">
                  <a:moveTo>
                    <a:pt x="1940" y="1"/>
                  </a:moveTo>
                  <a:lnTo>
                    <a:pt x="1" y="787"/>
                  </a:lnTo>
                  <a:lnTo>
                    <a:pt x="7" y="1890"/>
                  </a:lnTo>
                  <a:lnTo>
                    <a:pt x="1940" y="1108"/>
                  </a:lnTo>
                  <a:lnTo>
                    <a:pt x="1940"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3600;p72">
              <a:extLst>
                <a:ext uri="{FF2B5EF4-FFF2-40B4-BE49-F238E27FC236}">
                  <a16:creationId xmlns:a16="http://schemas.microsoft.com/office/drawing/2014/main" id="{D6E34A70-6BE5-FC31-6A1F-40C8862818CD}"/>
                </a:ext>
              </a:extLst>
            </p:cNvPr>
            <p:cNvSpPr/>
            <p:nvPr/>
          </p:nvSpPr>
          <p:spPr>
            <a:xfrm>
              <a:off x="2912657" y="1744693"/>
              <a:ext cx="99113" cy="73899"/>
            </a:xfrm>
            <a:custGeom>
              <a:avLst/>
              <a:gdLst/>
              <a:ahLst/>
              <a:cxnLst/>
              <a:rect l="l" t="t" r="r" b="b"/>
              <a:pathLst>
                <a:path w="1934" h="1442" extrusionOk="0">
                  <a:moveTo>
                    <a:pt x="1933" y="0"/>
                  </a:moveTo>
                  <a:lnTo>
                    <a:pt x="0" y="784"/>
                  </a:lnTo>
                  <a:lnTo>
                    <a:pt x="0" y="802"/>
                  </a:lnTo>
                  <a:lnTo>
                    <a:pt x="1107" y="1441"/>
                  </a:lnTo>
                  <a:lnTo>
                    <a:pt x="1933" y="1107"/>
                  </a:lnTo>
                  <a:lnTo>
                    <a:pt x="1933"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3601;p72">
              <a:extLst>
                <a:ext uri="{FF2B5EF4-FFF2-40B4-BE49-F238E27FC236}">
                  <a16:creationId xmlns:a16="http://schemas.microsoft.com/office/drawing/2014/main" id="{5C78E7E8-C19B-D42F-6F30-7F8FCC5436DC}"/>
                </a:ext>
              </a:extLst>
            </p:cNvPr>
            <p:cNvSpPr/>
            <p:nvPr/>
          </p:nvSpPr>
          <p:spPr>
            <a:xfrm>
              <a:off x="2912298" y="1529812"/>
              <a:ext cx="87531" cy="68620"/>
            </a:xfrm>
            <a:custGeom>
              <a:avLst/>
              <a:gdLst/>
              <a:ahLst/>
              <a:cxnLst/>
              <a:rect l="l" t="t" r="r" b="b"/>
              <a:pathLst>
                <a:path w="1708" h="1339" extrusionOk="0">
                  <a:moveTo>
                    <a:pt x="582" y="0"/>
                  </a:moveTo>
                  <a:lnTo>
                    <a:pt x="1" y="235"/>
                  </a:lnTo>
                  <a:lnTo>
                    <a:pt x="7" y="1338"/>
                  </a:lnTo>
                  <a:lnTo>
                    <a:pt x="1707" y="650"/>
                  </a:lnTo>
                  <a:lnTo>
                    <a:pt x="582"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3602;p72">
              <a:extLst>
                <a:ext uri="{FF2B5EF4-FFF2-40B4-BE49-F238E27FC236}">
                  <a16:creationId xmlns:a16="http://schemas.microsoft.com/office/drawing/2014/main" id="{C70A4805-86D5-1FCE-C567-40B7BDEDFA49}"/>
                </a:ext>
              </a:extLst>
            </p:cNvPr>
            <p:cNvSpPr/>
            <p:nvPr/>
          </p:nvSpPr>
          <p:spPr>
            <a:xfrm>
              <a:off x="3011718" y="1515412"/>
              <a:ext cx="94808" cy="164094"/>
            </a:xfrm>
            <a:custGeom>
              <a:avLst/>
              <a:gdLst/>
              <a:ahLst/>
              <a:cxnLst/>
              <a:rect l="l" t="t" r="r" b="b"/>
              <a:pathLst>
                <a:path w="1850" h="3202" extrusionOk="0">
                  <a:moveTo>
                    <a:pt x="1849" y="0"/>
                  </a:moveTo>
                  <a:lnTo>
                    <a:pt x="891" y="552"/>
                  </a:lnTo>
                  <a:lnTo>
                    <a:pt x="0" y="2095"/>
                  </a:lnTo>
                  <a:lnTo>
                    <a:pt x="0" y="3202"/>
                  </a:lnTo>
                  <a:lnTo>
                    <a:pt x="1849"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3603;p72">
              <a:extLst>
                <a:ext uri="{FF2B5EF4-FFF2-40B4-BE49-F238E27FC236}">
                  <a16:creationId xmlns:a16="http://schemas.microsoft.com/office/drawing/2014/main" id="{8370BA7D-6C08-DF74-ED1A-6A6500171AD6}"/>
                </a:ext>
              </a:extLst>
            </p:cNvPr>
            <p:cNvSpPr/>
            <p:nvPr/>
          </p:nvSpPr>
          <p:spPr>
            <a:xfrm>
              <a:off x="3011718" y="1572911"/>
              <a:ext cx="99266" cy="228564"/>
            </a:xfrm>
            <a:custGeom>
              <a:avLst/>
              <a:gdLst/>
              <a:ahLst/>
              <a:cxnLst/>
              <a:rect l="l" t="t" r="r" b="b"/>
              <a:pathLst>
                <a:path w="1937" h="4460" extrusionOk="0">
                  <a:moveTo>
                    <a:pt x="1937" y="1"/>
                  </a:moveTo>
                  <a:lnTo>
                    <a:pt x="0" y="3354"/>
                  </a:lnTo>
                  <a:lnTo>
                    <a:pt x="0" y="4459"/>
                  </a:lnTo>
                  <a:lnTo>
                    <a:pt x="1937" y="1106"/>
                  </a:lnTo>
                  <a:lnTo>
                    <a:pt x="1937"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3604;p72">
              <a:extLst>
                <a:ext uri="{FF2B5EF4-FFF2-40B4-BE49-F238E27FC236}">
                  <a16:creationId xmlns:a16="http://schemas.microsoft.com/office/drawing/2014/main" id="{60AA633F-FA43-184E-F7E2-30E75464F3D6}"/>
                </a:ext>
              </a:extLst>
            </p:cNvPr>
            <p:cNvSpPr/>
            <p:nvPr/>
          </p:nvSpPr>
          <p:spPr>
            <a:xfrm>
              <a:off x="3032832" y="1695803"/>
              <a:ext cx="78409" cy="135088"/>
            </a:xfrm>
            <a:custGeom>
              <a:avLst/>
              <a:gdLst/>
              <a:ahLst/>
              <a:cxnLst/>
              <a:rect l="l" t="t" r="r" b="b"/>
              <a:pathLst>
                <a:path w="1530" h="2636" extrusionOk="0">
                  <a:moveTo>
                    <a:pt x="1522" y="1"/>
                  </a:moveTo>
                  <a:lnTo>
                    <a:pt x="1" y="2636"/>
                  </a:lnTo>
                  <a:lnTo>
                    <a:pt x="957" y="2083"/>
                  </a:lnTo>
                  <a:lnTo>
                    <a:pt x="1529" y="1092"/>
                  </a:lnTo>
                  <a:lnTo>
                    <a:pt x="1522"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3605;p72">
              <a:extLst>
                <a:ext uri="{FF2B5EF4-FFF2-40B4-BE49-F238E27FC236}">
                  <a16:creationId xmlns:a16="http://schemas.microsoft.com/office/drawing/2014/main" id="{0813AFFF-331B-2DA1-A098-4C18B0703EFE}"/>
                </a:ext>
              </a:extLst>
            </p:cNvPr>
            <p:cNvSpPr/>
            <p:nvPr/>
          </p:nvSpPr>
          <p:spPr>
            <a:xfrm>
              <a:off x="5919191" y="3629163"/>
              <a:ext cx="752570" cy="432888"/>
            </a:xfrm>
            <a:custGeom>
              <a:avLst/>
              <a:gdLst/>
              <a:ahLst/>
              <a:cxnLst/>
              <a:rect l="l" t="t" r="r" b="b"/>
              <a:pathLst>
                <a:path w="14685" h="8447" extrusionOk="0">
                  <a:moveTo>
                    <a:pt x="14162" y="0"/>
                  </a:moveTo>
                  <a:lnTo>
                    <a:pt x="0" y="8155"/>
                  </a:lnTo>
                  <a:lnTo>
                    <a:pt x="541" y="8446"/>
                  </a:lnTo>
                  <a:lnTo>
                    <a:pt x="14685" y="302"/>
                  </a:lnTo>
                  <a:lnTo>
                    <a:pt x="14162" y="0"/>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3606;p72">
              <a:extLst>
                <a:ext uri="{FF2B5EF4-FFF2-40B4-BE49-F238E27FC236}">
                  <a16:creationId xmlns:a16="http://schemas.microsoft.com/office/drawing/2014/main" id="{C9732536-1B89-E984-EDF4-8FC7D0CADA15}"/>
                </a:ext>
              </a:extLst>
            </p:cNvPr>
            <p:cNvSpPr/>
            <p:nvPr/>
          </p:nvSpPr>
          <p:spPr>
            <a:xfrm>
              <a:off x="4840279" y="4253152"/>
              <a:ext cx="748265" cy="430786"/>
            </a:xfrm>
            <a:custGeom>
              <a:avLst/>
              <a:gdLst/>
              <a:ahLst/>
              <a:cxnLst/>
              <a:rect l="l" t="t" r="r" b="b"/>
              <a:pathLst>
                <a:path w="14601" h="8406" extrusionOk="0">
                  <a:moveTo>
                    <a:pt x="14090" y="1"/>
                  </a:moveTo>
                  <a:lnTo>
                    <a:pt x="0" y="8103"/>
                  </a:lnTo>
                  <a:lnTo>
                    <a:pt x="523" y="8405"/>
                  </a:lnTo>
                  <a:lnTo>
                    <a:pt x="14600" y="312"/>
                  </a:lnTo>
                  <a:lnTo>
                    <a:pt x="14090" y="1"/>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3607;p72">
              <a:extLst>
                <a:ext uri="{FF2B5EF4-FFF2-40B4-BE49-F238E27FC236}">
                  <a16:creationId xmlns:a16="http://schemas.microsoft.com/office/drawing/2014/main" id="{BE9AD48A-9398-D5D5-336D-59807E434F5E}"/>
                </a:ext>
              </a:extLst>
            </p:cNvPr>
            <p:cNvSpPr/>
            <p:nvPr/>
          </p:nvSpPr>
          <p:spPr>
            <a:xfrm>
              <a:off x="5946916" y="3644640"/>
              <a:ext cx="724845" cy="563876"/>
            </a:xfrm>
            <a:custGeom>
              <a:avLst/>
              <a:gdLst/>
              <a:ahLst/>
              <a:cxnLst/>
              <a:rect l="l" t="t" r="r" b="b"/>
              <a:pathLst>
                <a:path w="14144" h="11003" extrusionOk="0">
                  <a:moveTo>
                    <a:pt x="14144" y="0"/>
                  </a:moveTo>
                  <a:lnTo>
                    <a:pt x="0" y="8144"/>
                  </a:lnTo>
                  <a:lnTo>
                    <a:pt x="0" y="11002"/>
                  </a:lnTo>
                  <a:lnTo>
                    <a:pt x="14144" y="2857"/>
                  </a:lnTo>
                  <a:lnTo>
                    <a:pt x="14144" y="0"/>
                  </a:ln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3608;p72">
              <a:extLst>
                <a:ext uri="{FF2B5EF4-FFF2-40B4-BE49-F238E27FC236}">
                  <a16:creationId xmlns:a16="http://schemas.microsoft.com/office/drawing/2014/main" id="{D7649C6C-F332-5AD8-999F-819691AFABCD}"/>
                </a:ext>
              </a:extLst>
            </p:cNvPr>
            <p:cNvSpPr/>
            <p:nvPr/>
          </p:nvSpPr>
          <p:spPr>
            <a:xfrm>
              <a:off x="4867030" y="4269089"/>
              <a:ext cx="721514" cy="561211"/>
            </a:xfrm>
            <a:custGeom>
              <a:avLst/>
              <a:gdLst/>
              <a:ahLst/>
              <a:cxnLst/>
              <a:rect l="l" t="t" r="r" b="b"/>
              <a:pathLst>
                <a:path w="14079" h="10951" extrusionOk="0">
                  <a:moveTo>
                    <a:pt x="14078" y="1"/>
                  </a:moveTo>
                  <a:lnTo>
                    <a:pt x="1" y="8094"/>
                  </a:lnTo>
                  <a:lnTo>
                    <a:pt x="1" y="10950"/>
                  </a:lnTo>
                  <a:lnTo>
                    <a:pt x="14078" y="2857"/>
                  </a:lnTo>
                  <a:lnTo>
                    <a:pt x="14078" y="1"/>
                  </a:ln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3609;p72">
              <a:extLst>
                <a:ext uri="{FF2B5EF4-FFF2-40B4-BE49-F238E27FC236}">
                  <a16:creationId xmlns:a16="http://schemas.microsoft.com/office/drawing/2014/main" id="{F849E860-E57B-1D0C-4FB0-3E3682782ECD}"/>
                </a:ext>
              </a:extLst>
            </p:cNvPr>
            <p:cNvSpPr/>
            <p:nvPr/>
          </p:nvSpPr>
          <p:spPr>
            <a:xfrm>
              <a:off x="5919191" y="4047086"/>
              <a:ext cx="27776" cy="161430"/>
            </a:xfrm>
            <a:custGeom>
              <a:avLst/>
              <a:gdLst/>
              <a:ahLst/>
              <a:cxnLst/>
              <a:rect l="l" t="t" r="r" b="b"/>
              <a:pathLst>
                <a:path w="542" h="3150" extrusionOk="0">
                  <a:moveTo>
                    <a:pt x="0" y="0"/>
                  </a:moveTo>
                  <a:lnTo>
                    <a:pt x="0" y="2850"/>
                  </a:lnTo>
                  <a:lnTo>
                    <a:pt x="541" y="3149"/>
                  </a:lnTo>
                  <a:lnTo>
                    <a:pt x="541" y="291"/>
                  </a:lnTo>
                  <a:lnTo>
                    <a:pt x="0" y="0"/>
                  </a:lnTo>
                  <a:close/>
                </a:path>
              </a:pathLst>
            </a:custGeom>
            <a:solidFill>
              <a:srgbClr val="717B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3610;p72">
              <a:extLst>
                <a:ext uri="{FF2B5EF4-FFF2-40B4-BE49-F238E27FC236}">
                  <a16:creationId xmlns:a16="http://schemas.microsoft.com/office/drawing/2014/main" id="{16488BDD-CA02-9075-FEA7-0DDE8E7F85B5}"/>
                </a:ext>
              </a:extLst>
            </p:cNvPr>
            <p:cNvSpPr/>
            <p:nvPr/>
          </p:nvSpPr>
          <p:spPr>
            <a:xfrm>
              <a:off x="1384714" y="2062171"/>
              <a:ext cx="99266" cy="715569"/>
            </a:xfrm>
            <a:custGeom>
              <a:avLst/>
              <a:gdLst/>
              <a:ahLst/>
              <a:cxnLst/>
              <a:rect l="l" t="t" r="r" b="b"/>
              <a:pathLst>
                <a:path w="1937" h="13963" extrusionOk="0">
                  <a:moveTo>
                    <a:pt x="1936" y="1"/>
                  </a:moveTo>
                  <a:lnTo>
                    <a:pt x="0" y="1118"/>
                  </a:lnTo>
                  <a:lnTo>
                    <a:pt x="0" y="13963"/>
                  </a:lnTo>
                  <a:lnTo>
                    <a:pt x="1936" y="12845"/>
                  </a:lnTo>
                  <a:lnTo>
                    <a:pt x="1936" y="1"/>
                  </a:ln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3611;p72">
              <a:extLst>
                <a:ext uri="{FF2B5EF4-FFF2-40B4-BE49-F238E27FC236}">
                  <a16:creationId xmlns:a16="http://schemas.microsoft.com/office/drawing/2014/main" id="{99B0D77D-FC6C-7CB8-CD63-C6F525D43ECE}"/>
                </a:ext>
              </a:extLst>
            </p:cNvPr>
            <p:cNvSpPr/>
            <p:nvPr/>
          </p:nvSpPr>
          <p:spPr>
            <a:xfrm>
              <a:off x="1285448" y="2062171"/>
              <a:ext cx="99318" cy="715569"/>
            </a:xfrm>
            <a:custGeom>
              <a:avLst/>
              <a:gdLst/>
              <a:ahLst/>
              <a:cxnLst/>
              <a:rect l="l" t="t" r="r" b="b"/>
              <a:pathLst>
                <a:path w="1938" h="13963" extrusionOk="0">
                  <a:moveTo>
                    <a:pt x="1" y="1"/>
                  </a:moveTo>
                  <a:lnTo>
                    <a:pt x="1" y="12845"/>
                  </a:lnTo>
                  <a:lnTo>
                    <a:pt x="1937" y="13963"/>
                  </a:lnTo>
                  <a:lnTo>
                    <a:pt x="1937" y="1118"/>
                  </a:lnTo>
                  <a:lnTo>
                    <a:pt x="1" y="1"/>
                  </a:ln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3612;p72">
              <a:extLst>
                <a:ext uri="{FF2B5EF4-FFF2-40B4-BE49-F238E27FC236}">
                  <a16:creationId xmlns:a16="http://schemas.microsoft.com/office/drawing/2014/main" id="{8B4EE457-5C3E-F2E9-3093-088AEAAC0A28}"/>
                </a:ext>
              </a:extLst>
            </p:cNvPr>
            <p:cNvSpPr/>
            <p:nvPr/>
          </p:nvSpPr>
          <p:spPr>
            <a:xfrm>
              <a:off x="1384714" y="2447397"/>
              <a:ext cx="99266" cy="330341"/>
            </a:xfrm>
            <a:custGeom>
              <a:avLst/>
              <a:gdLst/>
              <a:ahLst/>
              <a:cxnLst/>
              <a:rect l="l" t="t" r="r" b="b"/>
              <a:pathLst>
                <a:path w="1937" h="6446" extrusionOk="0">
                  <a:moveTo>
                    <a:pt x="1936" y="0"/>
                  </a:moveTo>
                  <a:lnTo>
                    <a:pt x="0" y="1118"/>
                  </a:lnTo>
                  <a:lnTo>
                    <a:pt x="0" y="6446"/>
                  </a:lnTo>
                  <a:lnTo>
                    <a:pt x="1936" y="5328"/>
                  </a:lnTo>
                  <a:lnTo>
                    <a:pt x="1936" y="0"/>
                  </a:ln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3613;p72">
              <a:extLst>
                <a:ext uri="{FF2B5EF4-FFF2-40B4-BE49-F238E27FC236}">
                  <a16:creationId xmlns:a16="http://schemas.microsoft.com/office/drawing/2014/main" id="{07BB8A55-19DA-682D-16ED-A0608D8940F9}"/>
                </a:ext>
              </a:extLst>
            </p:cNvPr>
            <p:cNvSpPr/>
            <p:nvPr/>
          </p:nvSpPr>
          <p:spPr>
            <a:xfrm>
              <a:off x="1285448" y="2447397"/>
              <a:ext cx="99318" cy="330341"/>
            </a:xfrm>
            <a:custGeom>
              <a:avLst/>
              <a:gdLst/>
              <a:ahLst/>
              <a:cxnLst/>
              <a:rect l="l" t="t" r="r" b="b"/>
              <a:pathLst>
                <a:path w="1938" h="6446" extrusionOk="0">
                  <a:moveTo>
                    <a:pt x="1" y="0"/>
                  </a:moveTo>
                  <a:lnTo>
                    <a:pt x="1" y="5328"/>
                  </a:lnTo>
                  <a:lnTo>
                    <a:pt x="1937" y="6446"/>
                  </a:lnTo>
                  <a:lnTo>
                    <a:pt x="1937" y="1118"/>
                  </a:lnTo>
                  <a:lnTo>
                    <a:pt x="1" y="0"/>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3614;p72">
              <a:extLst>
                <a:ext uri="{FF2B5EF4-FFF2-40B4-BE49-F238E27FC236}">
                  <a16:creationId xmlns:a16="http://schemas.microsoft.com/office/drawing/2014/main" id="{AA9EC208-0B08-7437-BA63-6CDB4EAE4F29}"/>
                </a:ext>
              </a:extLst>
            </p:cNvPr>
            <p:cNvSpPr/>
            <p:nvPr/>
          </p:nvSpPr>
          <p:spPr>
            <a:xfrm>
              <a:off x="1285448" y="2004210"/>
              <a:ext cx="198533" cy="115307"/>
            </a:xfrm>
            <a:custGeom>
              <a:avLst/>
              <a:gdLst/>
              <a:ahLst/>
              <a:cxnLst/>
              <a:rect l="l" t="t" r="r" b="b"/>
              <a:pathLst>
                <a:path w="3874" h="2250" extrusionOk="0">
                  <a:moveTo>
                    <a:pt x="1937" y="0"/>
                  </a:moveTo>
                  <a:lnTo>
                    <a:pt x="1" y="1132"/>
                  </a:lnTo>
                  <a:lnTo>
                    <a:pt x="1937" y="2249"/>
                  </a:lnTo>
                  <a:lnTo>
                    <a:pt x="3873" y="1132"/>
                  </a:lnTo>
                  <a:lnTo>
                    <a:pt x="1937"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3615;p72">
              <a:extLst>
                <a:ext uri="{FF2B5EF4-FFF2-40B4-BE49-F238E27FC236}">
                  <a16:creationId xmlns:a16="http://schemas.microsoft.com/office/drawing/2014/main" id="{9DF2F014-C552-9ECB-492F-B9B33A7BC6E2}"/>
                </a:ext>
              </a:extLst>
            </p:cNvPr>
            <p:cNvSpPr/>
            <p:nvPr/>
          </p:nvSpPr>
          <p:spPr>
            <a:xfrm>
              <a:off x="1285141" y="2557374"/>
              <a:ext cx="99420" cy="96807"/>
            </a:xfrm>
            <a:custGeom>
              <a:avLst/>
              <a:gdLst/>
              <a:ahLst/>
              <a:cxnLst/>
              <a:rect l="l" t="t" r="r" b="b"/>
              <a:pathLst>
                <a:path w="1940" h="1889" extrusionOk="0">
                  <a:moveTo>
                    <a:pt x="1940" y="1"/>
                  </a:moveTo>
                  <a:lnTo>
                    <a:pt x="1" y="786"/>
                  </a:lnTo>
                  <a:lnTo>
                    <a:pt x="7" y="1888"/>
                  </a:lnTo>
                  <a:lnTo>
                    <a:pt x="1940" y="1106"/>
                  </a:lnTo>
                  <a:lnTo>
                    <a:pt x="1940"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3616;p72">
              <a:extLst>
                <a:ext uri="{FF2B5EF4-FFF2-40B4-BE49-F238E27FC236}">
                  <a16:creationId xmlns:a16="http://schemas.microsoft.com/office/drawing/2014/main" id="{4F7826F1-23A9-01E9-F2EB-4B435E7FBCC3}"/>
                </a:ext>
              </a:extLst>
            </p:cNvPr>
            <p:cNvSpPr/>
            <p:nvPr/>
          </p:nvSpPr>
          <p:spPr>
            <a:xfrm>
              <a:off x="1285448" y="2679343"/>
              <a:ext cx="99113" cy="73796"/>
            </a:xfrm>
            <a:custGeom>
              <a:avLst/>
              <a:gdLst/>
              <a:ahLst/>
              <a:cxnLst/>
              <a:rect l="l" t="t" r="r" b="b"/>
              <a:pathLst>
                <a:path w="1934" h="1440" extrusionOk="0">
                  <a:moveTo>
                    <a:pt x="1934" y="0"/>
                  </a:moveTo>
                  <a:lnTo>
                    <a:pt x="1" y="782"/>
                  </a:lnTo>
                  <a:lnTo>
                    <a:pt x="1" y="802"/>
                  </a:lnTo>
                  <a:lnTo>
                    <a:pt x="1108" y="1440"/>
                  </a:lnTo>
                  <a:lnTo>
                    <a:pt x="1934" y="1106"/>
                  </a:lnTo>
                  <a:lnTo>
                    <a:pt x="1934"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3617;p72">
              <a:extLst>
                <a:ext uri="{FF2B5EF4-FFF2-40B4-BE49-F238E27FC236}">
                  <a16:creationId xmlns:a16="http://schemas.microsoft.com/office/drawing/2014/main" id="{6A38E52C-3987-4566-1CEA-D3471925C130}"/>
                </a:ext>
              </a:extLst>
            </p:cNvPr>
            <p:cNvSpPr/>
            <p:nvPr/>
          </p:nvSpPr>
          <p:spPr>
            <a:xfrm>
              <a:off x="1285141" y="2464463"/>
              <a:ext cx="87479" cy="68569"/>
            </a:xfrm>
            <a:custGeom>
              <a:avLst/>
              <a:gdLst/>
              <a:ahLst/>
              <a:cxnLst/>
              <a:rect l="l" t="t" r="r" b="b"/>
              <a:pathLst>
                <a:path w="1707" h="1338" extrusionOk="0">
                  <a:moveTo>
                    <a:pt x="582" y="0"/>
                  </a:moveTo>
                  <a:lnTo>
                    <a:pt x="1" y="235"/>
                  </a:lnTo>
                  <a:lnTo>
                    <a:pt x="7" y="1337"/>
                  </a:lnTo>
                  <a:lnTo>
                    <a:pt x="1707" y="650"/>
                  </a:lnTo>
                  <a:lnTo>
                    <a:pt x="582"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3618;p72">
              <a:extLst>
                <a:ext uri="{FF2B5EF4-FFF2-40B4-BE49-F238E27FC236}">
                  <a16:creationId xmlns:a16="http://schemas.microsoft.com/office/drawing/2014/main" id="{275A2AB8-A7B3-8868-F2B3-63588C175859}"/>
                </a:ext>
              </a:extLst>
            </p:cNvPr>
            <p:cNvSpPr/>
            <p:nvPr/>
          </p:nvSpPr>
          <p:spPr>
            <a:xfrm>
              <a:off x="1384509" y="2450011"/>
              <a:ext cx="94808" cy="164094"/>
            </a:xfrm>
            <a:custGeom>
              <a:avLst/>
              <a:gdLst/>
              <a:ahLst/>
              <a:cxnLst/>
              <a:rect l="l" t="t" r="r" b="b"/>
              <a:pathLst>
                <a:path w="1850" h="3202" extrusionOk="0">
                  <a:moveTo>
                    <a:pt x="1850" y="0"/>
                  </a:moveTo>
                  <a:lnTo>
                    <a:pt x="892" y="554"/>
                  </a:lnTo>
                  <a:lnTo>
                    <a:pt x="1" y="2096"/>
                  </a:lnTo>
                  <a:lnTo>
                    <a:pt x="1" y="3201"/>
                  </a:lnTo>
                  <a:lnTo>
                    <a:pt x="1850"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3619;p72">
              <a:extLst>
                <a:ext uri="{FF2B5EF4-FFF2-40B4-BE49-F238E27FC236}">
                  <a16:creationId xmlns:a16="http://schemas.microsoft.com/office/drawing/2014/main" id="{D8F598F8-132B-DE27-2B72-6BF373CFF3FD}"/>
                </a:ext>
              </a:extLst>
            </p:cNvPr>
            <p:cNvSpPr/>
            <p:nvPr/>
          </p:nvSpPr>
          <p:spPr>
            <a:xfrm>
              <a:off x="1384509" y="2507511"/>
              <a:ext cx="99318" cy="228615"/>
            </a:xfrm>
            <a:custGeom>
              <a:avLst/>
              <a:gdLst/>
              <a:ahLst/>
              <a:cxnLst/>
              <a:rect l="l" t="t" r="r" b="b"/>
              <a:pathLst>
                <a:path w="1938" h="4461" extrusionOk="0">
                  <a:moveTo>
                    <a:pt x="1937" y="0"/>
                  </a:moveTo>
                  <a:lnTo>
                    <a:pt x="1" y="3353"/>
                  </a:lnTo>
                  <a:lnTo>
                    <a:pt x="1" y="4460"/>
                  </a:lnTo>
                  <a:lnTo>
                    <a:pt x="1937" y="1107"/>
                  </a:lnTo>
                  <a:lnTo>
                    <a:pt x="1937"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3620;p72">
              <a:extLst>
                <a:ext uri="{FF2B5EF4-FFF2-40B4-BE49-F238E27FC236}">
                  <a16:creationId xmlns:a16="http://schemas.microsoft.com/office/drawing/2014/main" id="{5372B48B-9E57-215D-BFBB-072C3F4574C4}"/>
                </a:ext>
              </a:extLst>
            </p:cNvPr>
            <p:cNvSpPr/>
            <p:nvPr/>
          </p:nvSpPr>
          <p:spPr>
            <a:xfrm>
              <a:off x="1405675" y="2630453"/>
              <a:ext cx="78357" cy="135140"/>
            </a:xfrm>
            <a:custGeom>
              <a:avLst/>
              <a:gdLst/>
              <a:ahLst/>
              <a:cxnLst/>
              <a:rect l="l" t="t" r="r" b="b"/>
              <a:pathLst>
                <a:path w="1529" h="2637" extrusionOk="0">
                  <a:moveTo>
                    <a:pt x="1521" y="1"/>
                  </a:moveTo>
                  <a:lnTo>
                    <a:pt x="0" y="2636"/>
                  </a:lnTo>
                  <a:lnTo>
                    <a:pt x="959" y="2083"/>
                  </a:lnTo>
                  <a:lnTo>
                    <a:pt x="1529" y="1092"/>
                  </a:lnTo>
                  <a:lnTo>
                    <a:pt x="1521"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3621;p72">
              <a:extLst>
                <a:ext uri="{FF2B5EF4-FFF2-40B4-BE49-F238E27FC236}">
                  <a16:creationId xmlns:a16="http://schemas.microsoft.com/office/drawing/2014/main" id="{139CAA4E-E24F-A719-7140-6B40EB99E96D}"/>
                </a:ext>
              </a:extLst>
            </p:cNvPr>
            <p:cNvSpPr/>
            <p:nvPr/>
          </p:nvSpPr>
          <p:spPr>
            <a:xfrm>
              <a:off x="1198635" y="2552608"/>
              <a:ext cx="3695560" cy="2131332"/>
            </a:xfrm>
            <a:custGeom>
              <a:avLst/>
              <a:gdLst/>
              <a:ahLst/>
              <a:cxnLst/>
              <a:rect l="l" t="t" r="r" b="b"/>
              <a:pathLst>
                <a:path w="72112" h="41589" extrusionOk="0">
                  <a:moveTo>
                    <a:pt x="523" y="0"/>
                  </a:moveTo>
                  <a:lnTo>
                    <a:pt x="1" y="302"/>
                  </a:lnTo>
                  <a:lnTo>
                    <a:pt x="71589" y="41588"/>
                  </a:lnTo>
                  <a:lnTo>
                    <a:pt x="72112" y="41286"/>
                  </a:lnTo>
                  <a:lnTo>
                    <a:pt x="523" y="0"/>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3622;p72">
              <a:extLst>
                <a:ext uri="{FF2B5EF4-FFF2-40B4-BE49-F238E27FC236}">
                  <a16:creationId xmlns:a16="http://schemas.microsoft.com/office/drawing/2014/main" id="{62F7E398-3843-7962-922D-231071AEDA3B}"/>
                </a:ext>
              </a:extLst>
            </p:cNvPr>
            <p:cNvSpPr/>
            <p:nvPr/>
          </p:nvSpPr>
          <p:spPr>
            <a:xfrm>
              <a:off x="1198635" y="2568085"/>
              <a:ext cx="3668809" cy="2262218"/>
            </a:xfrm>
            <a:custGeom>
              <a:avLst/>
              <a:gdLst/>
              <a:ahLst/>
              <a:cxnLst/>
              <a:rect l="l" t="t" r="r" b="b"/>
              <a:pathLst>
                <a:path w="71590" h="44143" extrusionOk="0">
                  <a:moveTo>
                    <a:pt x="1" y="0"/>
                  </a:moveTo>
                  <a:lnTo>
                    <a:pt x="1" y="2857"/>
                  </a:lnTo>
                  <a:lnTo>
                    <a:pt x="71589" y="44142"/>
                  </a:lnTo>
                  <a:lnTo>
                    <a:pt x="71589" y="41286"/>
                  </a:lnTo>
                  <a:lnTo>
                    <a:pt x="1" y="0"/>
                  </a:ln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3623;p72">
              <a:extLst>
                <a:ext uri="{FF2B5EF4-FFF2-40B4-BE49-F238E27FC236}">
                  <a16:creationId xmlns:a16="http://schemas.microsoft.com/office/drawing/2014/main" id="{1D50EE59-4B21-993C-ACA2-9B925D41C9F7}"/>
                </a:ext>
              </a:extLst>
            </p:cNvPr>
            <p:cNvSpPr/>
            <p:nvPr/>
          </p:nvSpPr>
          <p:spPr>
            <a:xfrm>
              <a:off x="4867389" y="4668409"/>
              <a:ext cx="26802" cy="161891"/>
            </a:xfrm>
            <a:custGeom>
              <a:avLst/>
              <a:gdLst/>
              <a:ahLst/>
              <a:cxnLst/>
              <a:rect l="l" t="t" r="r" b="b"/>
              <a:pathLst>
                <a:path w="523" h="3159" extrusionOk="0">
                  <a:moveTo>
                    <a:pt x="523" y="0"/>
                  </a:moveTo>
                  <a:lnTo>
                    <a:pt x="0" y="302"/>
                  </a:lnTo>
                  <a:lnTo>
                    <a:pt x="0" y="3158"/>
                  </a:lnTo>
                  <a:lnTo>
                    <a:pt x="523" y="2856"/>
                  </a:lnTo>
                  <a:lnTo>
                    <a:pt x="523" y="0"/>
                  </a:lnTo>
                  <a:close/>
                </a:path>
              </a:pathLst>
            </a:custGeom>
            <a:solidFill>
              <a:srgbClr val="717B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3624;p72">
              <a:extLst>
                <a:ext uri="{FF2B5EF4-FFF2-40B4-BE49-F238E27FC236}">
                  <a16:creationId xmlns:a16="http://schemas.microsoft.com/office/drawing/2014/main" id="{78D7159F-8001-77D5-01C1-FDAC6F75B008}"/>
                </a:ext>
              </a:extLst>
            </p:cNvPr>
            <p:cNvSpPr/>
            <p:nvPr/>
          </p:nvSpPr>
          <p:spPr>
            <a:xfrm>
              <a:off x="5421937" y="3992917"/>
              <a:ext cx="261413" cy="154152"/>
            </a:xfrm>
            <a:custGeom>
              <a:avLst/>
              <a:gdLst/>
              <a:ahLst/>
              <a:cxnLst/>
              <a:rect l="l" t="t" r="r" b="b"/>
              <a:pathLst>
                <a:path w="5101" h="3008" extrusionOk="0">
                  <a:moveTo>
                    <a:pt x="0" y="1"/>
                  </a:moveTo>
                  <a:lnTo>
                    <a:pt x="382" y="1542"/>
                  </a:lnTo>
                  <a:lnTo>
                    <a:pt x="989" y="1190"/>
                  </a:lnTo>
                  <a:lnTo>
                    <a:pt x="4133" y="3007"/>
                  </a:lnTo>
                  <a:lnTo>
                    <a:pt x="5101" y="2448"/>
                  </a:lnTo>
                  <a:lnTo>
                    <a:pt x="1956" y="632"/>
                  </a:lnTo>
                  <a:lnTo>
                    <a:pt x="2563" y="281"/>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3625;p72">
              <a:extLst>
                <a:ext uri="{FF2B5EF4-FFF2-40B4-BE49-F238E27FC236}">
                  <a16:creationId xmlns:a16="http://schemas.microsoft.com/office/drawing/2014/main" id="{50F72824-1CE7-7079-04D6-688F71DB47BE}"/>
                </a:ext>
              </a:extLst>
            </p:cNvPr>
            <p:cNvSpPr/>
            <p:nvPr/>
          </p:nvSpPr>
          <p:spPr>
            <a:xfrm>
              <a:off x="5203726" y="4106840"/>
              <a:ext cx="267051" cy="145748"/>
            </a:xfrm>
            <a:custGeom>
              <a:avLst/>
              <a:gdLst/>
              <a:ahLst/>
              <a:cxnLst/>
              <a:rect l="l" t="t" r="r" b="b"/>
              <a:pathLst>
                <a:path w="5211" h="2844" extrusionOk="0">
                  <a:moveTo>
                    <a:pt x="1054" y="1"/>
                  </a:moveTo>
                  <a:lnTo>
                    <a:pt x="0" y="609"/>
                  </a:lnTo>
                  <a:lnTo>
                    <a:pt x="3197" y="2455"/>
                  </a:lnTo>
                  <a:lnTo>
                    <a:pt x="2526" y="2843"/>
                  </a:lnTo>
                  <a:lnTo>
                    <a:pt x="5210" y="2843"/>
                  </a:lnTo>
                  <a:lnTo>
                    <a:pt x="4899" y="1473"/>
                  </a:lnTo>
                  <a:lnTo>
                    <a:pt x="4250" y="1847"/>
                  </a:lnTo>
                  <a:lnTo>
                    <a:pt x="105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3626;p72">
              <a:extLst>
                <a:ext uri="{FF2B5EF4-FFF2-40B4-BE49-F238E27FC236}">
                  <a16:creationId xmlns:a16="http://schemas.microsoft.com/office/drawing/2014/main" id="{B932ED33-6C4D-BB57-A197-F4FA0708C81E}"/>
                </a:ext>
              </a:extLst>
            </p:cNvPr>
            <p:cNvSpPr/>
            <p:nvPr/>
          </p:nvSpPr>
          <p:spPr>
            <a:xfrm>
              <a:off x="3722521" y="3105876"/>
              <a:ext cx="261465" cy="154050"/>
            </a:xfrm>
            <a:custGeom>
              <a:avLst/>
              <a:gdLst/>
              <a:ahLst/>
              <a:cxnLst/>
              <a:rect l="l" t="t" r="r" b="b"/>
              <a:pathLst>
                <a:path w="5102" h="3006" extrusionOk="0">
                  <a:moveTo>
                    <a:pt x="1" y="1"/>
                  </a:moveTo>
                  <a:lnTo>
                    <a:pt x="382" y="1540"/>
                  </a:lnTo>
                  <a:lnTo>
                    <a:pt x="990" y="1190"/>
                  </a:lnTo>
                  <a:lnTo>
                    <a:pt x="4134" y="3006"/>
                  </a:lnTo>
                  <a:lnTo>
                    <a:pt x="5101" y="2448"/>
                  </a:lnTo>
                  <a:lnTo>
                    <a:pt x="1957" y="631"/>
                  </a:lnTo>
                  <a:lnTo>
                    <a:pt x="2564" y="28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3627;p72">
              <a:extLst>
                <a:ext uri="{FF2B5EF4-FFF2-40B4-BE49-F238E27FC236}">
                  <a16:creationId xmlns:a16="http://schemas.microsoft.com/office/drawing/2014/main" id="{66005CF7-A7D1-3927-FFBB-5760CE68F964}"/>
                </a:ext>
              </a:extLst>
            </p:cNvPr>
            <p:cNvSpPr/>
            <p:nvPr/>
          </p:nvSpPr>
          <p:spPr>
            <a:xfrm>
              <a:off x="2264736" y="2232517"/>
              <a:ext cx="261567" cy="154050"/>
            </a:xfrm>
            <a:custGeom>
              <a:avLst/>
              <a:gdLst/>
              <a:ahLst/>
              <a:cxnLst/>
              <a:rect l="l" t="t" r="r" b="b"/>
              <a:pathLst>
                <a:path w="5104" h="3006" extrusionOk="0">
                  <a:moveTo>
                    <a:pt x="1" y="0"/>
                  </a:moveTo>
                  <a:lnTo>
                    <a:pt x="383" y="1540"/>
                  </a:lnTo>
                  <a:lnTo>
                    <a:pt x="990" y="1189"/>
                  </a:lnTo>
                  <a:lnTo>
                    <a:pt x="4134" y="3005"/>
                  </a:lnTo>
                  <a:lnTo>
                    <a:pt x="5103" y="2447"/>
                  </a:lnTo>
                  <a:lnTo>
                    <a:pt x="1957" y="630"/>
                  </a:lnTo>
                  <a:lnTo>
                    <a:pt x="2564" y="281"/>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3628;p72">
              <a:extLst>
                <a:ext uri="{FF2B5EF4-FFF2-40B4-BE49-F238E27FC236}">
                  <a16:creationId xmlns:a16="http://schemas.microsoft.com/office/drawing/2014/main" id="{1216C9B7-C204-7813-C502-10ADCA202161}"/>
                </a:ext>
              </a:extLst>
            </p:cNvPr>
            <p:cNvSpPr/>
            <p:nvPr/>
          </p:nvSpPr>
          <p:spPr>
            <a:xfrm>
              <a:off x="1198635" y="1033840"/>
              <a:ext cx="5473131" cy="3155104"/>
            </a:xfrm>
            <a:custGeom>
              <a:avLst/>
              <a:gdLst/>
              <a:ahLst/>
              <a:cxnLst/>
              <a:rect l="l" t="t" r="r" b="b"/>
              <a:pathLst>
                <a:path w="106798" h="61566" extrusionOk="0">
                  <a:moveTo>
                    <a:pt x="35209" y="1"/>
                  </a:moveTo>
                  <a:lnTo>
                    <a:pt x="1" y="20280"/>
                  </a:lnTo>
                  <a:lnTo>
                    <a:pt x="71589" y="61565"/>
                  </a:lnTo>
                  <a:lnTo>
                    <a:pt x="106798" y="41287"/>
                  </a:lnTo>
                  <a:lnTo>
                    <a:pt x="35209"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3629;p72">
              <a:extLst>
                <a:ext uri="{FF2B5EF4-FFF2-40B4-BE49-F238E27FC236}">
                  <a16:creationId xmlns:a16="http://schemas.microsoft.com/office/drawing/2014/main" id="{B011463D-D438-E209-6FAD-7D7712FAD777}"/>
                </a:ext>
              </a:extLst>
            </p:cNvPr>
            <p:cNvSpPr/>
            <p:nvPr/>
          </p:nvSpPr>
          <p:spPr>
            <a:xfrm>
              <a:off x="3011872" y="1128391"/>
              <a:ext cx="3461051" cy="1990043"/>
            </a:xfrm>
            <a:custGeom>
              <a:avLst/>
              <a:gdLst/>
              <a:ahLst/>
              <a:cxnLst/>
              <a:rect l="l" t="t" r="r" b="b"/>
              <a:pathLst>
                <a:path w="67536" h="38832" extrusionOk="0">
                  <a:moveTo>
                    <a:pt x="0" y="0"/>
                  </a:moveTo>
                  <a:lnTo>
                    <a:pt x="67227" y="38831"/>
                  </a:lnTo>
                  <a:lnTo>
                    <a:pt x="67535" y="38654"/>
                  </a:lnTo>
                  <a:lnTo>
                    <a:pt x="675" y="34"/>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3630;p72">
              <a:extLst>
                <a:ext uri="{FF2B5EF4-FFF2-40B4-BE49-F238E27FC236}">
                  <a16:creationId xmlns:a16="http://schemas.microsoft.com/office/drawing/2014/main" id="{105BCC31-6F5B-E398-B315-B62EFFF8957F}"/>
                </a:ext>
              </a:extLst>
            </p:cNvPr>
            <p:cNvSpPr/>
            <p:nvPr/>
          </p:nvSpPr>
          <p:spPr>
            <a:xfrm>
              <a:off x="4313506" y="2201563"/>
              <a:ext cx="588270" cy="337516"/>
            </a:xfrm>
            <a:custGeom>
              <a:avLst/>
              <a:gdLst/>
              <a:ahLst/>
              <a:cxnLst/>
              <a:rect l="l" t="t" r="r" b="b"/>
              <a:pathLst>
                <a:path w="11479" h="6586" extrusionOk="0">
                  <a:moveTo>
                    <a:pt x="11144" y="0"/>
                  </a:moveTo>
                  <a:lnTo>
                    <a:pt x="660" y="6042"/>
                  </a:lnTo>
                  <a:lnTo>
                    <a:pt x="309" y="5842"/>
                  </a:lnTo>
                  <a:lnTo>
                    <a:pt x="1" y="6019"/>
                  </a:lnTo>
                  <a:lnTo>
                    <a:pt x="988" y="6585"/>
                  </a:lnTo>
                  <a:lnTo>
                    <a:pt x="1293" y="6407"/>
                  </a:lnTo>
                  <a:lnTo>
                    <a:pt x="968" y="6220"/>
                  </a:lnTo>
                  <a:lnTo>
                    <a:pt x="11478" y="161"/>
                  </a:lnTo>
                  <a:lnTo>
                    <a:pt x="1114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3631;p72">
              <a:extLst>
                <a:ext uri="{FF2B5EF4-FFF2-40B4-BE49-F238E27FC236}">
                  <a16:creationId xmlns:a16="http://schemas.microsoft.com/office/drawing/2014/main" id="{1EC96320-C848-36C2-0590-FDDEE76C3B16}"/>
                </a:ext>
              </a:extLst>
            </p:cNvPr>
            <p:cNvSpPr/>
            <p:nvPr/>
          </p:nvSpPr>
          <p:spPr>
            <a:xfrm>
              <a:off x="4682795" y="2414855"/>
              <a:ext cx="588219" cy="337516"/>
            </a:xfrm>
            <a:custGeom>
              <a:avLst/>
              <a:gdLst/>
              <a:ahLst/>
              <a:cxnLst/>
              <a:rect l="l" t="t" r="r" b="b"/>
              <a:pathLst>
                <a:path w="11478" h="6586" extrusionOk="0">
                  <a:moveTo>
                    <a:pt x="11144" y="1"/>
                  </a:moveTo>
                  <a:lnTo>
                    <a:pt x="660" y="6043"/>
                  </a:lnTo>
                  <a:lnTo>
                    <a:pt x="309" y="5842"/>
                  </a:lnTo>
                  <a:lnTo>
                    <a:pt x="1" y="6020"/>
                  </a:lnTo>
                  <a:lnTo>
                    <a:pt x="988" y="6586"/>
                  </a:lnTo>
                  <a:lnTo>
                    <a:pt x="1295" y="6408"/>
                  </a:lnTo>
                  <a:lnTo>
                    <a:pt x="968" y="6221"/>
                  </a:lnTo>
                  <a:lnTo>
                    <a:pt x="11478" y="162"/>
                  </a:lnTo>
                  <a:lnTo>
                    <a:pt x="1114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3632;p72">
              <a:extLst>
                <a:ext uri="{FF2B5EF4-FFF2-40B4-BE49-F238E27FC236}">
                  <a16:creationId xmlns:a16="http://schemas.microsoft.com/office/drawing/2014/main" id="{DE00129B-1121-D0E0-1E5C-53655B6A9C2D}"/>
                </a:ext>
              </a:extLst>
            </p:cNvPr>
            <p:cNvSpPr/>
            <p:nvPr/>
          </p:nvSpPr>
          <p:spPr>
            <a:xfrm>
              <a:off x="5057824" y="2631786"/>
              <a:ext cx="588219" cy="337619"/>
            </a:xfrm>
            <a:custGeom>
              <a:avLst/>
              <a:gdLst/>
              <a:ahLst/>
              <a:cxnLst/>
              <a:rect l="l" t="t" r="r" b="b"/>
              <a:pathLst>
                <a:path w="11478" h="6588" extrusionOk="0">
                  <a:moveTo>
                    <a:pt x="11142" y="1"/>
                  </a:moveTo>
                  <a:lnTo>
                    <a:pt x="660" y="6044"/>
                  </a:lnTo>
                  <a:lnTo>
                    <a:pt x="309" y="5842"/>
                  </a:lnTo>
                  <a:lnTo>
                    <a:pt x="0" y="6020"/>
                  </a:lnTo>
                  <a:lnTo>
                    <a:pt x="988" y="6587"/>
                  </a:lnTo>
                  <a:lnTo>
                    <a:pt x="1293" y="6408"/>
                  </a:lnTo>
                  <a:lnTo>
                    <a:pt x="968" y="6221"/>
                  </a:lnTo>
                  <a:lnTo>
                    <a:pt x="11478" y="163"/>
                  </a:lnTo>
                  <a:lnTo>
                    <a:pt x="1114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3633;p72">
              <a:extLst>
                <a:ext uri="{FF2B5EF4-FFF2-40B4-BE49-F238E27FC236}">
                  <a16:creationId xmlns:a16="http://schemas.microsoft.com/office/drawing/2014/main" id="{AC985ABD-0130-DDBB-9E60-CF1F0F133D31}"/>
                </a:ext>
              </a:extLst>
            </p:cNvPr>
            <p:cNvSpPr/>
            <p:nvPr/>
          </p:nvSpPr>
          <p:spPr>
            <a:xfrm>
              <a:off x="5427113" y="2845129"/>
              <a:ext cx="588219" cy="337567"/>
            </a:xfrm>
            <a:custGeom>
              <a:avLst/>
              <a:gdLst/>
              <a:ahLst/>
              <a:cxnLst/>
              <a:rect l="l" t="t" r="r" b="b"/>
              <a:pathLst>
                <a:path w="11478" h="6587" extrusionOk="0">
                  <a:moveTo>
                    <a:pt x="11142" y="0"/>
                  </a:moveTo>
                  <a:lnTo>
                    <a:pt x="659" y="6044"/>
                  </a:lnTo>
                  <a:lnTo>
                    <a:pt x="308" y="5841"/>
                  </a:lnTo>
                  <a:lnTo>
                    <a:pt x="0" y="6019"/>
                  </a:lnTo>
                  <a:lnTo>
                    <a:pt x="988" y="6587"/>
                  </a:lnTo>
                  <a:lnTo>
                    <a:pt x="1293" y="6407"/>
                  </a:lnTo>
                  <a:lnTo>
                    <a:pt x="968" y="6220"/>
                  </a:lnTo>
                  <a:lnTo>
                    <a:pt x="11477" y="163"/>
                  </a:lnTo>
                  <a:lnTo>
                    <a:pt x="1114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3634;p72">
              <a:extLst>
                <a:ext uri="{FF2B5EF4-FFF2-40B4-BE49-F238E27FC236}">
                  <a16:creationId xmlns:a16="http://schemas.microsoft.com/office/drawing/2014/main" id="{CD6CE883-358B-B104-6ED1-0CC469778B33}"/>
                </a:ext>
              </a:extLst>
            </p:cNvPr>
            <p:cNvSpPr/>
            <p:nvPr/>
          </p:nvSpPr>
          <p:spPr>
            <a:xfrm>
              <a:off x="3944627" y="1988067"/>
              <a:ext cx="588219" cy="337619"/>
            </a:xfrm>
            <a:custGeom>
              <a:avLst/>
              <a:gdLst/>
              <a:ahLst/>
              <a:cxnLst/>
              <a:rect l="l" t="t" r="r" b="b"/>
              <a:pathLst>
                <a:path w="11478" h="6588" extrusionOk="0">
                  <a:moveTo>
                    <a:pt x="11142" y="1"/>
                  </a:moveTo>
                  <a:lnTo>
                    <a:pt x="660" y="6044"/>
                  </a:lnTo>
                  <a:lnTo>
                    <a:pt x="309" y="5842"/>
                  </a:lnTo>
                  <a:lnTo>
                    <a:pt x="1" y="6020"/>
                  </a:lnTo>
                  <a:lnTo>
                    <a:pt x="988" y="6587"/>
                  </a:lnTo>
                  <a:lnTo>
                    <a:pt x="1293" y="6408"/>
                  </a:lnTo>
                  <a:lnTo>
                    <a:pt x="968" y="6221"/>
                  </a:lnTo>
                  <a:lnTo>
                    <a:pt x="11478" y="163"/>
                  </a:lnTo>
                  <a:lnTo>
                    <a:pt x="1114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3635;p72">
              <a:extLst>
                <a:ext uri="{FF2B5EF4-FFF2-40B4-BE49-F238E27FC236}">
                  <a16:creationId xmlns:a16="http://schemas.microsoft.com/office/drawing/2014/main" id="{9B5C0C82-E105-08E0-F676-243A0069D822}"/>
                </a:ext>
              </a:extLst>
            </p:cNvPr>
            <p:cNvSpPr/>
            <p:nvPr/>
          </p:nvSpPr>
          <p:spPr>
            <a:xfrm>
              <a:off x="2831071" y="1346090"/>
              <a:ext cx="588219" cy="337516"/>
            </a:xfrm>
            <a:custGeom>
              <a:avLst/>
              <a:gdLst/>
              <a:ahLst/>
              <a:cxnLst/>
              <a:rect l="l" t="t" r="r" b="b"/>
              <a:pathLst>
                <a:path w="11478" h="6586" extrusionOk="0">
                  <a:moveTo>
                    <a:pt x="11142" y="1"/>
                  </a:moveTo>
                  <a:lnTo>
                    <a:pt x="660" y="6043"/>
                  </a:lnTo>
                  <a:lnTo>
                    <a:pt x="309" y="5840"/>
                  </a:lnTo>
                  <a:lnTo>
                    <a:pt x="1" y="6018"/>
                  </a:lnTo>
                  <a:lnTo>
                    <a:pt x="988" y="6585"/>
                  </a:lnTo>
                  <a:lnTo>
                    <a:pt x="1293" y="6408"/>
                  </a:lnTo>
                  <a:lnTo>
                    <a:pt x="968" y="6220"/>
                  </a:lnTo>
                  <a:lnTo>
                    <a:pt x="11478" y="162"/>
                  </a:lnTo>
                  <a:lnTo>
                    <a:pt x="1114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3636;p72">
              <a:extLst>
                <a:ext uri="{FF2B5EF4-FFF2-40B4-BE49-F238E27FC236}">
                  <a16:creationId xmlns:a16="http://schemas.microsoft.com/office/drawing/2014/main" id="{4E49C439-B2C9-CC3F-FA79-4A9BEA68F226}"/>
                </a:ext>
              </a:extLst>
            </p:cNvPr>
            <p:cNvSpPr/>
            <p:nvPr/>
          </p:nvSpPr>
          <p:spPr>
            <a:xfrm>
              <a:off x="3200360" y="1559433"/>
              <a:ext cx="588219" cy="337465"/>
            </a:xfrm>
            <a:custGeom>
              <a:avLst/>
              <a:gdLst/>
              <a:ahLst/>
              <a:cxnLst/>
              <a:rect l="l" t="t" r="r" b="b"/>
              <a:pathLst>
                <a:path w="11478" h="6585" extrusionOk="0">
                  <a:moveTo>
                    <a:pt x="11142" y="0"/>
                  </a:moveTo>
                  <a:lnTo>
                    <a:pt x="660" y="6042"/>
                  </a:lnTo>
                  <a:lnTo>
                    <a:pt x="309" y="5840"/>
                  </a:lnTo>
                  <a:lnTo>
                    <a:pt x="0" y="6018"/>
                  </a:lnTo>
                  <a:lnTo>
                    <a:pt x="988" y="6585"/>
                  </a:lnTo>
                  <a:lnTo>
                    <a:pt x="1293" y="6407"/>
                  </a:lnTo>
                  <a:lnTo>
                    <a:pt x="968" y="6220"/>
                  </a:lnTo>
                  <a:lnTo>
                    <a:pt x="11478" y="161"/>
                  </a:lnTo>
                  <a:lnTo>
                    <a:pt x="1114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3637;p72">
              <a:extLst>
                <a:ext uri="{FF2B5EF4-FFF2-40B4-BE49-F238E27FC236}">
                  <a16:creationId xmlns:a16="http://schemas.microsoft.com/office/drawing/2014/main" id="{46064DA7-0739-CAC7-7BAB-857E38B8DB5E}"/>
                </a:ext>
              </a:extLst>
            </p:cNvPr>
            <p:cNvSpPr/>
            <p:nvPr/>
          </p:nvSpPr>
          <p:spPr>
            <a:xfrm>
              <a:off x="3575389" y="1776312"/>
              <a:ext cx="588219" cy="337619"/>
            </a:xfrm>
            <a:custGeom>
              <a:avLst/>
              <a:gdLst/>
              <a:ahLst/>
              <a:cxnLst/>
              <a:rect l="l" t="t" r="r" b="b"/>
              <a:pathLst>
                <a:path w="11478" h="6588" extrusionOk="0">
                  <a:moveTo>
                    <a:pt x="11141" y="1"/>
                  </a:moveTo>
                  <a:lnTo>
                    <a:pt x="659" y="6043"/>
                  </a:lnTo>
                  <a:lnTo>
                    <a:pt x="307" y="5842"/>
                  </a:lnTo>
                  <a:lnTo>
                    <a:pt x="0" y="6020"/>
                  </a:lnTo>
                  <a:lnTo>
                    <a:pt x="986" y="6587"/>
                  </a:lnTo>
                  <a:lnTo>
                    <a:pt x="1293" y="6408"/>
                  </a:lnTo>
                  <a:lnTo>
                    <a:pt x="968" y="6221"/>
                  </a:lnTo>
                  <a:lnTo>
                    <a:pt x="11477" y="164"/>
                  </a:lnTo>
                  <a:lnTo>
                    <a:pt x="1114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3638;p72">
              <a:extLst>
                <a:ext uri="{FF2B5EF4-FFF2-40B4-BE49-F238E27FC236}">
                  <a16:creationId xmlns:a16="http://schemas.microsoft.com/office/drawing/2014/main" id="{DADD3015-EBD9-5F2D-A434-EB0EF39058FD}"/>
                </a:ext>
              </a:extLst>
            </p:cNvPr>
            <p:cNvSpPr/>
            <p:nvPr/>
          </p:nvSpPr>
          <p:spPr>
            <a:xfrm>
              <a:off x="2462192" y="1132645"/>
              <a:ext cx="588219" cy="337567"/>
            </a:xfrm>
            <a:custGeom>
              <a:avLst/>
              <a:gdLst/>
              <a:ahLst/>
              <a:cxnLst/>
              <a:rect l="l" t="t" r="r" b="b"/>
              <a:pathLst>
                <a:path w="11478" h="6587" extrusionOk="0">
                  <a:moveTo>
                    <a:pt x="11142" y="0"/>
                  </a:moveTo>
                  <a:lnTo>
                    <a:pt x="658" y="6044"/>
                  </a:lnTo>
                  <a:lnTo>
                    <a:pt x="307" y="5841"/>
                  </a:lnTo>
                  <a:lnTo>
                    <a:pt x="1" y="6019"/>
                  </a:lnTo>
                  <a:lnTo>
                    <a:pt x="986" y="6586"/>
                  </a:lnTo>
                  <a:lnTo>
                    <a:pt x="1293" y="6407"/>
                  </a:lnTo>
                  <a:lnTo>
                    <a:pt x="968" y="6220"/>
                  </a:lnTo>
                  <a:lnTo>
                    <a:pt x="11478" y="163"/>
                  </a:lnTo>
                  <a:lnTo>
                    <a:pt x="1114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3639;p72">
              <a:extLst>
                <a:ext uri="{FF2B5EF4-FFF2-40B4-BE49-F238E27FC236}">
                  <a16:creationId xmlns:a16="http://schemas.microsoft.com/office/drawing/2014/main" id="{FAC74B2E-C453-17AA-3620-F643F1F1A3D6}"/>
                </a:ext>
              </a:extLst>
            </p:cNvPr>
            <p:cNvSpPr/>
            <p:nvPr/>
          </p:nvSpPr>
          <p:spPr>
            <a:xfrm>
              <a:off x="1293084" y="2033472"/>
              <a:ext cx="3266362" cy="1886113"/>
            </a:xfrm>
            <a:custGeom>
              <a:avLst/>
              <a:gdLst/>
              <a:ahLst/>
              <a:cxnLst/>
              <a:rect l="l" t="t" r="r" b="b"/>
              <a:pathLst>
                <a:path w="63737" h="36804" extrusionOk="0">
                  <a:moveTo>
                    <a:pt x="313" y="1"/>
                  </a:moveTo>
                  <a:lnTo>
                    <a:pt x="0" y="182"/>
                  </a:lnTo>
                  <a:lnTo>
                    <a:pt x="63426" y="36804"/>
                  </a:lnTo>
                  <a:lnTo>
                    <a:pt x="63736" y="36621"/>
                  </a:lnTo>
                  <a:lnTo>
                    <a:pt x="31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3640;p72">
              <a:extLst>
                <a:ext uri="{FF2B5EF4-FFF2-40B4-BE49-F238E27FC236}">
                  <a16:creationId xmlns:a16="http://schemas.microsoft.com/office/drawing/2014/main" id="{52B96A27-3932-0A07-F1AB-A9B69390C1FF}"/>
                </a:ext>
              </a:extLst>
            </p:cNvPr>
            <p:cNvSpPr/>
            <p:nvPr/>
          </p:nvSpPr>
          <p:spPr>
            <a:xfrm>
              <a:off x="4339950" y="3461071"/>
              <a:ext cx="600364" cy="346228"/>
            </a:xfrm>
            <a:custGeom>
              <a:avLst/>
              <a:gdLst/>
              <a:ahLst/>
              <a:cxnLst/>
              <a:rect l="l" t="t" r="r" b="b"/>
              <a:pathLst>
                <a:path w="11715" h="6756" extrusionOk="0">
                  <a:moveTo>
                    <a:pt x="10715" y="1"/>
                  </a:moveTo>
                  <a:lnTo>
                    <a:pt x="10404" y="180"/>
                  </a:lnTo>
                  <a:lnTo>
                    <a:pt x="10749" y="378"/>
                  </a:lnTo>
                  <a:lnTo>
                    <a:pt x="0" y="6574"/>
                  </a:lnTo>
                  <a:lnTo>
                    <a:pt x="311" y="6756"/>
                  </a:lnTo>
                  <a:lnTo>
                    <a:pt x="11062" y="559"/>
                  </a:lnTo>
                  <a:lnTo>
                    <a:pt x="11404" y="755"/>
                  </a:lnTo>
                  <a:lnTo>
                    <a:pt x="11715" y="574"/>
                  </a:lnTo>
                  <a:lnTo>
                    <a:pt x="1071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3641;p72">
              <a:extLst>
                <a:ext uri="{FF2B5EF4-FFF2-40B4-BE49-F238E27FC236}">
                  <a16:creationId xmlns:a16="http://schemas.microsoft.com/office/drawing/2014/main" id="{A5379920-3F4E-DEC3-A507-C2C396430A59}"/>
                </a:ext>
              </a:extLst>
            </p:cNvPr>
            <p:cNvSpPr/>
            <p:nvPr/>
          </p:nvSpPr>
          <p:spPr>
            <a:xfrm>
              <a:off x="3964152" y="3244859"/>
              <a:ext cx="600313" cy="346228"/>
            </a:xfrm>
            <a:custGeom>
              <a:avLst/>
              <a:gdLst/>
              <a:ahLst/>
              <a:cxnLst/>
              <a:rect l="l" t="t" r="r" b="b"/>
              <a:pathLst>
                <a:path w="11714" h="6756" extrusionOk="0">
                  <a:moveTo>
                    <a:pt x="10715" y="1"/>
                  </a:moveTo>
                  <a:lnTo>
                    <a:pt x="10402" y="180"/>
                  </a:lnTo>
                  <a:lnTo>
                    <a:pt x="10747" y="378"/>
                  </a:lnTo>
                  <a:lnTo>
                    <a:pt x="0" y="6573"/>
                  </a:lnTo>
                  <a:lnTo>
                    <a:pt x="310" y="6756"/>
                  </a:lnTo>
                  <a:lnTo>
                    <a:pt x="11060" y="559"/>
                  </a:lnTo>
                  <a:lnTo>
                    <a:pt x="11404" y="755"/>
                  </a:lnTo>
                  <a:lnTo>
                    <a:pt x="11713" y="574"/>
                  </a:lnTo>
                  <a:lnTo>
                    <a:pt x="1071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3642;p72">
              <a:extLst>
                <a:ext uri="{FF2B5EF4-FFF2-40B4-BE49-F238E27FC236}">
                  <a16:creationId xmlns:a16="http://schemas.microsoft.com/office/drawing/2014/main" id="{99EAD407-C13D-7F11-43FC-D024DCB79474}"/>
                </a:ext>
              </a:extLst>
            </p:cNvPr>
            <p:cNvSpPr/>
            <p:nvPr/>
          </p:nvSpPr>
          <p:spPr>
            <a:xfrm>
              <a:off x="3590917" y="3029056"/>
              <a:ext cx="600313" cy="346228"/>
            </a:xfrm>
            <a:custGeom>
              <a:avLst/>
              <a:gdLst/>
              <a:ahLst/>
              <a:cxnLst/>
              <a:rect l="l" t="t" r="r" b="b"/>
              <a:pathLst>
                <a:path w="11714" h="6756" extrusionOk="0">
                  <a:moveTo>
                    <a:pt x="10716" y="0"/>
                  </a:moveTo>
                  <a:lnTo>
                    <a:pt x="10403" y="181"/>
                  </a:lnTo>
                  <a:lnTo>
                    <a:pt x="10748" y="379"/>
                  </a:lnTo>
                  <a:lnTo>
                    <a:pt x="1" y="6574"/>
                  </a:lnTo>
                  <a:lnTo>
                    <a:pt x="310" y="6755"/>
                  </a:lnTo>
                  <a:lnTo>
                    <a:pt x="11061" y="558"/>
                  </a:lnTo>
                  <a:lnTo>
                    <a:pt x="11404" y="756"/>
                  </a:lnTo>
                  <a:lnTo>
                    <a:pt x="11714" y="574"/>
                  </a:lnTo>
                  <a:lnTo>
                    <a:pt x="1071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3643;p72">
              <a:extLst>
                <a:ext uri="{FF2B5EF4-FFF2-40B4-BE49-F238E27FC236}">
                  <a16:creationId xmlns:a16="http://schemas.microsoft.com/office/drawing/2014/main" id="{D2C61C3B-F48B-F63A-C928-32F70E75457A}"/>
                </a:ext>
              </a:extLst>
            </p:cNvPr>
            <p:cNvSpPr/>
            <p:nvPr/>
          </p:nvSpPr>
          <p:spPr>
            <a:xfrm>
              <a:off x="3217733" y="2812689"/>
              <a:ext cx="600313" cy="346279"/>
            </a:xfrm>
            <a:custGeom>
              <a:avLst/>
              <a:gdLst/>
              <a:ahLst/>
              <a:cxnLst/>
              <a:rect l="l" t="t" r="r" b="b"/>
              <a:pathLst>
                <a:path w="11714" h="6757" extrusionOk="0">
                  <a:moveTo>
                    <a:pt x="10715" y="0"/>
                  </a:moveTo>
                  <a:lnTo>
                    <a:pt x="10403" y="181"/>
                  </a:lnTo>
                  <a:lnTo>
                    <a:pt x="10748" y="379"/>
                  </a:lnTo>
                  <a:lnTo>
                    <a:pt x="0" y="6574"/>
                  </a:lnTo>
                  <a:lnTo>
                    <a:pt x="310" y="6757"/>
                  </a:lnTo>
                  <a:lnTo>
                    <a:pt x="11062" y="558"/>
                  </a:lnTo>
                  <a:lnTo>
                    <a:pt x="11404" y="756"/>
                  </a:lnTo>
                  <a:lnTo>
                    <a:pt x="11713" y="575"/>
                  </a:lnTo>
                  <a:lnTo>
                    <a:pt x="1071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3644;p72">
              <a:extLst>
                <a:ext uri="{FF2B5EF4-FFF2-40B4-BE49-F238E27FC236}">
                  <a16:creationId xmlns:a16="http://schemas.microsoft.com/office/drawing/2014/main" id="{4F79A77D-129F-7C6D-1AEC-B6133A14B1C6}"/>
                </a:ext>
              </a:extLst>
            </p:cNvPr>
            <p:cNvSpPr/>
            <p:nvPr/>
          </p:nvSpPr>
          <p:spPr>
            <a:xfrm>
              <a:off x="2095363" y="2162410"/>
              <a:ext cx="600313" cy="346228"/>
            </a:xfrm>
            <a:custGeom>
              <a:avLst/>
              <a:gdLst/>
              <a:ahLst/>
              <a:cxnLst/>
              <a:rect l="l" t="t" r="r" b="b"/>
              <a:pathLst>
                <a:path w="11714" h="6756" extrusionOk="0">
                  <a:moveTo>
                    <a:pt x="10714" y="1"/>
                  </a:moveTo>
                  <a:lnTo>
                    <a:pt x="10403" y="180"/>
                  </a:lnTo>
                  <a:lnTo>
                    <a:pt x="10748" y="378"/>
                  </a:lnTo>
                  <a:lnTo>
                    <a:pt x="0" y="6573"/>
                  </a:lnTo>
                  <a:lnTo>
                    <a:pt x="310" y="6756"/>
                  </a:lnTo>
                  <a:lnTo>
                    <a:pt x="11060" y="559"/>
                  </a:lnTo>
                  <a:lnTo>
                    <a:pt x="11404" y="755"/>
                  </a:lnTo>
                  <a:lnTo>
                    <a:pt x="11714" y="574"/>
                  </a:lnTo>
                  <a:lnTo>
                    <a:pt x="1071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3645;p72">
              <a:extLst>
                <a:ext uri="{FF2B5EF4-FFF2-40B4-BE49-F238E27FC236}">
                  <a16:creationId xmlns:a16="http://schemas.microsoft.com/office/drawing/2014/main" id="{ED3C1D96-2937-6452-02A1-6D90773B76CB}"/>
                </a:ext>
              </a:extLst>
            </p:cNvPr>
            <p:cNvSpPr/>
            <p:nvPr/>
          </p:nvSpPr>
          <p:spPr>
            <a:xfrm>
              <a:off x="1719463" y="1946198"/>
              <a:ext cx="600416" cy="346228"/>
            </a:xfrm>
            <a:custGeom>
              <a:avLst/>
              <a:gdLst/>
              <a:ahLst/>
              <a:cxnLst/>
              <a:rect l="l" t="t" r="r" b="b"/>
              <a:pathLst>
                <a:path w="11716" h="6756" extrusionOk="0">
                  <a:moveTo>
                    <a:pt x="10716" y="1"/>
                  </a:moveTo>
                  <a:lnTo>
                    <a:pt x="10405" y="180"/>
                  </a:lnTo>
                  <a:lnTo>
                    <a:pt x="10750" y="379"/>
                  </a:lnTo>
                  <a:lnTo>
                    <a:pt x="1" y="6575"/>
                  </a:lnTo>
                  <a:lnTo>
                    <a:pt x="312" y="6756"/>
                  </a:lnTo>
                  <a:lnTo>
                    <a:pt x="11062" y="559"/>
                  </a:lnTo>
                  <a:lnTo>
                    <a:pt x="11404" y="755"/>
                  </a:lnTo>
                  <a:lnTo>
                    <a:pt x="11716" y="574"/>
                  </a:lnTo>
                  <a:lnTo>
                    <a:pt x="1071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3646;p72">
              <a:extLst>
                <a:ext uri="{FF2B5EF4-FFF2-40B4-BE49-F238E27FC236}">
                  <a16:creationId xmlns:a16="http://schemas.microsoft.com/office/drawing/2014/main" id="{6C1AB270-E584-960B-15B8-54E30CFBE7FB}"/>
                </a:ext>
              </a:extLst>
            </p:cNvPr>
            <p:cNvSpPr/>
            <p:nvPr/>
          </p:nvSpPr>
          <p:spPr>
            <a:xfrm>
              <a:off x="2841116" y="2596425"/>
              <a:ext cx="600416" cy="346228"/>
            </a:xfrm>
            <a:custGeom>
              <a:avLst/>
              <a:gdLst/>
              <a:ahLst/>
              <a:cxnLst/>
              <a:rect l="l" t="t" r="r" b="b"/>
              <a:pathLst>
                <a:path w="11716" h="6756" extrusionOk="0">
                  <a:moveTo>
                    <a:pt x="10716" y="1"/>
                  </a:moveTo>
                  <a:lnTo>
                    <a:pt x="10405" y="180"/>
                  </a:lnTo>
                  <a:lnTo>
                    <a:pt x="10750" y="378"/>
                  </a:lnTo>
                  <a:lnTo>
                    <a:pt x="1" y="6573"/>
                  </a:lnTo>
                  <a:lnTo>
                    <a:pt x="312" y="6756"/>
                  </a:lnTo>
                  <a:lnTo>
                    <a:pt x="11063" y="559"/>
                  </a:lnTo>
                  <a:lnTo>
                    <a:pt x="11404" y="755"/>
                  </a:lnTo>
                  <a:lnTo>
                    <a:pt x="11716" y="574"/>
                  </a:lnTo>
                  <a:lnTo>
                    <a:pt x="1071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3647;p72">
              <a:extLst>
                <a:ext uri="{FF2B5EF4-FFF2-40B4-BE49-F238E27FC236}">
                  <a16:creationId xmlns:a16="http://schemas.microsoft.com/office/drawing/2014/main" id="{5727F809-3721-C222-028C-625D51E83A74}"/>
                </a:ext>
              </a:extLst>
            </p:cNvPr>
            <p:cNvSpPr/>
            <p:nvPr/>
          </p:nvSpPr>
          <p:spPr>
            <a:xfrm>
              <a:off x="2467932" y="2380622"/>
              <a:ext cx="600416" cy="346228"/>
            </a:xfrm>
            <a:custGeom>
              <a:avLst/>
              <a:gdLst/>
              <a:ahLst/>
              <a:cxnLst/>
              <a:rect l="l" t="t" r="r" b="b"/>
              <a:pathLst>
                <a:path w="11716" h="6756" extrusionOk="0">
                  <a:moveTo>
                    <a:pt x="10716" y="0"/>
                  </a:moveTo>
                  <a:lnTo>
                    <a:pt x="10404" y="181"/>
                  </a:lnTo>
                  <a:lnTo>
                    <a:pt x="10749" y="379"/>
                  </a:lnTo>
                  <a:lnTo>
                    <a:pt x="0" y="6574"/>
                  </a:lnTo>
                  <a:lnTo>
                    <a:pt x="312" y="6755"/>
                  </a:lnTo>
                  <a:lnTo>
                    <a:pt x="11062" y="558"/>
                  </a:lnTo>
                  <a:lnTo>
                    <a:pt x="11404" y="756"/>
                  </a:lnTo>
                  <a:lnTo>
                    <a:pt x="11715" y="574"/>
                  </a:lnTo>
                  <a:lnTo>
                    <a:pt x="1071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3648;p72">
              <a:extLst>
                <a:ext uri="{FF2B5EF4-FFF2-40B4-BE49-F238E27FC236}">
                  <a16:creationId xmlns:a16="http://schemas.microsoft.com/office/drawing/2014/main" id="{17C7FF5D-F282-183F-9C5D-6455705733AF}"/>
                </a:ext>
              </a:extLst>
            </p:cNvPr>
            <p:cNvSpPr/>
            <p:nvPr/>
          </p:nvSpPr>
          <p:spPr>
            <a:xfrm>
              <a:off x="1346842" y="1727935"/>
              <a:ext cx="600364" cy="346228"/>
            </a:xfrm>
            <a:custGeom>
              <a:avLst/>
              <a:gdLst/>
              <a:ahLst/>
              <a:cxnLst/>
              <a:rect l="l" t="t" r="r" b="b"/>
              <a:pathLst>
                <a:path w="11715" h="6756" extrusionOk="0">
                  <a:moveTo>
                    <a:pt x="10715" y="1"/>
                  </a:moveTo>
                  <a:lnTo>
                    <a:pt x="10404" y="181"/>
                  </a:lnTo>
                  <a:lnTo>
                    <a:pt x="10749" y="379"/>
                  </a:lnTo>
                  <a:lnTo>
                    <a:pt x="0" y="6575"/>
                  </a:lnTo>
                  <a:lnTo>
                    <a:pt x="311" y="6756"/>
                  </a:lnTo>
                  <a:lnTo>
                    <a:pt x="11062" y="559"/>
                  </a:lnTo>
                  <a:lnTo>
                    <a:pt x="11404" y="756"/>
                  </a:lnTo>
                  <a:lnTo>
                    <a:pt x="11715" y="576"/>
                  </a:lnTo>
                  <a:lnTo>
                    <a:pt x="1071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3649;p72">
              <a:extLst>
                <a:ext uri="{FF2B5EF4-FFF2-40B4-BE49-F238E27FC236}">
                  <a16:creationId xmlns:a16="http://schemas.microsoft.com/office/drawing/2014/main" id="{CBC0776F-4F65-AE15-F7D0-7726CA626708}"/>
                </a:ext>
              </a:extLst>
            </p:cNvPr>
            <p:cNvSpPr/>
            <p:nvPr/>
          </p:nvSpPr>
          <p:spPr>
            <a:xfrm>
              <a:off x="4294032" y="2334551"/>
              <a:ext cx="83175" cy="68262"/>
            </a:xfrm>
            <a:custGeom>
              <a:avLst/>
              <a:gdLst/>
              <a:ahLst/>
              <a:cxnLst/>
              <a:rect l="l" t="t" r="r" b="b"/>
              <a:pathLst>
                <a:path w="1623" h="1332" extrusionOk="0">
                  <a:moveTo>
                    <a:pt x="624" y="1"/>
                  </a:moveTo>
                  <a:cubicBezTo>
                    <a:pt x="144" y="1"/>
                    <a:pt x="1" y="346"/>
                    <a:pt x="1" y="346"/>
                  </a:cubicBezTo>
                  <a:lnTo>
                    <a:pt x="1089" y="1129"/>
                  </a:lnTo>
                  <a:lnTo>
                    <a:pt x="1447" y="1332"/>
                  </a:lnTo>
                  <a:cubicBezTo>
                    <a:pt x="1447" y="1332"/>
                    <a:pt x="1623" y="979"/>
                    <a:pt x="1595" y="787"/>
                  </a:cubicBezTo>
                  <a:cubicBezTo>
                    <a:pt x="1568" y="596"/>
                    <a:pt x="1286" y="59"/>
                    <a:pt x="724" y="6"/>
                  </a:cubicBezTo>
                  <a:cubicBezTo>
                    <a:pt x="689" y="2"/>
                    <a:pt x="656" y="1"/>
                    <a:pt x="624" y="1"/>
                  </a:cubicBez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3650;p72">
              <a:extLst>
                <a:ext uri="{FF2B5EF4-FFF2-40B4-BE49-F238E27FC236}">
                  <a16:creationId xmlns:a16="http://schemas.microsoft.com/office/drawing/2014/main" id="{1129ECE7-598B-1297-0351-8E3641FCBD79}"/>
                </a:ext>
              </a:extLst>
            </p:cNvPr>
            <p:cNvSpPr/>
            <p:nvPr/>
          </p:nvSpPr>
          <p:spPr>
            <a:xfrm>
              <a:off x="4631753" y="2133199"/>
              <a:ext cx="83226" cy="68774"/>
            </a:xfrm>
            <a:custGeom>
              <a:avLst/>
              <a:gdLst/>
              <a:ahLst/>
              <a:cxnLst/>
              <a:rect l="l" t="t" r="r" b="b"/>
              <a:pathLst>
                <a:path w="1624" h="1342" extrusionOk="0">
                  <a:moveTo>
                    <a:pt x="625" y="0"/>
                  </a:moveTo>
                  <a:cubicBezTo>
                    <a:pt x="144" y="0"/>
                    <a:pt x="0" y="344"/>
                    <a:pt x="0" y="344"/>
                  </a:cubicBezTo>
                  <a:lnTo>
                    <a:pt x="1090" y="1127"/>
                  </a:lnTo>
                  <a:lnTo>
                    <a:pt x="1451" y="1342"/>
                  </a:lnTo>
                  <a:cubicBezTo>
                    <a:pt x="1451" y="1342"/>
                    <a:pt x="1624" y="979"/>
                    <a:pt x="1596" y="787"/>
                  </a:cubicBezTo>
                  <a:cubicBezTo>
                    <a:pt x="1567" y="594"/>
                    <a:pt x="1287" y="59"/>
                    <a:pt x="725" y="5"/>
                  </a:cubicBezTo>
                  <a:cubicBezTo>
                    <a:pt x="690" y="2"/>
                    <a:pt x="657" y="0"/>
                    <a:pt x="625" y="0"/>
                  </a:cubicBez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3651;p72">
              <a:extLst>
                <a:ext uri="{FF2B5EF4-FFF2-40B4-BE49-F238E27FC236}">
                  <a16:creationId xmlns:a16="http://schemas.microsoft.com/office/drawing/2014/main" id="{EC3A00A7-6F62-E461-25BE-38BD80860CD4}"/>
                </a:ext>
              </a:extLst>
            </p:cNvPr>
            <p:cNvSpPr/>
            <p:nvPr/>
          </p:nvSpPr>
          <p:spPr>
            <a:xfrm>
              <a:off x="4249344" y="2347311"/>
              <a:ext cx="107773" cy="141392"/>
            </a:xfrm>
            <a:custGeom>
              <a:avLst/>
              <a:gdLst/>
              <a:ahLst/>
              <a:cxnLst/>
              <a:rect l="l" t="t" r="r" b="b"/>
              <a:pathLst>
                <a:path w="2103" h="2759" extrusionOk="0">
                  <a:moveTo>
                    <a:pt x="1241" y="0"/>
                  </a:moveTo>
                  <a:cubicBezTo>
                    <a:pt x="1127" y="0"/>
                    <a:pt x="985" y="37"/>
                    <a:pt x="864" y="106"/>
                  </a:cubicBezTo>
                  <a:cubicBezTo>
                    <a:pt x="387" y="380"/>
                    <a:pt x="0" y="1119"/>
                    <a:pt x="0" y="1756"/>
                  </a:cubicBezTo>
                  <a:cubicBezTo>
                    <a:pt x="0" y="1894"/>
                    <a:pt x="19" y="2015"/>
                    <a:pt x="53" y="2119"/>
                  </a:cubicBezTo>
                  <a:cubicBezTo>
                    <a:pt x="63" y="2153"/>
                    <a:pt x="100" y="2240"/>
                    <a:pt x="125" y="2285"/>
                  </a:cubicBezTo>
                  <a:cubicBezTo>
                    <a:pt x="180" y="2384"/>
                    <a:pt x="299" y="2565"/>
                    <a:pt x="500" y="2674"/>
                  </a:cubicBezTo>
                  <a:cubicBezTo>
                    <a:pt x="617" y="2738"/>
                    <a:pt x="733" y="2759"/>
                    <a:pt x="833" y="2759"/>
                  </a:cubicBezTo>
                  <a:cubicBezTo>
                    <a:pt x="1006" y="2759"/>
                    <a:pt x="1132" y="2697"/>
                    <a:pt x="1132" y="2697"/>
                  </a:cubicBezTo>
                  <a:lnTo>
                    <a:pt x="2102" y="706"/>
                  </a:lnTo>
                  <a:cubicBezTo>
                    <a:pt x="2102" y="706"/>
                    <a:pt x="2066" y="324"/>
                    <a:pt x="1794" y="155"/>
                  </a:cubicBezTo>
                  <a:cubicBezTo>
                    <a:pt x="1558" y="9"/>
                    <a:pt x="1330" y="2"/>
                    <a:pt x="1241"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3652;p72">
              <a:extLst>
                <a:ext uri="{FF2B5EF4-FFF2-40B4-BE49-F238E27FC236}">
                  <a16:creationId xmlns:a16="http://schemas.microsoft.com/office/drawing/2014/main" id="{0DCD6257-DA73-577E-C27B-73B99D920C7A}"/>
                </a:ext>
              </a:extLst>
            </p:cNvPr>
            <p:cNvSpPr/>
            <p:nvPr/>
          </p:nvSpPr>
          <p:spPr>
            <a:xfrm>
              <a:off x="4270100" y="2358944"/>
              <a:ext cx="88504" cy="128631"/>
            </a:xfrm>
            <a:custGeom>
              <a:avLst/>
              <a:gdLst/>
              <a:ahLst/>
              <a:cxnLst/>
              <a:rect l="l" t="t" r="r" b="b"/>
              <a:pathLst>
                <a:path w="1727" h="2510" extrusionOk="0">
                  <a:moveTo>
                    <a:pt x="1206" y="1"/>
                  </a:moveTo>
                  <a:cubicBezTo>
                    <a:pt x="1101" y="1"/>
                    <a:pt x="985" y="34"/>
                    <a:pt x="863" y="104"/>
                  </a:cubicBezTo>
                  <a:cubicBezTo>
                    <a:pt x="387" y="379"/>
                    <a:pt x="0" y="1118"/>
                    <a:pt x="0" y="1754"/>
                  </a:cubicBezTo>
                  <a:cubicBezTo>
                    <a:pt x="0" y="2227"/>
                    <a:pt x="214" y="2510"/>
                    <a:pt x="520" y="2510"/>
                  </a:cubicBezTo>
                  <a:cubicBezTo>
                    <a:pt x="625" y="2510"/>
                    <a:pt x="741" y="2476"/>
                    <a:pt x="863" y="2406"/>
                  </a:cubicBezTo>
                  <a:cubicBezTo>
                    <a:pt x="1340" y="2131"/>
                    <a:pt x="1726" y="1392"/>
                    <a:pt x="1726" y="758"/>
                  </a:cubicBezTo>
                  <a:cubicBezTo>
                    <a:pt x="1726" y="284"/>
                    <a:pt x="1512" y="1"/>
                    <a:pt x="1206"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3653;p72">
              <a:extLst>
                <a:ext uri="{FF2B5EF4-FFF2-40B4-BE49-F238E27FC236}">
                  <a16:creationId xmlns:a16="http://schemas.microsoft.com/office/drawing/2014/main" id="{A079666E-8BF7-F6AC-66E9-46B2EE49939C}"/>
                </a:ext>
              </a:extLst>
            </p:cNvPr>
            <p:cNvSpPr/>
            <p:nvPr/>
          </p:nvSpPr>
          <p:spPr>
            <a:xfrm>
              <a:off x="4279990" y="2372422"/>
              <a:ext cx="70055" cy="101675"/>
            </a:xfrm>
            <a:custGeom>
              <a:avLst/>
              <a:gdLst/>
              <a:ahLst/>
              <a:cxnLst/>
              <a:rect l="l" t="t" r="r" b="b"/>
              <a:pathLst>
                <a:path w="1367" h="1984" extrusionOk="0">
                  <a:moveTo>
                    <a:pt x="955" y="0"/>
                  </a:moveTo>
                  <a:cubicBezTo>
                    <a:pt x="872" y="0"/>
                    <a:pt x="780" y="27"/>
                    <a:pt x="684" y="82"/>
                  </a:cubicBezTo>
                  <a:cubicBezTo>
                    <a:pt x="307" y="300"/>
                    <a:pt x="0" y="884"/>
                    <a:pt x="0" y="1387"/>
                  </a:cubicBezTo>
                  <a:cubicBezTo>
                    <a:pt x="0" y="1760"/>
                    <a:pt x="170" y="1984"/>
                    <a:pt x="413" y="1984"/>
                  </a:cubicBezTo>
                  <a:cubicBezTo>
                    <a:pt x="496" y="1984"/>
                    <a:pt x="588" y="1958"/>
                    <a:pt x="684" y="1902"/>
                  </a:cubicBezTo>
                  <a:cubicBezTo>
                    <a:pt x="1061" y="1684"/>
                    <a:pt x="1366" y="1100"/>
                    <a:pt x="1366" y="599"/>
                  </a:cubicBezTo>
                  <a:cubicBezTo>
                    <a:pt x="1366" y="224"/>
                    <a:pt x="1197" y="0"/>
                    <a:pt x="955"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3654;p72">
              <a:extLst>
                <a:ext uri="{FF2B5EF4-FFF2-40B4-BE49-F238E27FC236}">
                  <a16:creationId xmlns:a16="http://schemas.microsoft.com/office/drawing/2014/main" id="{5662B279-BDD9-E2C7-D02D-C2948D90BAFF}"/>
                </a:ext>
              </a:extLst>
            </p:cNvPr>
            <p:cNvSpPr/>
            <p:nvPr/>
          </p:nvSpPr>
          <p:spPr>
            <a:xfrm>
              <a:off x="4278094" y="2367913"/>
              <a:ext cx="73899" cy="107364"/>
            </a:xfrm>
            <a:custGeom>
              <a:avLst/>
              <a:gdLst/>
              <a:ahLst/>
              <a:cxnLst/>
              <a:rect l="l" t="t" r="r" b="b"/>
              <a:pathLst>
                <a:path w="1442" h="2095" extrusionOk="0">
                  <a:moveTo>
                    <a:pt x="1007" y="1"/>
                  </a:moveTo>
                  <a:cubicBezTo>
                    <a:pt x="919" y="1"/>
                    <a:pt x="823" y="29"/>
                    <a:pt x="721" y="87"/>
                  </a:cubicBezTo>
                  <a:cubicBezTo>
                    <a:pt x="322" y="317"/>
                    <a:pt x="1" y="934"/>
                    <a:pt x="1" y="1464"/>
                  </a:cubicBezTo>
                  <a:cubicBezTo>
                    <a:pt x="1" y="1859"/>
                    <a:pt x="179" y="2095"/>
                    <a:pt x="435" y="2095"/>
                  </a:cubicBezTo>
                  <a:cubicBezTo>
                    <a:pt x="522" y="2095"/>
                    <a:pt x="619" y="2067"/>
                    <a:pt x="721" y="2008"/>
                  </a:cubicBezTo>
                  <a:cubicBezTo>
                    <a:pt x="1118" y="1778"/>
                    <a:pt x="1442" y="1162"/>
                    <a:pt x="1442" y="632"/>
                  </a:cubicBezTo>
                  <a:cubicBezTo>
                    <a:pt x="1442" y="237"/>
                    <a:pt x="1262" y="1"/>
                    <a:pt x="100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3655;p72">
              <a:extLst>
                <a:ext uri="{FF2B5EF4-FFF2-40B4-BE49-F238E27FC236}">
                  <a16:creationId xmlns:a16="http://schemas.microsoft.com/office/drawing/2014/main" id="{F05A9EF0-20E0-7F8B-1814-FCDF599FF189}"/>
                </a:ext>
              </a:extLst>
            </p:cNvPr>
            <p:cNvSpPr/>
            <p:nvPr/>
          </p:nvSpPr>
          <p:spPr>
            <a:xfrm>
              <a:off x="4293007" y="2390103"/>
              <a:ext cx="15221" cy="24804"/>
            </a:xfrm>
            <a:custGeom>
              <a:avLst/>
              <a:gdLst/>
              <a:ahLst/>
              <a:cxnLst/>
              <a:rect l="l" t="t" r="r" b="b"/>
              <a:pathLst>
                <a:path w="297" h="484" extrusionOk="0">
                  <a:moveTo>
                    <a:pt x="168" y="1"/>
                  </a:moveTo>
                  <a:cubicBezTo>
                    <a:pt x="107" y="74"/>
                    <a:pt x="50" y="156"/>
                    <a:pt x="1" y="245"/>
                  </a:cubicBezTo>
                  <a:lnTo>
                    <a:pt x="257" y="484"/>
                  </a:lnTo>
                  <a:cubicBezTo>
                    <a:pt x="269" y="461"/>
                    <a:pt x="283" y="439"/>
                    <a:pt x="297" y="418"/>
                  </a:cubicBezTo>
                  <a:cubicBezTo>
                    <a:pt x="281" y="364"/>
                    <a:pt x="220" y="153"/>
                    <a:pt x="168"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3656;p72">
              <a:extLst>
                <a:ext uri="{FF2B5EF4-FFF2-40B4-BE49-F238E27FC236}">
                  <a16:creationId xmlns:a16="http://schemas.microsoft.com/office/drawing/2014/main" id="{426166ED-0383-03EF-9E58-1E8282BEA7FF}"/>
                </a:ext>
              </a:extLst>
            </p:cNvPr>
            <p:cNvSpPr/>
            <p:nvPr/>
          </p:nvSpPr>
          <p:spPr>
            <a:xfrm>
              <a:off x="4284705" y="2409269"/>
              <a:ext cx="19628" cy="14708"/>
            </a:xfrm>
            <a:custGeom>
              <a:avLst/>
              <a:gdLst/>
              <a:ahLst/>
              <a:cxnLst/>
              <a:rect l="l" t="t" r="r" b="b"/>
              <a:pathLst>
                <a:path w="383" h="287" extrusionOk="0">
                  <a:moveTo>
                    <a:pt x="98" y="1"/>
                  </a:moveTo>
                  <a:cubicBezTo>
                    <a:pt x="57" y="93"/>
                    <a:pt x="25" y="189"/>
                    <a:pt x="0" y="286"/>
                  </a:cubicBezTo>
                  <a:lnTo>
                    <a:pt x="361" y="263"/>
                  </a:lnTo>
                  <a:lnTo>
                    <a:pt x="364" y="254"/>
                  </a:lnTo>
                  <a:cubicBezTo>
                    <a:pt x="370" y="232"/>
                    <a:pt x="376" y="212"/>
                    <a:pt x="382" y="194"/>
                  </a:cubicBezTo>
                  <a:cubicBezTo>
                    <a:pt x="365" y="180"/>
                    <a:pt x="216" y="73"/>
                    <a:pt x="98"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3657;p72">
              <a:extLst>
                <a:ext uri="{FF2B5EF4-FFF2-40B4-BE49-F238E27FC236}">
                  <a16:creationId xmlns:a16="http://schemas.microsoft.com/office/drawing/2014/main" id="{D2DA03E5-A138-710F-DD22-2FF5AFDEDE3E}"/>
                </a:ext>
              </a:extLst>
            </p:cNvPr>
            <p:cNvSpPr/>
            <p:nvPr/>
          </p:nvSpPr>
          <p:spPr>
            <a:xfrm>
              <a:off x="4282655" y="2426745"/>
              <a:ext cx="19987" cy="20243"/>
            </a:xfrm>
            <a:custGeom>
              <a:avLst/>
              <a:gdLst/>
              <a:ahLst/>
              <a:cxnLst/>
              <a:rect l="l" t="t" r="r" b="b"/>
              <a:pathLst>
                <a:path w="390" h="395" extrusionOk="0">
                  <a:moveTo>
                    <a:pt x="390" y="0"/>
                  </a:moveTo>
                  <a:cubicBezTo>
                    <a:pt x="350" y="13"/>
                    <a:pt x="157" y="72"/>
                    <a:pt x="8" y="128"/>
                  </a:cubicBezTo>
                  <a:cubicBezTo>
                    <a:pt x="4" y="174"/>
                    <a:pt x="0" y="220"/>
                    <a:pt x="0" y="266"/>
                  </a:cubicBezTo>
                  <a:cubicBezTo>
                    <a:pt x="0" y="310"/>
                    <a:pt x="4" y="353"/>
                    <a:pt x="8" y="394"/>
                  </a:cubicBezTo>
                  <a:lnTo>
                    <a:pt x="388" y="68"/>
                  </a:lnTo>
                  <a:cubicBezTo>
                    <a:pt x="388" y="59"/>
                    <a:pt x="387" y="51"/>
                    <a:pt x="387" y="42"/>
                  </a:cubicBezTo>
                  <a:cubicBezTo>
                    <a:pt x="387" y="28"/>
                    <a:pt x="388" y="14"/>
                    <a:pt x="390"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3658;p72">
              <a:extLst>
                <a:ext uri="{FF2B5EF4-FFF2-40B4-BE49-F238E27FC236}">
                  <a16:creationId xmlns:a16="http://schemas.microsoft.com/office/drawing/2014/main" id="{DD922738-43B5-0EE8-358F-BAA3F34BD9AC}"/>
                </a:ext>
              </a:extLst>
            </p:cNvPr>
            <p:cNvSpPr/>
            <p:nvPr/>
          </p:nvSpPr>
          <p:spPr>
            <a:xfrm>
              <a:off x="4284295" y="2434739"/>
              <a:ext cx="20499" cy="27622"/>
            </a:xfrm>
            <a:custGeom>
              <a:avLst/>
              <a:gdLst/>
              <a:ahLst/>
              <a:cxnLst/>
              <a:rect l="l" t="t" r="r" b="b"/>
              <a:pathLst>
                <a:path w="400" h="539" extrusionOk="0">
                  <a:moveTo>
                    <a:pt x="373" y="1"/>
                  </a:moveTo>
                  <a:cubicBezTo>
                    <a:pt x="327" y="44"/>
                    <a:pt x="140" y="217"/>
                    <a:pt x="1" y="356"/>
                  </a:cubicBezTo>
                  <a:cubicBezTo>
                    <a:pt x="22" y="428"/>
                    <a:pt x="54" y="490"/>
                    <a:pt x="94" y="539"/>
                  </a:cubicBezTo>
                  <a:lnTo>
                    <a:pt x="399" y="47"/>
                  </a:lnTo>
                  <a:cubicBezTo>
                    <a:pt x="389" y="33"/>
                    <a:pt x="381" y="19"/>
                    <a:pt x="373"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3659;p72">
              <a:extLst>
                <a:ext uri="{FF2B5EF4-FFF2-40B4-BE49-F238E27FC236}">
                  <a16:creationId xmlns:a16="http://schemas.microsoft.com/office/drawing/2014/main" id="{A144EAE7-3F27-8700-4F5F-2CE650771CAC}"/>
                </a:ext>
              </a:extLst>
            </p:cNvPr>
            <p:cNvSpPr/>
            <p:nvPr/>
          </p:nvSpPr>
          <p:spPr>
            <a:xfrm>
              <a:off x="4326677" y="2388617"/>
              <a:ext cx="20704" cy="23010"/>
            </a:xfrm>
            <a:custGeom>
              <a:avLst/>
              <a:gdLst/>
              <a:ahLst/>
              <a:cxnLst/>
              <a:rect l="l" t="t" r="r" b="b"/>
              <a:pathLst>
                <a:path w="404" h="449" extrusionOk="0">
                  <a:moveTo>
                    <a:pt x="362" y="1"/>
                  </a:moveTo>
                  <a:lnTo>
                    <a:pt x="0" y="393"/>
                  </a:lnTo>
                  <a:cubicBezTo>
                    <a:pt x="6" y="410"/>
                    <a:pt x="11" y="428"/>
                    <a:pt x="14" y="448"/>
                  </a:cubicBezTo>
                  <a:cubicBezTo>
                    <a:pt x="49" y="430"/>
                    <a:pt x="250" y="324"/>
                    <a:pt x="403" y="235"/>
                  </a:cubicBezTo>
                  <a:cubicBezTo>
                    <a:pt x="399" y="146"/>
                    <a:pt x="385" y="68"/>
                    <a:pt x="362"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3660;p72">
              <a:extLst>
                <a:ext uri="{FF2B5EF4-FFF2-40B4-BE49-F238E27FC236}">
                  <a16:creationId xmlns:a16="http://schemas.microsoft.com/office/drawing/2014/main" id="{4E01CB65-8444-AF4C-CC59-34AAB6E0E7D8}"/>
                </a:ext>
              </a:extLst>
            </p:cNvPr>
            <p:cNvSpPr/>
            <p:nvPr/>
          </p:nvSpPr>
          <p:spPr>
            <a:xfrm>
              <a:off x="4323346" y="2376625"/>
              <a:ext cx="19320" cy="29314"/>
            </a:xfrm>
            <a:custGeom>
              <a:avLst/>
              <a:gdLst/>
              <a:ahLst/>
              <a:cxnLst/>
              <a:rect l="l" t="t" r="r" b="b"/>
              <a:pathLst>
                <a:path w="377" h="572" extrusionOk="0">
                  <a:moveTo>
                    <a:pt x="246" y="0"/>
                  </a:moveTo>
                  <a:lnTo>
                    <a:pt x="1" y="541"/>
                  </a:lnTo>
                  <a:cubicBezTo>
                    <a:pt x="13" y="551"/>
                    <a:pt x="25" y="560"/>
                    <a:pt x="34" y="572"/>
                  </a:cubicBezTo>
                  <a:cubicBezTo>
                    <a:pt x="71" y="528"/>
                    <a:pt x="246" y="304"/>
                    <a:pt x="376" y="127"/>
                  </a:cubicBezTo>
                  <a:cubicBezTo>
                    <a:pt x="341" y="72"/>
                    <a:pt x="297" y="29"/>
                    <a:pt x="246"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3661;p72">
              <a:extLst>
                <a:ext uri="{FF2B5EF4-FFF2-40B4-BE49-F238E27FC236}">
                  <a16:creationId xmlns:a16="http://schemas.microsoft.com/office/drawing/2014/main" id="{82A6F4B4-0268-1A1C-34F9-18736A79C0FB}"/>
                </a:ext>
              </a:extLst>
            </p:cNvPr>
            <p:cNvSpPr/>
            <p:nvPr/>
          </p:nvSpPr>
          <p:spPr>
            <a:xfrm>
              <a:off x="4318067" y="2374575"/>
              <a:ext cx="12812" cy="29109"/>
            </a:xfrm>
            <a:custGeom>
              <a:avLst/>
              <a:gdLst/>
              <a:ahLst/>
              <a:cxnLst/>
              <a:rect l="l" t="t" r="r" b="b"/>
              <a:pathLst>
                <a:path w="250" h="568" extrusionOk="0">
                  <a:moveTo>
                    <a:pt x="192" y="0"/>
                  </a:moveTo>
                  <a:cubicBezTo>
                    <a:pt x="150" y="0"/>
                    <a:pt x="105" y="8"/>
                    <a:pt x="59" y="23"/>
                  </a:cubicBezTo>
                  <a:lnTo>
                    <a:pt x="1" y="568"/>
                  </a:lnTo>
                  <a:cubicBezTo>
                    <a:pt x="14" y="565"/>
                    <a:pt x="26" y="564"/>
                    <a:pt x="38" y="564"/>
                  </a:cubicBezTo>
                  <a:cubicBezTo>
                    <a:pt x="43" y="564"/>
                    <a:pt x="47" y="564"/>
                    <a:pt x="51" y="564"/>
                  </a:cubicBezTo>
                  <a:cubicBezTo>
                    <a:pt x="79" y="489"/>
                    <a:pt x="179" y="213"/>
                    <a:pt x="249" y="5"/>
                  </a:cubicBezTo>
                  <a:cubicBezTo>
                    <a:pt x="231" y="2"/>
                    <a:pt x="212" y="0"/>
                    <a:pt x="192"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3662;p72">
              <a:extLst>
                <a:ext uri="{FF2B5EF4-FFF2-40B4-BE49-F238E27FC236}">
                  <a16:creationId xmlns:a16="http://schemas.microsoft.com/office/drawing/2014/main" id="{7BB4638B-C59D-20D4-4556-8D6733237670}"/>
                </a:ext>
              </a:extLst>
            </p:cNvPr>
            <p:cNvSpPr/>
            <p:nvPr/>
          </p:nvSpPr>
          <p:spPr>
            <a:xfrm>
              <a:off x="4305665" y="2378008"/>
              <a:ext cx="10250" cy="29621"/>
            </a:xfrm>
            <a:custGeom>
              <a:avLst/>
              <a:gdLst/>
              <a:ahLst/>
              <a:cxnLst/>
              <a:rect l="l" t="t" r="r" b="b"/>
              <a:pathLst>
                <a:path w="200" h="578" extrusionOk="0">
                  <a:moveTo>
                    <a:pt x="200" y="1"/>
                  </a:moveTo>
                  <a:lnTo>
                    <a:pt x="200" y="1"/>
                  </a:lnTo>
                  <a:cubicBezTo>
                    <a:pt x="194" y="4"/>
                    <a:pt x="188" y="5"/>
                    <a:pt x="183" y="8"/>
                  </a:cubicBezTo>
                  <a:cubicBezTo>
                    <a:pt x="119" y="45"/>
                    <a:pt x="59" y="94"/>
                    <a:pt x="1" y="149"/>
                  </a:cubicBezTo>
                  <a:lnTo>
                    <a:pt x="116" y="577"/>
                  </a:lnTo>
                  <a:cubicBezTo>
                    <a:pt x="133" y="562"/>
                    <a:pt x="149" y="547"/>
                    <a:pt x="168" y="536"/>
                  </a:cubicBezTo>
                  <a:cubicBezTo>
                    <a:pt x="172" y="464"/>
                    <a:pt x="192" y="199"/>
                    <a:pt x="200"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3663;p72">
              <a:extLst>
                <a:ext uri="{FF2B5EF4-FFF2-40B4-BE49-F238E27FC236}">
                  <a16:creationId xmlns:a16="http://schemas.microsoft.com/office/drawing/2014/main" id="{285672E2-CEAC-1D03-CE6D-FB5077AD4A9E}"/>
                </a:ext>
              </a:extLst>
            </p:cNvPr>
            <p:cNvSpPr/>
            <p:nvPr/>
          </p:nvSpPr>
          <p:spPr>
            <a:xfrm>
              <a:off x="4323909" y="2424439"/>
              <a:ext cx="17937" cy="19884"/>
            </a:xfrm>
            <a:custGeom>
              <a:avLst/>
              <a:gdLst/>
              <a:ahLst/>
              <a:cxnLst/>
              <a:rect l="l" t="t" r="r" b="b"/>
              <a:pathLst>
                <a:path w="350" h="388" extrusionOk="0">
                  <a:moveTo>
                    <a:pt x="33" y="1"/>
                  </a:moveTo>
                  <a:cubicBezTo>
                    <a:pt x="23" y="27"/>
                    <a:pt x="13" y="51"/>
                    <a:pt x="0" y="74"/>
                  </a:cubicBezTo>
                  <a:cubicBezTo>
                    <a:pt x="28" y="116"/>
                    <a:pt x="131" y="275"/>
                    <a:pt x="213" y="387"/>
                  </a:cubicBezTo>
                  <a:cubicBezTo>
                    <a:pt x="266" y="301"/>
                    <a:pt x="313" y="209"/>
                    <a:pt x="350" y="113"/>
                  </a:cubicBezTo>
                  <a:lnTo>
                    <a:pt x="33"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3664;p72">
              <a:extLst>
                <a:ext uri="{FF2B5EF4-FFF2-40B4-BE49-F238E27FC236}">
                  <a16:creationId xmlns:a16="http://schemas.microsoft.com/office/drawing/2014/main" id="{BAEA09D1-CFE0-D666-7BC9-2443984F8008}"/>
                </a:ext>
              </a:extLst>
            </p:cNvPr>
            <p:cNvSpPr/>
            <p:nvPr/>
          </p:nvSpPr>
          <p:spPr>
            <a:xfrm>
              <a:off x="4326831" y="2408501"/>
              <a:ext cx="20294" cy="14657"/>
            </a:xfrm>
            <a:custGeom>
              <a:avLst/>
              <a:gdLst/>
              <a:ahLst/>
              <a:cxnLst/>
              <a:rect l="l" t="t" r="r" b="b"/>
              <a:pathLst>
                <a:path w="396" h="286" extrusionOk="0">
                  <a:moveTo>
                    <a:pt x="396" y="1"/>
                  </a:moveTo>
                  <a:lnTo>
                    <a:pt x="11" y="157"/>
                  </a:lnTo>
                  <a:cubicBezTo>
                    <a:pt x="9" y="180"/>
                    <a:pt x="6" y="203"/>
                    <a:pt x="0" y="227"/>
                  </a:cubicBezTo>
                  <a:cubicBezTo>
                    <a:pt x="29" y="232"/>
                    <a:pt x="204" y="269"/>
                    <a:pt x="340" y="286"/>
                  </a:cubicBezTo>
                  <a:cubicBezTo>
                    <a:pt x="368" y="191"/>
                    <a:pt x="388" y="96"/>
                    <a:pt x="396"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3665;p72">
              <a:extLst>
                <a:ext uri="{FF2B5EF4-FFF2-40B4-BE49-F238E27FC236}">
                  <a16:creationId xmlns:a16="http://schemas.microsoft.com/office/drawing/2014/main" id="{23528948-AD94-C0ED-2D3C-82C88A477E2D}"/>
                </a:ext>
              </a:extLst>
            </p:cNvPr>
            <p:cNvSpPr/>
            <p:nvPr/>
          </p:nvSpPr>
          <p:spPr>
            <a:xfrm>
              <a:off x="4291982" y="2439147"/>
              <a:ext cx="17424" cy="29416"/>
            </a:xfrm>
            <a:custGeom>
              <a:avLst/>
              <a:gdLst/>
              <a:ahLst/>
              <a:cxnLst/>
              <a:rect l="l" t="t" r="r" b="b"/>
              <a:pathLst>
                <a:path w="340" h="574" extrusionOk="0">
                  <a:moveTo>
                    <a:pt x="300" y="1"/>
                  </a:moveTo>
                  <a:cubicBezTo>
                    <a:pt x="277" y="39"/>
                    <a:pt x="117" y="304"/>
                    <a:pt x="1" y="510"/>
                  </a:cubicBezTo>
                  <a:cubicBezTo>
                    <a:pt x="47" y="545"/>
                    <a:pt x="101" y="566"/>
                    <a:pt x="160" y="574"/>
                  </a:cubicBezTo>
                  <a:lnTo>
                    <a:pt x="340" y="13"/>
                  </a:lnTo>
                  <a:cubicBezTo>
                    <a:pt x="327" y="11"/>
                    <a:pt x="312" y="7"/>
                    <a:pt x="300"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3666;p72">
              <a:extLst>
                <a:ext uri="{FF2B5EF4-FFF2-40B4-BE49-F238E27FC236}">
                  <a16:creationId xmlns:a16="http://schemas.microsoft.com/office/drawing/2014/main" id="{5A3066D5-C5AC-F289-3938-581F1012BE10}"/>
                </a:ext>
              </a:extLst>
            </p:cNvPr>
            <p:cNvSpPr/>
            <p:nvPr/>
          </p:nvSpPr>
          <p:spPr>
            <a:xfrm>
              <a:off x="4306229" y="2438532"/>
              <a:ext cx="10250" cy="29672"/>
            </a:xfrm>
            <a:custGeom>
              <a:avLst/>
              <a:gdLst/>
              <a:ahLst/>
              <a:cxnLst/>
              <a:rect l="l" t="t" r="r" b="b"/>
              <a:pathLst>
                <a:path w="200" h="579" extrusionOk="0">
                  <a:moveTo>
                    <a:pt x="164" y="0"/>
                  </a:moveTo>
                  <a:cubicBezTo>
                    <a:pt x="148" y="9"/>
                    <a:pt x="131" y="16"/>
                    <a:pt x="114" y="20"/>
                  </a:cubicBezTo>
                  <a:cubicBezTo>
                    <a:pt x="100" y="85"/>
                    <a:pt x="40" y="365"/>
                    <a:pt x="0" y="578"/>
                  </a:cubicBezTo>
                  <a:cubicBezTo>
                    <a:pt x="56" y="568"/>
                    <a:pt x="112" y="546"/>
                    <a:pt x="172" y="512"/>
                  </a:cubicBezTo>
                  <a:cubicBezTo>
                    <a:pt x="181" y="506"/>
                    <a:pt x="191" y="500"/>
                    <a:pt x="200" y="494"/>
                  </a:cubicBezTo>
                  <a:lnTo>
                    <a:pt x="164"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3667;p72">
              <a:extLst>
                <a:ext uri="{FF2B5EF4-FFF2-40B4-BE49-F238E27FC236}">
                  <a16:creationId xmlns:a16="http://schemas.microsoft.com/office/drawing/2014/main" id="{A784ADA6-F58B-5A06-A49C-42282EE6306F}"/>
                </a:ext>
              </a:extLst>
            </p:cNvPr>
            <p:cNvSpPr/>
            <p:nvPr/>
          </p:nvSpPr>
          <p:spPr>
            <a:xfrm>
              <a:off x="4318477" y="2432843"/>
              <a:ext cx="12761" cy="27264"/>
            </a:xfrm>
            <a:custGeom>
              <a:avLst/>
              <a:gdLst/>
              <a:ahLst/>
              <a:cxnLst/>
              <a:rect l="l" t="t" r="r" b="b"/>
              <a:pathLst>
                <a:path w="249" h="532" extrusionOk="0">
                  <a:moveTo>
                    <a:pt x="48" y="1"/>
                  </a:moveTo>
                  <a:cubicBezTo>
                    <a:pt x="34" y="19"/>
                    <a:pt x="17" y="38"/>
                    <a:pt x="1" y="53"/>
                  </a:cubicBezTo>
                  <a:cubicBezTo>
                    <a:pt x="7" y="111"/>
                    <a:pt x="34" y="353"/>
                    <a:pt x="62" y="531"/>
                  </a:cubicBezTo>
                  <a:cubicBezTo>
                    <a:pt x="128" y="475"/>
                    <a:pt x="191" y="404"/>
                    <a:pt x="249" y="327"/>
                  </a:cubicBezTo>
                  <a:lnTo>
                    <a:pt x="48"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3668;p72">
              <a:extLst>
                <a:ext uri="{FF2B5EF4-FFF2-40B4-BE49-F238E27FC236}">
                  <a16:creationId xmlns:a16="http://schemas.microsoft.com/office/drawing/2014/main" id="{4D84327F-580E-6E1D-A3BF-FF3CB516DAA8}"/>
                </a:ext>
              </a:extLst>
            </p:cNvPr>
            <p:cNvSpPr/>
            <p:nvPr/>
          </p:nvSpPr>
          <p:spPr>
            <a:xfrm>
              <a:off x="4305512" y="2407783"/>
              <a:ext cx="19064" cy="27725"/>
            </a:xfrm>
            <a:custGeom>
              <a:avLst/>
              <a:gdLst/>
              <a:ahLst/>
              <a:cxnLst/>
              <a:rect l="l" t="t" r="r" b="b"/>
              <a:pathLst>
                <a:path w="372" h="541" extrusionOk="0">
                  <a:moveTo>
                    <a:pt x="259" y="1"/>
                  </a:moveTo>
                  <a:cubicBezTo>
                    <a:pt x="237" y="1"/>
                    <a:pt x="212" y="8"/>
                    <a:pt x="186" y="22"/>
                  </a:cubicBezTo>
                  <a:cubicBezTo>
                    <a:pt x="83" y="82"/>
                    <a:pt x="1" y="240"/>
                    <a:pt x="1" y="378"/>
                  </a:cubicBezTo>
                  <a:cubicBezTo>
                    <a:pt x="1" y="479"/>
                    <a:pt x="46" y="540"/>
                    <a:pt x="112" y="540"/>
                  </a:cubicBezTo>
                  <a:cubicBezTo>
                    <a:pt x="135" y="540"/>
                    <a:pt x="160" y="533"/>
                    <a:pt x="186" y="517"/>
                  </a:cubicBezTo>
                  <a:cubicBezTo>
                    <a:pt x="289" y="458"/>
                    <a:pt x="372" y="300"/>
                    <a:pt x="372" y="163"/>
                  </a:cubicBezTo>
                  <a:cubicBezTo>
                    <a:pt x="372" y="61"/>
                    <a:pt x="325" y="1"/>
                    <a:pt x="259"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3669;p72">
              <a:extLst>
                <a:ext uri="{FF2B5EF4-FFF2-40B4-BE49-F238E27FC236}">
                  <a16:creationId xmlns:a16="http://schemas.microsoft.com/office/drawing/2014/main" id="{043D3B82-BEE9-4E63-1C66-B564C0AF4F9F}"/>
                </a:ext>
              </a:extLst>
            </p:cNvPr>
            <p:cNvSpPr/>
            <p:nvPr/>
          </p:nvSpPr>
          <p:spPr>
            <a:xfrm>
              <a:off x="4311354" y="2414753"/>
              <a:ext cx="10250" cy="14913"/>
            </a:xfrm>
            <a:custGeom>
              <a:avLst/>
              <a:gdLst/>
              <a:ahLst/>
              <a:cxnLst/>
              <a:rect l="l" t="t" r="r" b="b"/>
              <a:pathLst>
                <a:path w="200" h="291" extrusionOk="0">
                  <a:moveTo>
                    <a:pt x="139" y="1"/>
                  </a:moveTo>
                  <a:cubicBezTo>
                    <a:pt x="127" y="1"/>
                    <a:pt x="114" y="4"/>
                    <a:pt x="100" y="12"/>
                  </a:cubicBezTo>
                  <a:cubicBezTo>
                    <a:pt x="45" y="44"/>
                    <a:pt x="0" y="130"/>
                    <a:pt x="0" y="204"/>
                  </a:cubicBezTo>
                  <a:cubicBezTo>
                    <a:pt x="0" y="258"/>
                    <a:pt x="25" y="291"/>
                    <a:pt x="60" y="291"/>
                  </a:cubicBezTo>
                  <a:cubicBezTo>
                    <a:pt x="72" y="291"/>
                    <a:pt x="86" y="287"/>
                    <a:pt x="100" y="279"/>
                  </a:cubicBezTo>
                  <a:cubicBezTo>
                    <a:pt x="155" y="248"/>
                    <a:pt x="199" y="162"/>
                    <a:pt x="199" y="89"/>
                  </a:cubicBezTo>
                  <a:cubicBezTo>
                    <a:pt x="199" y="33"/>
                    <a:pt x="174" y="1"/>
                    <a:pt x="139"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3670;p72">
              <a:extLst>
                <a:ext uri="{FF2B5EF4-FFF2-40B4-BE49-F238E27FC236}">
                  <a16:creationId xmlns:a16="http://schemas.microsoft.com/office/drawing/2014/main" id="{55510B7B-2D51-C1CC-D5FD-5F71E36AE6FB}"/>
                </a:ext>
              </a:extLst>
            </p:cNvPr>
            <p:cNvSpPr/>
            <p:nvPr/>
          </p:nvSpPr>
          <p:spPr>
            <a:xfrm>
              <a:off x="4587270" y="2144064"/>
              <a:ext cx="107671" cy="141341"/>
            </a:xfrm>
            <a:custGeom>
              <a:avLst/>
              <a:gdLst/>
              <a:ahLst/>
              <a:cxnLst/>
              <a:rect l="l" t="t" r="r" b="b"/>
              <a:pathLst>
                <a:path w="2101" h="2758" extrusionOk="0">
                  <a:moveTo>
                    <a:pt x="1239" y="0"/>
                  </a:moveTo>
                  <a:cubicBezTo>
                    <a:pt x="1126" y="0"/>
                    <a:pt x="983" y="35"/>
                    <a:pt x="862" y="104"/>
                  </a:cubicBezTo>
                  <a:cubicBezTo>
                    <a:pt x="387" y="380"/>
                    <a:pt x="0" y="1118"/>
                    <a:pt x="0" y="1754"/>
                  </a:cubicBezTo>
                  <a:cubicBezTo>
                    <a:pt x="0" y="1892"/>
                    <a:pt x="19" y="2015"/>
                    <a:pt x="53" y="2117"/>
                  </a:cubicBezTo>
                  <a:cubicBezTo>
                    <a:pt x="63" y="2151"/>
                    <a:pt x="99" y="2238"/>
                    <a:pt x="123" y="2283"/>
                  </a:cubicBezTo>
                  <a:cubicBezTo>
                    <a:pt x="178" y="2383"/>
                    <a:pt x="299" y="2563"/>
                    <a:pt x="499" y="2672"/>
                  </a:cubicBezTo>
                  <a:cubicBezTo>
                    <a:pt x="616" y="2737"/>
                    <a:pt x="732" y="2757"/>
                    <a:pt x="832" y="2757"/>
                  </a:cubicBezTo>
                  <a:cubicBezTo>
                    <a:pt x="1006" y="2757"/>
                    <a:pt x="1132" y="2695"/>
                    <a:pt x="1132" y="2695"/>
                  </a:cubicBezTo>
                  <a:lnTo>
                    <a:pt x="2101" y="704"/>
                  </a:lnTo>
                  <a:cubicBezTo>
                    <a:pt x="2101" y="704"/>
                    <a:pt x="2064" y="322"/>
                    <a:pt x="1793" y="155"/>
                  </a:cubicBezTo>
                  <a:cubicBezTo>
                    <a:pt x="1557" y="8"/>
                    <a:pt x="1330" y="0"/>
                    <a:pt x="1239"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3671;p72">
              <a:extLst>
                <a:ext uri="{FF2B5EF4-FFF2-40B4-BE49-F238E27FC236}">
                  <a16:creationId xmlns:a16="http://schemas.microsoft.com/office/drawing/2014/main" id="{8B2F86A3-2E33-32A5-C930-5B660C8BD094}"/>
                </a:ext>
              </a:extLst>
            </p:cNvPr>
            <p:cNvSpPr/>
            <p:nvPr/>
          </p:nvSpPr>
          <p:spPr>
            <a:xfrm>
              <a:off x="4607923" y="2155646"/>
              <a:ext cx="88504" cy="128580"/>
            </a:xfrm>
            <a:custGeom>
              <a:avLst/>
              <a:gdLst/>
              <a:ahLst/>
              <a:cxnLst/>
              <a:rect l="l" t="t" r="r" b="b"/>
              <a:pathLst>
                <a:path w="1727" h="2509" extrusionOk="0">
                  <a:moveTo>
                    <a:pt x="1206" y="0"/>
                  </a:moveTo>
                  <a:cubicBezTo>
                    <a:pt x="1101" y="0"/>
                    <a:pt x="986" y="34"/>
                    <a:pt x="864" y="104"/>
                  </a:cubicBezTo>
                  <a:cubicBezTo>
                    <a:pt x="387" y="380"/>
                    <a:pt x="1" y="1117"/>
                    <a:pt x="1" y="1753"/>
                  </a:cubicBezTo>
                  <a:cubicBezTo>
                    <a:pt x="1" y="2226"/>
                    <a:pt x="215" y="2509"/>
                    <a:pt x="521" y="2509"/>
                  </a:cubicBezTo>
                  <a:cubicBezTo>
                    <a:pt x="626" y="2509"/>
                    <a:pt x="742" y="2475"/>
                    <a:pt x="864" y="2405"/>
                  </a:cubicBezTo>
                  <a:cubicBezTo>
                    <a:pt x="1341" y="2130"/>
                    <a:pt x="1727" y="1392"/>
                    <a:pt x="1727" y="757"/>
                  </a:cubicBezTo>
                  <a:cubicBezTo>
                    <a:pt x="1727" y="283"/>
                    <a:pt x="1513" y="0"/>
                    <a:pt x="1206"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3672;p72">
              <a:extLst>
                <a:ext uri="{FF2B5EF4-FFF2-40B4-BE49-F238E27FC236}">
                  <a16:creationId xmlns:a16="http://schemas.microsoft.com/office/drawing/2014/main" id="{0481A13D-8F63-5E42-DCC4-65279D33EEF9}"/>
                </a:ext>
              </a:extLst>
            </p:cNvPr>
            <p:cNvSpPr/>
            <p:nvPr/>
          </p:nvSpPr>
          <p:spPr>
            <a:xfrm>
              <a:off x="4617916" y="2169073"/>
              <a:ext cx="69953" cy="101726"/>
            </a:xfrm>
            <a:custGeom>
              <a:avLst/>
              <a:gdLst/>
              <a:ahLst/>
              <a:cxnLst/>
              <a:rect l="l" t="t" r="r" b="b"/>
              <a:pathLst>
                <a:path w="1365" h="1985" extrusionOk="0">
                  <a:moveTo>
                    <a:pt x="953" y="1"/>
                  </a:moveTo>
                  <a:cubicBezTo>
                    <a:pt x="870" y="1"/>
                    <a:pt x="779" y="27"/>
                    <a:pt x="683" y="82"/>
                  </a:cubicBezTo>
                  <a:cubicBezTo>
                    <a:pt x="305" y="300"/>
                    <a:pt x="0" y="884"/>
                    <a:pt x="0" y="1387"/>
                  </a:cubicBezTo>
                  <a:cubicBezTo>
                    <a:pt x="0" y="1761"/>
                    <a:pt x="169" y="1984"/>
                    <a:pt x="411" y="1984"/>
                  </a:cubicBezTo>
                  <a:cubicBezTo>
                    <a:pt x="494" y="1984"/>
                    <a:pt x="586" y="1958"/>
                    <a:pt x="683" y="1902"/>
                  </a:cubicBezTo>
                  <a:cubicBezTo>
                    <a:pt x="1060" y="1685"/>
                    <a:pt x="1365" y="1102"/>
                    <a:pt x="1365" y="599"/>
                  </a:cubicBezTo>
                  <a:cubicBezTo>
                    <a:pt x="1365" y="225"/>
                    <a:pt x="1196" y="1"/>
                    <a:pt x="953"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3673;p72">
              <a:extLst>
                <a:ext uri="{FF2B5EF4-FFF2-40B4-BE49-F238E27FC236}">
                  <a16:creationId xmlns:a16="http://schemas.microsoft.com/office/drawing/2014/main" id="{4168068A-A7A3-299E-BF7D-58DE3CE73B92}"/>
                </a:ext>
              </a:extLst>
            </p:cNvPr>
            <p:cNvSpPr/>
            <p:nvPr/>
          </p:nvSpPr>
          <p:spPr>
            <a:xfrm>
              <a:off x="4615969" y="2164614"/>
              <a:ext cx="73899" cy="107364"/>
            </a:xfrm>
            <a:custGeom>
              <a:avLst/>
              <a:gdLst/>
              <a:ahLst/>
              <a:cxnLst/>
              <a:rect l="l" t="t" r="r" b="b"/>
              <a:pathLst>
                <a:path w="1442" h="2095" extrusionOk="0">
                  <a:moveTo>
                    <a:pt x="1005" y="1"/>
                  </a:moveTo>
                  <a:cubicBezTo>
                    <a:pt x="918" y="1"/>
                    <a:pt x="822" y="28"/>
                    <a:pt x="721" y="87"/>
                  </a:cubicBezTo>
                  <a:cubicBezTo>
                    <a:pt x="322" y="317"/>
                    <a:pt x="0" y="933"/>
                    <a:pt x="0" y="1463"/>
                  </a:cubicBezTo>
                  <a:cubicBezTo>
                    <a:pt x="0" y="1858"/>
                    <a:pt x="178" y="2094"/>
                    <a:pt x="434" y="2094"/>
                  </a:cubicBezTo>
                  <a:cubicBezTo>
                    <a:pt x="522" y="2094"/>
                    <a:pt x="619" y="2066"/>
                    <a:pt x="721" y="2008"/>
                  </a:cubicBezTo>
                  <a:cubicBezTo>
                    <a:pt x="1118" y="1779"/>
                    <a:pt x="1441" y="1163"/>
                    <a:pt x="1441" y="632"/>
                  </a:cubicBezTo>
                  <a:cubicBezTo>
                    <a:pt x="1441" y="237"/>
                    <a:pt x="1261" y="1"/>
                    <a:pt x="10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3674;p72">
              <a:extLst>
                <a:ext uri="{FF2B5EF4-FFF2-40B4-BE49-F238E27FC236}">
                  <a16:creationId xmlns:a16="http://schemas.microsoft.com/office/drawing/2014/main" id="{B590C9AA-5D74-BCC0-4368-3DF92F356115}"/>
                </a:ext>
              </a:extLst>
            </p:cNvPr>
            <p:cNvSpPr/>
            <p:nvPr/>
          </p:nvSpPr>
          <p:spPr>
            <a:xfrm>
              <a:off x="4630882" y="2186804"/>
              <a:ext cx="15221" cy="24804"/>
            </a:xfrm>
            <a:custGeom>
              <a:avLst/>
              <a:gdLst/>
              <a:ahLst/>
              <a:cxnLst/>
              <a:rect l="l" t="t" r="r" b="b"/>
              <a:pathLst>
                <a:path w="297" h="484" extrusionOk="0">
                  <a:moveTo>
                    <a:pt x="167" y="0"/>
                  </a:moveTo>
                  <a:cubicBezTo>
                    <a:pt x="106" y="74"/>
                    <a:pt x="49" y="156"/>
                    <a:pt x="0" y="245"/>
                  </a:cubicBezTo>
                  <a:lnTo>
                    <a:pt x="256" y="483"/>
                  </a:lnTo>
                  <a:cubicBezTo>
                    <a:pt x="269" y="460"/>
                    <a:pt x="282" y="439"/>
                    <a:pt x="296" y="417"/>
                  </a:cubicBezTo>
                  <a:cubicBezTo>
                    <a:pt x="281" y="363"/>
                    <a:pt x="220" y="152"/>
                    <a:pt x="167"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3675;p72">
              <a:extLst>
                <a:ext uri="{FF2B5EF4-FFF2-40B4-BE49-F238E27FC236}">
                  <a16:creationId xmlns:a16="http://schemas.microsoft.com/office/drawing/2014/main" id="{28B11614-7DDF-FC33-E4F2-93175111CBBC}"/>
                </a:ext>
              </a:extLst>
            </p:cNvPr>
            <p:cNvSpPr/>
            <p:nvPr/>
          </p:nvSpPr>
          <p:spPr>
            <a:xfrm>
              <a:off x="4622631" y="2206022"/>
              <a:ext cx="19628" cy="14606"/>
            </a:xfrm>
            <a:custGeom>
              <a:avLst/>
              <a:gdLst/>
              <a:ahLst/>
              <a:cxnLst/>
              <a:rect l="l" t="t" r="r" b="b"/>
              <a:pathLst>
                <a:path w="383" h="285" extrusionOk="0">
                  <a:moveTo>
                    <a:pt x="97" y="1"/>
                  </a:moveTo>
                  <a:cubicBezTo>
                    <a:pt x="56" y="93"/>
                    <a:pt x="23" y="188"/>
                    <a:pt x="0" y="284"/>
                  </a:cubicBezTo>
                  <a:lnTo>
                    <a:pt x="359" y="261"/>
                  </a:lnTo>
                  <a:lnTo>
                    <a:pt x="364" y="252"/>
                  </a:lnTo>
                  <a:cubicBezTo>
                    <a:pt x="368" y="232"/>
                    <a:pt x="374" y="212"/>
                    <a:pt x="382" y="192"/>
                  </a:cubicBezTo>
                  <a:cubicBezTo>
                    <a:pt x="364" y="180"/>
                    <a:pt x="215" y="73"/>
                    <a:pt x="97"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3676;p72">
              <a:extLst>
                <a:ext uri="{FF2B5EF4-FFF2-40B4-BE49-F238E27FC236}">
                  <a16:creationId xmlns:a16="http://schemas.microsoft.com/office/drawing/2014/main" id="{4ECFD810-4AAA-C9A2-A009-F86090C3DEBA}"/>
                </a:ext>
              </a:extLst>
            </p:cNvPr>
            <p:cNvSpPr/>
            <p:nvPr/>
          </p:nvSpPr>
          <p:spPr>
            <a:xfrm>
              <a:off x="4620478" y="2223395"/>
              <a:ext cx="20038" cy="20243"/>
            </a:xfrm>
            <a:custGeom>
              <a:avLst/>
              <a:gdLst/>
              <a:ahLst/>
              <a:cxnLst/>
              <a:rect l="l" t="t" r="r" b="b"/>
              <a:pathLst>
                <a:path w="391" h="395" extrusionOk="0">
                  <a:moveTo>
                    <a:pt x="390" y="1"/>
                  </a:moveTo>
                  <a:lnTo>
                    <a:pt x="390" y="1"/>
                  </a:lnTo>
                  <a:cubicBezTo>
                    <a:pt x="351" y="13"/>
                    <a:pt x="157" y="73"/>
                    <a:pt x="10" y="128"/>
                  </a:cubicBezTo>
                  <a:cubicBezTo>
                    <a:pt x="4" y="174"/>
                    <a:pt x="1" y="220"/>
                    <a:pt x="1" y="266"/>
                  </a:cubicBezTo>
                  <a:cubicBezTo>
                    <a:pt x="1" y="312"/>
                    <a:pt x="4" y="353"/>
                    <a:pt x="10" y="395"/>
                  </a:cubicBezTo>
                  <a:lnTo>
                    <a:pt x="390" y="70"/>
                  </a:lnTo>
                  <a:cubicBezTo>
                    <a:pt x="389" y="60"/>
                    <a:pt x="387" y="51"/>
                    <a:pt x="387" y="42"/>
                  </a:cubicBezTo>
                  <a:cubicBezTo>
                    <a:pt x="387" y="28"/>
                    <a:pt x="389" y="14"/>
                    <a:pt x="390"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3677;p72">
              <a:extLst>
                <a:ext uri="{FF2B5EF4-FFF2-40B4-BE49-F238E27FC236}">
                  <a16:creationId xmlns:a16="http://schemas.microsoft.com/office/drawing/2014/main" id="{8213B7A8-E51D-2CF7-FCC6-53992D9BB078}"/>
                </a:ext>
              </a:extLst>
            </p:cNvPr>
            <p:cNvSpPr/>
            <p:nvPr/>
          </p:nvSpPr>
          <p:spPr>
            <a:xfrm>
              <a:off x="4622170" y="2231389"/>
              <a:ext cx="20448" cy="27674"/>
            </a:xfrm>
            <a:custGeom>
              <a:avLst/>
              <a:gdLst/>
              <a:ahLst/>
              <a:cxnLst/>
              <a:rect l="l" t="t" r="r" b="b"/>
              <a:pathLst>
                <a:path w="399" h="540" extrusionOk="0">
                  <a:moveTo>
                    <a:pt x="374" y="1"/>
                  </a:moveTo>
                  <a:cubicBezTo>
                    <a:pt x="328" y="44"/>
                    <a:pt x="141" y="217"/>
                    <a:pt x="0" y="357"/>
                  </a:cubicBezTo>
                  <a:cubicBezTo>
                    <a:pt x="22" y="430"/>
                    <a:pt x="54" y="492"/>
                    <a:pt x="94" y="539"/>
                  </a:cubicBezTo>
                  <a:lnTo>
                    <a:pt x="399" y="47"/>
                  </a:lnTo>
                  <a:cubicBezTo>
                    <a:pt x="390" y="35"/>
                    <a:pt x="380" y="19"/>
                    <a:pt x="374"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3678;p72">
              <a:extLst>
                <a:ext uri="{FF2B5EF4-FFF2-40B4-BE49-F238E27FC236}">
                  <a16:creationId xmlns:a16="http://schemas.microsoft.com/office/drawing/2014/main" id="{E09F31BA-459A-9CFF-B94B-A3B8934DC102}"/>
                </a:ext>
              </a:extLst>
            </p:cNvPr>
            <p:cNvSpPr/>
            <p:nvPr/>
          </p:nvSpPr>
          <p:spPr>
            <a:xfrm>
              <a:off x="4664500" y="2185267"/>
              <a:ext cx="20704" cy="23113"/>
            </a:xfrm>
            <a:custGeom>
              <a:avLst/>
              <a:gdLst/>
              <a:ahLst/>
              <a:cxnLst/>
              <a:rect l="l" t="t" r="r" b="b"/>
              <a:pathLst>
                <a:path w="404" h="451" extrusionOk="0">
                  <a:moveTo>
                    <a:pt x="362" y="1"/>
                  </a:moveTo>
                  <a:lnTo>
                    <a:pt x="1" y="393"/>
                  </a:lnTo>
                  <a:cubicBezTo>
                    <a:pt x="7" y="410"/>
                    <a:pt x="11" y="429"/>
                    <a:pt x="14" y="450"/>
                  </a:cubicBezTo>
                  <a:cubicBezTo>
                    <a:pt x="50" y="432"/>
                    <a:pt x="250" y="326"/>
                    <a:pt x="404" y="236"/>
                  </a:cubicBezTo>
                  <a:cubicBezTo>
                    <a:pt x="399" y="148"/>
                    <a:pt x="385" y="68"/>
                    <a:pt x="362"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3679;p72">
              <a:extLst>
                <a:ext uri="{FF2B5EF4-FFF2-40B4-BE49-F238E27FC236}">
                  <a16:creationId xmlns:a16="http://schemas.microsoft.com/office/drawing/2014/main" id="{27C2B3A4-A790-398D-75D1-AAB5DD6DF561}"/>
                </a:ext>
              </a:extLst>
            </p:cNvPr>
            <p:cNvSpPr/>
            <p:nvPr/>
          </p:nvSpPr>
          <p:spPr>
            <a:xfrm>
              <a:off x="4661271" y="2173326"/>
              <a:ext cx="19218" cy="29314"/>
            </a:xfrm>
            <a:custGeom>
              <a:avLst/>
              <a:gdLst/>
              <a:ahLst/>
              <a:cxnLst/>
              <a:rect l="l" t="t" r="r" b="b"/>
              <a:pathLst>
                <a:path w="375" h="572" extrusionOk="0">
                  <a:moveTo>
                    <a:pt x="244" y="1"/>
                  </a:moveTo>
                  <a:lnTo>
                    <a:pt x="1" y="542"/>
                  </a:lnTo>
                  <a:cubicBezTo>
                    <a:pt x="13" y="550"/>
                    <a:pt x="24" y="559"/>
                    <a:pt x="34" y="571"/>
                  </a:cubicBezTo>
                  <a:cubicBezTo>
                    <a:pt x="70" y="527"/>
                    <a:pt x="244" y="303"/>
                    <a:pt x="375" y="128"/>
                  </a:cubicBezTo>
                  <a:cubicBezTo>
                    <a:pt x="339" y="71"/>
                    <a:pt x="297" y="29"/>
                    <a:pt x="244"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3680;p72">
              <a:extLst>
                <a:ext uri="{FF2B5EF4-FFF2-40B4-BE49-F238E27FC236}">
                  <a16:creationId xmlns:a16="http://schemas.microsoft.com/office/drawing/2014/main" id="{42DEF499-EEE7-30E3-6221-7BAA7D004293}"/>
                </a:ext>
              </a:extLst>
            </p:cNvPr>
            <p:cNvSpPr/>
            <p:nvPr/>
          </p:nvSpPr>
          <p:spPr>
            <a:xfrm>
              <a:off x="4655942" y="2171276"/>
              <a:ext cx="12761" cy="29057"/>
            </a:xfrm>
            <a:custGeom>
              <a:avLst/>
              <a:gdLst/>
              <a:ahLst/>
              <a:cxnLst/>
              <a:rect l="l" t="t" r="r" b="b"/>
              <a:pathLst>
                <a:path w="249" h="567" extrusionOk="0">
                  <a:moveTo>
                    <a:pt x="191" y="0"/>
                  </a:moveTo>
                  <a:cubicBezTo>
                    <a:pt x="149" y="0"/>
                    <a:pt x="104" y="8"/>
                    <a:pt x="59" y="23"/>
                  </a:cubicBezTo>
                  <a:lnTo>
                    <a:pt x="0" y="567"/>
                  </a:lnTo>
                  <a:cubicBezTo>
                    <a:pt x="14" y="565"/>
                    <a:pt x="27" y="563"/>
                    <a:pt x="38" y="563"/>
                  </a:cubicBezTo>
                  <a:cubicBezTo>
                    <a:pt x="43" y="563"/>
                    <a:pt x="47" y="563"/>
                    <a:pt x="51" y="564"/>
                  </a:cubicBezTo>
                  <a:cubicBezTo>
                    <a:pt x="79" y="489"/>
                    <a:pt x="178" y="214"/>
                    <a:pt x="249" y="6"/>
                  </a:cubicBezTo>
                  <a:cubicBezTo>
                    <a:pt x="230" y="2"/>
                    <a:pt x="211" y="0"/>
                    <a:pt x="191"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3681;p72">
              <a:extLst>
                <a:ext uri="{FF2B5EF4-FFF2-40B4-BE49-F238E27FC236}">
                  <a16:creationId xmlns:a16="http://schemas.microsoft.com/office/drawing/2014/main" id="{C5B03381-5FA4-F0AE-31D3-7EFFAB1DCA02}"/>
                </a:ext>
              </a:extLst>
            </p:cNvPr>
            <p:cNvSpPr/>
            <p:nvPr/>
          </p:nvSpPr>
          <p:spPr>
            <a:xfrm>
              <a:off x="4643540" y="2174659"/>
              <a:ext cx="10250" cy="29621"/>
            </a:xfrm>
            <a:custGeom>
              <a:avLst/>
              <a:gdLst/>
              <a:ahLst/>
              <a:cxnLst/>
              <a:rect l="l" t="t" r="r" b="b"/>
              <a:pathLst>
                <a:path w="200" h="578" extrusionOk="0">
                  <a:moveTo>
                    <a:pt x="199" y="1"/>
                  </a:moveTo>
                  <a:lnTo>
                    <a:pt x="199" y="1"/>
                  </a:lnTo>
                  <a:cubicBezTo>
                    <a:pt x="193" y="4"/>
                    <a:pt x="189" y="6"/>
                    <a:pt x="183" y="10"/>
                  </a:cubicBezTo>
                  <a:cubicBezTo>
                    <a:pt x="120" y="47"/>
                    <a:pt x="58" y="94"/>
                    <a:pt x="0" y="151"/>
                  </a:cubicBezTo>
                  <a:lnTo>
                    <a:pt x="115" y="577"/>
                  </a:lnTo>
                  <a:cubicBezTo>
                    <a:pt x="132" y="562"/>
                    <a:pt x="149" y="548"/>
                    <a:pt x="167" y="536"/>
                  </a:cubicBezTo>
                  <a:cubicBezTo>
                    <a:pt x="172" y="466"/>
                    <a:pt x="192" y="199"/>
                    <a:pt x="199"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3682;p72">
              <a:extLst>
                <a:ext uri="{FF2B5EF4-FFF2-40B4-BE49-F238E27FC236}">
                  <a16:creationId xmlns:a16="http://schemas.microsoft.com/office/drawing/2014/main" id="{250599AB-59EE-D653-5781-D59E25E98502}"/>
                </a:ext>
              </a:extLst>
            </p:cNvPr>
            <p:cNvSpPr/>
            <p:nvPr/>
          </p:nvSpPr>
          <p:spPr>
            <a:xfrm>
              <a:off x="4661733" y="2221191"/>
              <a:ext cx="18039" cy="19782"/>
            </a:xfrm>
            <a:custGeom>
              <a:avLst/>
              <a:gdLst/>
              <a:ahLst/>
              <a:cxnLst/>
              <a:rect l="l" t="t" r="r" b="b"/>
              <a:pathLst>
                <a:path w="352" h="386" extrusionOk="0">
                  <a:moveTo>
                    <a:pt x="33" y="1"/>
                  </a:moveTo>
                  <a:cubicBezTo>
                    <a:pt x="24" y="25"/>
                    <a:pt x="13" y="50"/>
                    <a:pt x="1" y="73"/>
                  </a:cubicBezTo>
                  <a:cubicBezTo>
                    <a:pt x="28" y="114"/>
                    <a:pt x="131" y="273"/>
                    <a:pt x="214" y="385"/>
                  </a:cubicBezTo>
                  <a:cubicBezTo>
                    <a:pt x="268" y="300"/>
                    <a:pt x="314" y="208"/>
                    <a:pt x="352" y="111"/>
                  </a:cubicBezTo>
                  <a:lnTo>
                    <a:pt x="33"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3683;p72">
              <a:extLst>
                <a:ext uri="{FF2B5EF4-FFF2-40B4-BE49-F238E27FC236}">
                  <a16:creationId xmlns:a16="http://schemas.microsoft.com/office/drawing/2014/main" id="{E7656983-7D9F-5ABA-42CF-12552D508F3E}"/>
                </a:ext>
              </a:extLst>
            </p:cNvPr>
            <p:cNvSpPr/>
            <p:nvPr/>
          </p:nvSpPr>
          <p:spPr>
            <a:xfrm>
              <a:off x="4664756" y="2205151"/>
              <a:ext cx="20243" cy="14657"/>
            </a:xfrm>
            <a:custGeom>
              <a:avLst/>
              <a:gdLst/>
              <a:ahLst/>
              <a:cxnLst/>
              <a:rect l="l" t="t" r="r" b="b"/>
              <a:pathLst>
                <a:path w="395" h="286" extrusionOk="0">
                  <a:moveTo>
                    <a:pt x="394" y="1"/>
                  </a:moveTo>
                  <a:lnTo>
                    <a:pt x="11" y="157"/>
                  </a:lnTo>
                  <a:cubicBezTo>
                    <a:pt x="8" y="180"/>
                    <a:pt x="5" y="205"/>
                    <a:pt x="0" y="228"/>
                  </a:cubicBezTo>
                  <a:cubicBezTo>
                    <a:pt x="28" y="234"/>
                    <a:pt x="202" y="269"/>
                    <a:pt x="339" y="286"/>
                  </a:cubicBezTo>
                  <a:cubicBezTo>
                    <a:pt x="367" y="192"/>
                    <a:pt x="386" y="96"/>
                    <a:pt x="394"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3684;p72">
              <a:extLst>
                <a:ext uri="{FF2B5EF4-FFF2-40B4-BE49-F238E27FC236}">
                  <a16:creationId xmlns:a16="http://schemas.microsoft.com/office/drawing/2014/main" id="{E6B034BC-F594-9A4A-F429-97D2FA77F8D4}"/>
                </a:ext>
              </a:extLst>
            </p:cNvPr>
            <p:cNvSpPr/>
            <p:nvPr/>
          </p:nvSpPr>
          <p:spPr>
            <a:xfrm>
              <a:off x="4629857" y="2235899"/>
              <a:ext cx="17475" cy="29365"/>
            </a:xfrm>
            <a:custGeom>
              <a:avLst/>
              <a:gdLst/>
              <a:ahLst/>
              <a:cxnLst/>
              <a:rect l="l" t="t" r="r" b="b"/>
              <a:pathLst>
                <a:path w="341" h="573" extrusionOk="0">
                  <a:moveTo>
                    <a:pt x="299" y="0"/>
                  </a:moveTo>
                  <a:cubicBezTo>
                    <a:pt x="278" y="37"/>
                    <a:pt x="117" y="302"/>
                    <a:pt x="0" y="508"/>
                  </a:cubicBezTo>
                  <a:cubicBezTo>
                    <a:pt x="46" y="543"/>
                    <a:pt x="102" y="564"/>
                    <a:pt x="160" y="572"/>
                  </a:cubicBezTo>
                  <a:lnTo>
                    <a:pt x="341" y="11"/>
                  </a:lnTo>
                  <a:cubicBezTo>
                    <a:pt x="327" y="9"/>
                    <a:pt x="312" y="5"/>
                    <a:pt x="299"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3685;p72">
              <a:extLst>
                <a:ext uri="{FF2B5EF4-FFF2-40B4-BE49-F238E27FC236}">
                  <a16:creationId xmlns:a16="http://schemas.microsoft.com/office/drawing/2014/main" id="{F2A5B0AD-DCE6-372E-4A38-1A12E0A1B13E}"/>
                </a:ext>
              </a:extLst>
            </p:cNvPr>
            <p:cNvSpPr/>
            <p:nvPr/>
          </p:nvSpPr>
          <p:spPr>
            <a:xfrm>
              <a:off x="4644052" y="2235182"/>
              <a:ext cx="10301" cy="29775"/>
            </a:xfrm>
            <a:custGeom>
              <a:avLst/>
              <a:gdLst/>
              <a:ahLst/>
              <a:cxnLst/>
              <a:rect l="l" t="t" r="r" b="b"/>
              <a:pathLst>
                <a:path w="201" h="581" extrusionOk="0">
                  <a:moveTo>
                    <a:pt x="166" y="0"/>
                  </a:moveTo>
                  <a:cubicBezTo>
                    <a:pt x="148" y="10"/>
                    <a:pt x="131" y="16"/>
                    <a:pt x="114" y="20"/>
                  </a:cubicBezTo>
                  <a:cubicBezTo>
                    <a:pt x="101" y="85"/>
                    <a:pt x="41" y="367"/>
                    <a:pt x="1" y="580"/>
                  </a:cubicBezTo>
                  <a:cubicBezTo>
                    <a:pt x="56" y="568"/>
                    <a:pt x="113" y="548"/>
                    <a:pt x="173" y="513"/>
                  </a:cubicBezTo>
                  <a:cubicBezTo>
                    <a:pt x="182" y="508"/>
                    <a:pt x="191" y="500"/>
                    <a:pt x="200" y="494"/>
                  </a:cubicBezTo>
                  <a:lnTo>
                    <a:pt x="166"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3686;p72">
              <a:extLst>
                <a:ext uri="{FF2B5EF4-FFF2-40B4-BE49-F238E27FC236}">
                  <a16:creationId xmlns:a16="http://schemas.microsoft.com/office/drawing/2014/main" id="{003FCD97-F240-5FBF-9F76-3FC25FBB7825}"/>
                </a:ext>
              </a:extLst>
            </p:cNvPr>
            <p:cNvSpPr/>
            <p:nvPr/>
          </p:nvSpPr>
          <p:spPr>
            <a:xfrm>
              <a:off x="4656403" y="2229545"/>
              <a:ext cx="12709" cy="27212"/>
            </a:xfrm>
            <a:custGeom>
              <a:avLst/>
              <a:gdLst/>
              <a:ahLst/>
              <a:cxnLst/>
              <a:rect l="l" t="t" r="r" b="b"/>
              <a:pathLst>
                <a:path w="248" h="531" extrusionOk="0">
                  <a:moveTo>
                    <a:pt x="48" y="0"/>
                  </a:moveTo>
                  <a:cubicBezTo>
                    <a:pt x="33" y="20"/>
                    <a:pt x="16" y="37"/>
                    <a:pt x="1" y="54"/>
                  </a:cubicBezTo>
                  <a:cubicBezTo>
                    <a:pt x="7" y="112"/>
                    <a:pt x="34" y="353"/>
                    <a:pt x="60" y="531"/>
                  </a:cubicBezTo>
                  <a:cubicBezTo>
                    <a:pt x="128" y="474"/>
                    <a:pt x="191" y="405"/>
                    <a:pt x="247" y="327"/>
                  </a:cubicBezTo>
                  <a:lnTo>
                    <a:pt x="48"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3687;p72">
              <a:extLst>
                <a:ext uri="{FF2B5EF4-FFF2-40B4-BE49-F238E27FC236}">
                  <a16:creationId xmlns:a16="http://schemas.microsoft.com/office/drawing/2014/main" id="{24C230A8-B141-9020-37C3-908E5BE3F3D8}"/>
                </a:ext>
              </a:extLst>
            </p:cNvPr>
            <p:cNvSpPr/>
            <p:nvPr/>
          </p:nvSpPr>
          <p:spPr>
            <a:xfrm>
              <a:off x="4643386" y="2204433"/>
              <a:ext cx="19064" cy="27725"/>
            </a:xfrm>
            <a:custGeom>
              <a:avLst/>
              <a:gdLst/>
              <a:ahLst/>
              <a:cxnLst/>
              <a:rect l="l" t="t" r="r" b="b"/>
              <a:pathLst>
                <a:path w="372" h="541" extrusionOk="0">
                  <a:moveTo>
                    <a:pt x="259" y="1"/>
                  </a:moveTo>
                  <a:cubicBezTo>
                    <a:pt x="236" y="1"/>
                    <a:pt x="212" y="8"/>
                    <a:pt x="186" y="23"/>
                  </a:cubicBezTo>
                  <a:cubicBezTo>
                    <a:pt x="83" y="82"/>
                    <a:pt x="0" y="242"/>
                    <a:pt x="0" y="378"/>
                  </a:cubicBezTo>
                  <a:cubicBezTo>
                    <a:pt x="0" y="480"/>
                    <a:pt x="46" y="540"/>
                    <a:pt x="111" y="540"/>
                  </a:cubicBezTo>
                  <a:cubicBezTo>
                    <a:pt x="134" y="540"/>
                    <a:pt x="159" y="533"/>
                    <a:pt x="186" y="518"/>
                  </a:cubicBezTo>
                  <a:cubicBezTo>
                    <a:pt x="288" y="459"/>
                    <a:pt x="371" y="300"/>
                    <a:pt x="371" y="164"/>
                  </a:cubicBezTo>
                  <a:cubicBezTo>
                    <a:pt x="371" y="62"/>
                    <a:pt x="325" y="1"/>
                    <a:pt x="259"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3688;p72">
              <a:extLst>
                <a:ext uri="{FF2B5EF4-FFF2-40B4-BE49-F238E27FC236}">
                  <a16:creationId xmlns:a16="http://schemas.microsoft.com/office/drawing/2014/main" id="{F6585847-B17D-EE15-24AD-79A8EF9E14BD}"/>
                </a:ext>
              </a:extLst>
            </p:cNvPr>
            <p:cNvSpPr/>
            <p:nvPr/>
          </p:nvSpPr>
          <p:spPr>
            <a:xfrm>
              <a:off x="4649177" y="2211454"/>
              <a:ext cx="10352" cy="14964"/>
            </a:xfrm>
            <a:custGeom>
              <a:avLst/>
              <a:gdLst/>
              <a:ahLst/>
              <a:cxnLst/>
              <a:rect l="l" t="t" r="r" b="b"/>
              <a:pathLst>
                <a:path w="202" h="292" extrusionOk="0">
                  <a:moveTo>
                    <a:pt x="140" y="1"/>
                  </a:moveTo>
                  <a:cubicBezTo>
                    <a:pt x="128" y="1"/>
                    <a:pt x="114" y="4"/>
                    <a:pt x="100" y="13"/>
                  </a:cubicBezTo>
                  <a:cubicBezTo>
                    <a:pt x="45" y="43"/>
                    <a:pt x="1" y="129"/>
                    <a:pt x="1" y="203"/>
                  </a:cubicBezTo>
                  <a:cubicBezTo>
                    <a:pt x="1" y="258"/>
                    <a:pt x="25" y="291"/>
                    <a:pt x="61" y="291"/>
                  </a:cubicBezTo>
                  <a:cubicBezTo>
                    <a:pt x="73" y="291"/>
                    <a:pt x="86" y="288"/>
                    <a:pt x="100" y="280"/>
                  </a:cubicBezTo>
                  <a:cubicBezTo>
                    <a:pt x="155" y="247"/>
                    <a:pt x="201" y="161"/>
                    <a:pt x="201" y="88"/>
                  </a:cubicBezTo>
                  <a:cubicBezTo>
                    <a:pt x="201" y="33"/>
                    <a:pt x="176" y="1"/>
                    <a:pt x="140"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3689;p72">
              <a:extLst>
                <a:ext uri="{FF2B5EF4-FFF2-40B4-BE49-F238E27FC236}">
                  <a16:creationId xmlns:a16="http://schemas.microsoft.com/office/drawing/2014/main" id="{1DC385FF-5899-25B0-A246-0918DA702999}"/>
                </a:ext>
              </a:extLst>
            </p:cNvPr>
            <p:cNvSpPr/>
            <p:nvPr/>
          </p:nvSpPr>
          <p:spPr>
            <a:xfrm>
              <a:off x="4191179" y="2009334"/>
              <a:ext cx="43304" cy="27417"/>
            </a:xfrm>
            <a:custGeom>
              <a:avLst/>
              <a:gdLst/>
              <a:ahLst/>
              <a:cxnLst/>
              <a:rect l="l" t="t" r="r" b="b"/>
              <a:pathLst>
                <a:path w="845" h="535" extrusionOk="0">
                  <a:moveTo>
                    <a:pt x="147" y="0"/>
                  </a:moveTo>
                  <a:cubicBezTo>
                    <a:pt x="114" y="0"/>
                    <a:pt x="84" y="8"/>
                    <a:pt x="58" y="20"/>
                  </a:cubicBezTo>
                  <a:cubicBezTo>
                    <a:pt x="12" y="86"/>
                    <a:pt x="1" y="187"/>
                    <a:pt x="51" y="314"/>
                  </a:cubicBezTo>
                  <a:cubicBezTo>
                    <a:pt x="56" y="323"/>
                    <a:pt x="62" y="334"/>
                    <a:pt x="67" y="345"/>
                  </a:cubicBezTo>
                  <a:cubicBezTo>
                    <a:pt x="62" y="280"/>
                    <a:pt x="74" y="227"/>
                    <a:pt x="102" y="187"/>
                  </a:cubicBezTo>
                  <a:cubicBezTo>
                    <a:pt x="129" y="175"/>
                    <a:pt x="159" y="167"/>
                    <a:pt x="191" y="167"/>
                  </a:cubicBezTo>
                  <a:cubicBezTo>
                    <a:pt x="209" y="167"/>
                    <a:pt x="227" y="170"/>
                    <a:pt x="246" y="175"/>
                  </a:cubicBezTo>
                  <a:cubicBezTo>
                    <a:pt x="389" y="213"/>
                    <a:pt x="639" y="408"/>
                    <a:pt x="790" y="535"/>
                  </a:cubicBezTo>
                  <a:cubicBezTo>
                    <a:pt x="810" y="504"/>
                    <a:pt x="829" y="477"/>
                    <a:pt x="844" y="450"/>
                  </a:cubicBezTo>
                  <a:cubicBezTo>
                    <a:pt x="737" y="357"/>
                    <a:pt x="381" y="55"/>
                    <a:pt x="202" y="7"/>
                  </a:cubicBezTo>
                  <a:cubicBezTo>
                    <a:pt x="183" y="3"/>
                    <a:pt x="164" y="0"/>
                    <a:pt x="147" y="0"/>
                  </a:cubicBezTo>
                  <a:close/>
                </a:path>
              </a:pathLst>
            </a:custGeom>
            <a:solidFill>
              <a:srgbClr val="55D6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3690;p72">
              <a:extLst>
                <a:ext uri="{FF2B5EF4-FFF2-40B4-BE49-F238E27FC236}">
                  <a16:creationId xmlns:a16="http://schemas.microsoft.com/office/drawing/2014/main" id="{5E88C817-734E-3AE6-E58F-ED4DD68E6216}"/>
                </a:ext>
              </a:extLst>
            </p:cNvPr>
            <p:cNvSpPr/>
            <p:nvPr/>
          </p:nvSpPr>
          <p:spPr>
            <a:xfrm>
              <a:off x="4194356" y="2017893"/>
              <a:ext cx="37359" cy="36796"/>
            </a:xfrm>
            <a:custGeom>
              <a:avLst/>
              <a:gdLst/>
              <a:ahLst/>
              <a:cxnLst/>
              <a:rect l="l" t="t" r="r" b="b"/>
              <a:pathLst>
                <a:path w="729" h="718" extrusionOk="0">
                  <a:moveTo>
                    <a:pt x="129" y="0"/>
                  </a:moveTo>
                  <a:cubicBezTo>
                    <a:pt x="97" y="0"/>
                    <a:pt x="67" y="8"/>
                    <a:pt x="40" y="20"/>
                  </a:cubicBezTo>
                  <a:cubicBezTo>
                    <a:pt x="12" y="60"/>
                    <a:pt x="0" y="113"/>
                    <a:pt x="5" y="178"/>
                  </a:cubicBezTo>
                  <a:cubicBezTo>
                    <a:pt x="118" y="435"/>
                    <a:pt x="374" y="717"/>
                    <a:pt x="448" y="717"/>
                  </a:cubicBezTo>
                  <a:cubicBezTo>
                    <a:pt x="492" y="717"/>
                    <a:pt x="626" y="527"/>
                    <a:pt x="728" y="368"/>
                  </a:cubicBezTo>
                  <a:cubicBezTo>
                    <a:pt x="577" y="241"/>
                    <a:pt x="327" y="46"/>
                    <a:pt x="184" y="8"/>
                  </a:cubicBezTo>
                  <a:cubicBezTo>
                    <a:pt x="165" y="3"/>
                    <a:pt x="147" y="0"/>
                    <a:pt x="129" y="0"/>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3691;p72">
              <a:extLst>
                <a:ext uri="{FF2B5EF4-FFF2-40B4-BE49-F238E27FC236}">
                  <a16:creationId xmlns:a16="http://schemas.microsoft.com/office/drawing/2014/main" id="{0EC35642-41FE-ED9D-BEBB-C9B54FA2733D}"/>
                </a:ext>
              </a:extLst>
            </p:cNvPr>
            <p:cNvSpPr/>
            <p:nvPr/>
          </p:nvSpPr>
          <p:spPr>
            <a:xfrm>
              <a:off x="4194100" y="2004363"/>
              <a:ext cx="48941" cy="28084"/>
            </a:xfrm>
            <a:custGeom>
              <a:avLst/>
              <a:gdLst/>
              <a:ahLst/>
              <a:cxnLst/>
              <a:rect l="l" t="t" r="r" b="b"/>
              <a:pathLst>
                <a:path w="955" h="548" extrusionOk="0">
                  <a:moveTo>
                    <a:pt x="263" y="0"/>
                  </a:moveTo>
                  <a:cubicBezTo>
                    <a:pt x="155" y="0"/>
                    <a:pt x="42" y="56"/>
                    <a:pt x="1" y="117"/>
                  </a:cubicBezTo>
                  <a:cubicBezTo>
                    <a:pt x="27" y="105"/>
                    <a:pt x="57" y="97"/>
                    <a:pt x="90" y="97"/>
                  </a:cubicBezTo>
                  <a:cubicBezTo>
                    <a:pt x="107" y="97"/>
                    <a:pt x="126" y="100"/>
                    <a:pt x="145" y="104"/>
                  </a:cubicBezTo>
                  <a:cubicBezTo>
                    <a:pt x="324" y="152"/>
                    <a:pt x="680" y="454"/>
                    <a:pt x="787" y="547"/>
                  </a:cubicBezTo>
                  <a:cubicBezTo>
                    <a:pt x="835" y="472"/>
                    <a:pt x="954" y="396"/>
                    <a:pt x="954" y="396"/>
                  </a:cubicBezTo>
                  <a:cubicBezTo>
                    <a:pt x="954" y="396"/>
                    <a:pt x="571" y="126"/>
                    <a:pt x="375" y="25"/>
                  </a:cubicBezTo>
                  <a:cubicBezTo>
                    <a:pt x="340" y="8"/>
                    <a:pt x="302" y="0"/>
                    <a:pt x="263" y="0"/>
                  </a:cubicBezTo>
                  <a:close/>
                </a:path>
              </a:pathLst>
            </a:custGeom>
            <a:solidFill>
              <a:srgbClr val="55D6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3692;p72">
              <a:extLst>
                <a:ext uri="{FF2B5EF4-FFF2-40B4-BE49-F238E27FC236}">
                  <a16:creationId xmlns:a16="http://schemas.microsoft.com/office/drawing/2014/main" id="{7C8224E0-7A12-E2C0-AF82-B3B3224B3CE1}"/>
                </a:ext>
              </a:extLst>
            </p:cNvPr>
            <p:cNvSpPr/>
            <p:nvPr/>
          </p:nvSpPr>
          <p:spPr>
            <a:xfrm>
              <a:off x="4118920" y="2017893"/>
              <a:ext cx="308049" cy="129759"/>
            </a:xfrm>
            <a:custGeom>
              <a:avLst/>
              <a:gdLst/>
              <a:ahLst/>
              <a:cxnLst/>
              <a:rect l="l" t="t" r="r" b="b"/>
              <a:pathLst>
                <a:path w="6011" h="2532" extrusionOk="0">
                  <a:moveTo>
                    <a:pt x="2841" y="1"/>
                  </a:moveTo>
                  <a:cubicBezTo>
                    <a:pt x="2663" y="1"/>
                    <a:pt x="2436" y="47"/>
                    <a:pt x="2170" y="202"/>
                  </a:cubicBezTo>
                  <a:cubicBezTo>
                    <a:pt x="2049" y="273"/>
                    <a:pt x="1221" y="728"/>
                    <a:pt x="505" y="1252"/>
                  </a:cubicBezTo>
                  <a:cubicBezTo>
                    <a:pt x="293" y="1407"/>
                    <a:pt x="131" y="1528"/>
                    <a:pt x="0" y="1637"/>
                  </a:cubicBezTo>
                  <a:cubicBezTo>
                    <a:pt x="171" y="1738"/>
                    <a:pt x="359" y="1860"/>
                    <a:pt x="566" y="2001"/>
                  </a:cubicBezTo>
                  <a:cubicBezTo>
                    <a:pt x="1030" y="2321"/>
                    <a:pt x="1511" y="2532"/>
                    <a:pt x="2068" y="2532"/>
                  </a:cubicBezTo>
                  <a:cubicBezTo>
                    <a:pt x="2383" y="2532"/>
                    <a:pt x="2723" y="2465"/>
                    <a:pt x="3097" y="2312"/>
                  </a:cubicBezTo>
                  <a:cubicBezTo>
                    <a:pt x="3459" y="2163"/>
                    <a:pt x="3988" y="1896"/>
                    <a:pt x="4529" y="1807"/>
                  </a:cubicBezTo>
                  <a:cubicBezTo>
                    <a:pt x="4784" y="1765"/>
                    <a:pt x="5066" y="1752"/>
                    <a:pt x="5316" y="1752"/>
                  </a:cubicBezTo>
                  <a:cubicBezTo>
                    <a:pt x="5703" y="1752"/>
                    <a:pt x="6010" y="1783"/>
                    <a:pt x="6010" y="1783"/>
                  </a:cubicBezTo>
                  <a:cubicBezTo>
                    <a:pt x="6010" y="1783"/>
                    <a:pt x="4333" y="811"/>
                    <a:pt x="2875" y="1"/>
                  </a:cubicBezTo>
                  <a:cubicBezTo>
                    <a:pt x="2864" y="1"/>
                    <a:pt x="2852" y="1"/>
                    <a:pt x="2841" y="1"/>
                  </a:cubicBezTo>
                  <a:close/>
                </a:path>
              </a:pathLst>
            </a:custGeom>
            <a:solidFill>
              <a:srgbClr val="55D6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3693;p72">
              <a:extLst>
                <a:ext uri="{FF2B5EF4-FFF2-40B4-BE49-F238E27FC236}">
                  <a16:creationId xmlns:a16="http://schemas.microsoft.com/office/drawing/2014/main" id="{B9C74569-B324-6F9F-D3EF-9E5CF312DD1D}"/>
                </a:ext>
              </a:extLst>
            </p:cNvPr>
            <p:cNvSpPr/>
            <p:nvPr/>
          </p:nvSpPr>
          <p:spPr>
            <a:xfrm>
              <a:off x="3989571" y="2017944"/>
              <a:ext cx="746881" cy="456513"/>
            </a:xfrm>
            <a:custGeom>
              <a:avLst/>
              <a:gdLst/>
              <a:ahLst/>
              <a:cxnLst/>
              <a:rect l="l" t="t" r="r" b="b"/>
              <a:pathLst>
                <a:path w="14574" h="8908" extrusionOk="0">
                  <a:moveTo>
                    <a:pt x="5399" y="0"/>
                  </a:moveTo>
                  <a:lnTo>
                    <a:pt x="5399" y="0"/>
                  </a:lnTo>
                  <a:cubicBezTo>
                    <a:pt x="6857" y="810"/>
                    <a:pt x="8534" y="1782"/>
                    <a:pt x="8534" y="1782"/>
                  </a:cubicBezTo>
                  <a:cubicBezTo>
                    <a:pt x="8534" y="1782"/>
                    <a:pt x="8227" y="1751"/>
                    <a:pt x="7840" y="1751"/>
                  </a:cubicBezTo>
                  <a:cubicBezTo>
                    <a:pt x="7590" y="1751"/>
                    <a:pt x="7308" y="1764"/>
                    <a:pt x="7053" y="1806"/>
                  </a:cubicBezTo>
                  <a:cubicBezTo>
                    <a:pt x="6512" y="1895"/>
                    <a:pt x="5983" y="2162"/>
                    <a:pt x="5621" y="2311"/>
                  </a:cubicBezTo>
                  <a:cubicBezTo>
                    <a:pt x="5247" y="2464"/>
                    <a:pt x="4907" y="2531"/>
                    <a:pt x="4592" y="2531"/>
                  </a:cubicBezTo>
                  <a:cubicBezTo>
                    <a:pt x="4035" y="2531"/>
                    <a:pt x="3554" y="2320"/>
                    <a:pt x="3090" y="2000"/>
                  </a:cubicBezTo>
                  <a:cubicBezTo>
                    <a:pt x="2883" y="1859"/>
                    <a:pt x="2695" y="1737"/>
                    <a:pt x="2524" y="1636"/>
                  </a:cubicBezTo>
                  <a:cubicBezTo>
                    <a:pt x="2432" y="1711"/>
                    <a:pt x="2354" y="1782"/>
                    <a:pt x="2297" y="1849"/>
                  </a:cubicBezTo>
                  <a:cubicBezTo>
                    <a:pt x="2052" y="2134"/>
                    <a:pt x="1126" y="3321"/>
                    <a:pt x="947" y="3530"/>
                  </a:cubicBezTo>
                  <a:cubicBezTo>
                    <a:pt x="616" y="3914"/>
                    <a:pt x="475" y="4255"/>
                    <a:pt x="318" y="4704"/>
                  </a:cubicBezTo>
                  <a:cubicBezTo>
                    <a:pt x="228" y="4963"/>
                    <a:pt x="151" y="5314"/>
                    <a:pt x="87" y="5684"/>
                  </a:cubicBezTo>
                  <a:cubicBezTo>
                    <a:pt x="53" y="5880"/>
                    <a:pt x="1" y="6305"/>
                    <a:pt x="15" y="6492"/>
                  </a:cubicBezTo>
                  <a:lnTo>
                    <a:pt x="4252" y="8908"/>
                  </a:lnTo>
                  <a:lnTo>
                    <a:pt x="5356" y="6032"/>
                  </a:lnTo>
                  <a:lnTo>
                    <a:pt x="7961" y="4480"/>
                  </a:lnTo>
                  <a:lnTo>
                    <a:pt x="12784" y="2331"/>
                  </a:lnTo>
                  <a:lnTo>
                    <a:pt x="14573" y="1380"/>
                  </a:lnTo>
                  <a:lnTo>
                    <a:pt x="13816" y="946"/>
                  </a:lnTo>
                  <a:cubicBezTo>
                    <a:pt x="13164" y="1049"/>
                    <a:pt x="12640" y="1256"/>
                    <a:pt x="12094" y="1655"/>
                  </a:cubicBezTo>
                  <a:cubicBezTo>
                    <a:pt x="11197" y="2311"/>
                    <a:pt x="10785" y="2311"/>
                    <a:pt x="10785" y="2311"/>
                  </a:cubicBezTo>
                  <a:cubicBezTo>
                    <a:pt x="10785" y="2311"/>
                    <a:pt x="9799" y="1757"/>
                    <a:pt x="9419" y="1495"/>
                  </a:cubicBezTo>
                  <a:cubicBezTo>
                    <a:pt x="9040" y="1233"/>
                    <a:pt x="7961" y="588"/>
                    <a:pt x="7292" y="348"/>
                  </a:cubicBezTo>
                  <a:cubicBezTo>
                    <a:pt x="7156" y="299"/>
                    <a:pt x="7035" y="258"/>
                    <a:pt x="6925" y="220"/>
                  </a:cubicBezTo>
                  <a:cubicBezTo>
                    <a:pt x="6903" y="226"/>
                    <a:pt x="6879" y="235"/>
                    <a:pt x="6860" y="240"/>
                  </a:cubicBezTo>
                  <a:cubicBezTo>
                    <a:pt x="6807" y="249"/>
                    <a:pt x="6752" y="253"/>
                    <a:pt x="6696" y="253"/>
                  </a:cubicBezTo>
                  <a:cubicBezTo>
                    <a:pt x="6358" y="253"/>
                    <a:pt x="5963" y="106"/>
                    <a:pt x="5574" y="20"/>
                  </a:cubicBezTo>
                  <a:cubicBezTo>
                    <a:pt x="5523" y="10"/>
                    <a:pt x="5465" y="2"/>
                    <a:pt x="5399" y="0"/>
                  </a:cubicBezTo>
                  <a:close/>
                </a:path>
              </a:pathLst>
            </a:custGeom>
            <a:solidFill>
              <a:srgbClr val="55D6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3694;p72">
              <a:extLst>
                <a:ext uri="{FF2B5EF4-FFF2-40B4-BE49-F238E27FC236}">
                  <a16:creationId xmlns:a16="http://schemas.microsoft.com/office/drawing/2014/main" id="{E32BDE56-446C-9E89-42F6-36E5BA44D171}"/>
                </a:ext>
              </a:extLst>
            </p:cNvPr>
            <p:cNvSpPr/>
            <p:nvPr/>
          </p:nvSpPr>
          <p:spPr>
            <a:xfrm>
              <a:off x="4344408" y="1958036"/>
              <a:ext cx="353198" cy="178341"/>
            </a:xfrm>
            <a:custGeom>
              <a:avLst/>
              <a:gdLst/>
              <a:ahLst/>
              <a:cxnLst/>
              <a:rect l="l" t="t" r="r" b="b"/>
              <a:pathLst>
                <a:path w="6892" h="3480" extrusionOk="0">
                  <a:moveTo>
                    <a:pt x="2944" y="1"/>
                  </a:moveTo>
                  <a:cubicBezTo>
                    <a:pt x="2630" y="1"/>
                    <a:pt x="2226" y="137"/>
                    <a:pt x="1696" y="427"/>
                  </a:cubicBezTo>
                  <a:cubicBezTo>
                    <a:pt x="971" y="824"/>
                    <a:pt x="318" y="1289"/>
                    <a:pt x="1" y="1389"/>
                  </a:cubicBezTo>
                  <a:cubicBezTo>
                    <a:pt x="111" y="1427"/>
                    <a:pt x="232" y="1468"/>
                    <a:pt x="368" y="1517"/>
                  </a:cubicBezTo>
                  <a:cubicBezTo>
                    <a:pt x="1037" y="1757"/>
                    <a:pt x="2116" y="2402"/>
                    <a:pt x="2495" y="2664"/>
                  </a:cubicBezTo>
                  <a:cubicBezTo>
                    <a:pt x="2875" y="2926"/>
                    <a:pt x="3861" y="3480"/>
                    <a:pt x="3861" y="3480"/>
                  </a:cubicBezTo>
                  <a:cubicBezTo>
                    <a:pt x="3861" y="3480"/>
                    <a:pt x="4273" y="3480"/>
                    <a:pt x="5170" y="2824"/>
                  </a:cubicBezTo>
                  <a:cubicBezTo>
                    <a:pt x="5716" y="2425"/>
                    <a:pt x="6240" y="2218"/>
                    <a:pt x="6892" y="2115"/>
                  </a:cubicBezTo>
                  <a:lnTo>
                    <a:pt x="3352" y="95"/>
                  </a:lnTo>
                  <a:cubicBezTo>
                    <a:pt x="3352" y="95"/>
                    <a:pt x="3349" y="96"/>
                    <a:pt x="3346" y="98"/>
                  </a:cubicBezTo>
                  <a:cubicBezTo>
                    <a:pt x="3231" y="34"/>
                    <a:pt x="3099" y="1"/>
                    <a:pt x="2944" y="1"/>
                  </a:cubicBezTo>
                  <a:close/>
                </a:path>
              </a:pathLst>
            </a:custGeom>
            <a:solidFill>
              <a:srgbClr val="55D6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3695;p72">
              <a:extLst>
                <a:ext uri="{FF2B5EF4-FFF2-40B4-BE49-F238E27FC236}">
                  <a16:creationId xmlns:a16="http://schemas.microsoft.com/office/drawing/2014/main" id="{9B63994B-9C50-CD34-20AA-DC17E4BCC11F}"/>
                </a:ext>
              </a:extLst>
            </p:cNvPr>
            <p:cNvSpPr/>
            <p:nvPr/>
          </p:nvSpPr>
          <p:spPr>
            <a:xfrm>
              <a:off x="4206758" y="2081593"/>
              <a:ext cx="551218" cy="394298"/>
            </a:xfrm>
            <a:custGeom>
              <a:avLst/>
              <a:gdLst/>
              <a:ahLst/>
              <a:cxnLst/>
              <a:rect l="l" t="t" r="r" b="b"/>
              <a:pathLst>
                <a:path w="10756" h="7694" extrusionOk="0">
                  <a:moveTo>
                    <a:pt x="9875" y="1"/>
                  </a:moveTo>
                  <a:cubicBezTo>
                    <a:pt x="9559" y="1"/>
                    <a:pt x="9151" y="140"/>
                    <a:pt x="8620" y="431"/>
                  </a:cubicBezTo>
                  <a:cubicBezTo>
                    <a:pt x="7846" y="856"/>
                    <a:pt x="7148" y="1362"/>
                    <a:pt x="6860" y="1412"/>
                  </a:cubicBezTo>
                  <a:cubicBezTo>
                    <a:pt x="6806" y="1422"/>
                    <a:pt x="6751" y="1426"/>
                    <a:pt x="6694" y="1426"/>
                  </a:cubicBezTo>
                  <a:cubicBezTo>
                    <a:pt x="6356" y="1426"/>
                    <a:pt x="5962" y="1280"/>
                    <a:pt x="5573" y="1195"/>
                  </a:cubicBezTo>
                  <a:cubicBezTo>
                    <a:pt x="5515" y="1182"/>
                    <a:pt x="5446" y="1173"/>
                    <a:pt x="5367" y="1173"/>
                  </a:cubicBezTo>
                  <a:cubicBezTo>
                    <a:pt x="5190" y="1173"/>
                    <a:pt x="4961" y="1219"/>
                    <a:pt x="4693" y="1374"/>
                  </a:cubicBezTo>
                  <a:cubicBezTo>
                    <a:pt x="4572" y="1444"/>
                    <a:pt x="3744" y="1900"/>
                    <a:pt x="3027" y="2426"/>
                  </a:cubicBezTo>
                  <a:cubicBezTo>
                    <a:pt x="2665" y="2691"/>
                    <a:pt x="2434" y="2863"/>
                    <a:pt x="2297" y="3022"/>
                  </a:cubicBezTo>
                  <a:cubicBezTo>
                    <a:pt x="2052" y="3307"/>
                    <a:pt x="1126" y="4494"/>
                    <a:pt x="946" y="4704"/>
                  </a:cubicBezTo>
                  <a:cubicBezTo>
                    <a:pt x="615" y="5089"/>
                    <a:pt x="474" y="5429"/>
                    <a:pt x="318" y="5877"/>
                  </a:cubicBezTo>
                  <a:cubicBezTo>
                    <a:pt x="227" y="6136"/>
                    <a:pt x="151" y="6487"/>
                    <a:pt x="86" y="6856"/>
                  </a:cubicBezTo>
                  <a:cubicBezTo>
                    <a:pt x="53" y="7053"/>
                    <a:pt x="0" y="7479"/>
                    <a:pt x="14" y="7666"/>
                  </a:cubicBezTo>
                  <a:cubicBezTo>
                    <a:pt x="41" y="7686"/>
                    <a:pt x="92" y="7694"/>
                    <a:pt x="156" y="7694"/>
                  </a:cubicBezTo>
                  <a:cubicBezTo>
                    <a:pt x="277" y="7694"/>
                    <a:pt x="446" y="7665"/>
                    <a:pt x="582" y="7637"/>
                  </a:cubicBezTo>
                  <a:cubicBezTo>
                    <a:pt x="582" y="7623"/>
                    <a:pt x="580" y="7609"/>
                    <a:pt x="580" y="7595"/>
                  </a:cubicBezTo>
                  <a:cubicBezTo>
                    <a:pt x="580" y="6634"/>
                    <a:pt x="1163" y="5519"/>
                    <a:pt x="1883" y="5104"/>
                  </a:cubicBezTo>
                  <a:cubicBezTo>
                    <a:pt x="2067" y="4997"/>
                    <a:pt x="2243" y="4947"/>
                    <a:pt x="2402" y="4947"/>
                  </a:cubicBezTo>
                  <a:cubicBezTo>
                    <a:pt x="2864" y="4947"/>
                    <a:pt x="3188" y="5374"/>
                    <a:pt x="3188" y="6090"/>
                  </a:cubicBezTo>
                  <a:cubicBezTo>
                    <a:pt x="3188" y="6130"/>
                    <a:pt x="3185" y="6171"/>
                    <a:pt x="3183" y="6212"/>
                  </a:cubicBezTo>
                  <a:lnTo>
                    <a:pt x="7353" y="3779"/>
                  </a:lnTo>
                  <a:cubicBezTo>
                    <a:pt x="7352" y="3750"/>
                    <a:pt x="7350" y="3723"/>
                    <a:pt x="7350" y="3694"/>
                  </a:cubicBezTo>
                  <a:cubicBezTo>
                    <a:pt x="7350" y="2734"/>
                    <a:pt x="7801" y="1687"/>
                    <a:pt x="8520" y="1271"/>
                  </a:cubicBezTo>
                  <a:cubicBezTo>
                    <a:pt x="8704" y="1165"/>
                    <a:pt x="8876" y="1115"/>
                    <a:pt x="9030" y="1115"/>
                  </a:cubicBezTo>
                  <a:cubicBezTo>
                    <a:pt x="9481" y="1115"/>
                    <a:pt x="9782" y="1543"/>
                    <a:pt x="9782" y="2259"/>
                  </a:cubicBezTo>
                  <a:cubicBezTo>
                    <a:pt x="9782" y="2289"/>
                    <a:pt x="9822" y="2320"/>
                    <a:pt x="9822" y="2351"/>
                  </a:cubicBezTo>
                  <a:cubicBezTo>
                    <a:pt x="9935" y="2286"/>
                    <a:pt x="10180" y="2153"/>
                    <a:pt x="10259" y="2110"/>
                  </a:cubicBezTo>
                  <a:cubicBezTo>
                    <a:pt x="10322" y="2073"/>
                    <a:pt x="10598" y="1671"/>
                    <a:pt x="10648" y="1421"/>
                  </a:cubicBezTo>
                  <a:cubicBezTo>
                    <a:pt x="10755" y="891"/>
                    <a:pt x="10693" y="521"/>
                    <a:pt x="10486" y="276"/>
                  </a:cubicBezTo>
                  <a:cubicBezTo>
                    <a:pt x="10333" y="95"/>
                    <a:pt x="10135" y="1"/>
                    <a:pt x="9875" y="1"/>
                  </a:cubicBez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3696;p72">
              <a:extLst>
                <a:ext uri="{FF2B5EF4-FFF2-40B4-BE49-F238E27FC236}">
                  <a16:creationId xmlns:a16="http://schemas.microsoft.com/office/drawing/2014/main" id="{31E26648-E697-AFD8-3DC7-A0DFF1FAD681}"/>
                </a:ext>
              </a:extLst>
            </p:cNvPr>
            <p:cNvSpPr/>
            <p:nvPr/>
          </p:nvSpPr>
          <p:spPr>
            <a:xfrm>
              <a:off x="4359578" y="2217450"/>
              <a:ext cx="208424" cy="160148"/>
            </a:xfrm>
            <a:custGeom>
              <a:avLst/>
              <a:gdLst/>
              <a:ahLst/>
              <a:cxnLst/>
              <a:rect l="l" t="t" r="r" b="b"/>
              <a:pathLst>
                <a:path w="4067" h="3125" extrusionOk="0">
                  <a:moveTo>
                    <a:pt x="4066" y="0"/>
                  </a:moveTo>
                  <a:lnTo>
                    <a:pt x="4066" y="0"/>
                  </a:lnTo>
                  <a:cubicBezTo>
                    <a:pt x="3304" y="241"/>
                    <a:pt x="2834" y="540"/>
                    <a:pt x="1875" y="1145"/>
                  </a:cubicBezTo>
                  <a:cubicBezTo>
                    <a:pt x="500" y="2013"/>
                    <a:pt x="0" y="2401"/>
                    <a:pt x="0" y="2401"/>
                  </a:cubicBezTo>
                  <a:cubicBezTo>
                    <a:pt x="218" y="2533"/>
                    <a:pt x="293" y="2761"/>
                    <a:pt x="324" y="3125"/>
                  </a:cubicBezTo>
                  <a:cubicBezTo>
                    <a:pt x="1363" y="2507"/>
                    <a:pt x="4052" y="957"/>
                    <a:pt x="4052" y="957"/>
                  </a:cubicBezTo>
                  <a:cubicBezTo>
                    <a:pt x="4052" y="957"/>
                    <a:pt x="4008" y="274"/>
                    <a:pt x="4066" y="0"/>
                  </a:cubicBezTo>
                  <a:close/>
                </a:path>
              </a:pathLst>
            </a:custGeom>
            <a:solidFill>
              <a:srgbClr val="55D6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3697;p72">
              <a:extLst>
                <a:ext uri="{FF2B5EF4-FFF2-40B4-BE49-F238E27FC236}">
                  <a16:creationId xmlns:a16="http://schemas.microsoft.com/office/drawing/2014/main" id="{338E4031-5B76-087E-7E54-7725A81106B7}"/>
                </a:ext>
              </a:extLst>
            </p:cNvPr>
            <p:cNvSpPr/>
            <p:nvPr/>
          </p:nvSpPr>
          <p:spPr>
            <a:xfrm>
              <a:off x="4299772" y="2029475"/>
              <a:ext cx="242503" cy="118382"/>
            </a:xfrm>
            <a:custGeom>
              <a:avLst/>
              <a:gdLst/>
              <a:ahLst/>
              <a:cxnLst/>
              <a:rect l="l" t="t" r="r" b="b"/>
              <a:pathLst>
                <a:path w="4732" h="2310" extrusionOk="0">
                  <a:moveTo>
                    <a:pt x="1" y="1"/>
                  </a:moveTo>
                  <a:cubicBezTo>
                    <a:pt x="1" y="1"/>
                    <a:pt x="836" y="356"/>
                    <a:pt x="1716" y="902"/>
                  </a:cubicBezTo>
                  <a:cubicBezTo>
                    <a:pt x="2880" y="1624"/>
                    <a:pt x="2986" y="1690"/>
                    <a:pt x="3289" y="1879"/>
                  </a:cubicBezTo>
                  <a:cubicBezTo>
                    <a:pt x="3456" y="1983"/>
                    <a:pt x="3639" y="2058"/>
                    <a:pt x="3832" y="2103"/>
                  </a:cubicBezTo>
                  <a:lnTo>
                    <a:pt x="4732" y="2310"/>
                  </a:lnTo>
                  <a:cubicBezTo>
                    <a:pt x="4732" y="2310"/>
                    <a:pt x="3763" y="1719"/>
                    <a:pt x="2457" y="911"/>
                  </a:cubicBezTo>
                  <a:cubicBezTo>
                    <a:pt x="1758" y="481"/>
                    <a:pt x="988" y="172"/>
                    <a:pt x="988" y="172"/>
                  </a:cubicBezTo>
                  <a:lnTo>
                    <a:pt x="1" y="1"/>
                  </a:ln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3698;p72">
              <a:extLst>
                <a:ext uri="{FF2B5EF4-FFF2-40B4-BE49-F238E27FC236}">
                  <a16:creationId xmlns:a16="http://schemas.microsoft.com/office/drawing/2014/main" id="{759A1A91-6E1A-1924-77D5-C156E9924F5A}"/>
                </a:ext>
              </a:extLst>
            </p:cNvPr>
            <p:cNvSpPr/>
            <p:nvPr/>
          </p:nvSpPr>
          <p:spPr>
            <a:xfrm>
              <a:off x="4063521" y="2136326"/>
              <a:ext cx="235072" cy="190436"/>
            </a:xfrm>
            <a:custGeom>
              <a:avLst/>
              <a:gdLst/>
              <a:ahLst/>
              <a:cxnLst/>
              <a:rect l="l" t="t" r="r" b="b"/>
              <a:pathLst>
                <a:path w="4587" h="3716" extrusionOk="0">
                  <a:moveTo>
                    <a:pt x="1061" y="1"/>
                  </a:moveTo>
                  <a:cubicBezTo>
                    <a:pt x="654" y="544"/>
                    <a:pt x="142" y="1329"/>
                    <a:pt x="1" y="1586"/>
                  </a:cubicBezTo>
                  <a:cubicBezTo>
                    <a:pt x="445" y="1821"/>
                    <a:pt x="2693" y="3124"/>
                    <a:pt x="3369" y="3716"/>
                  </a:cubicBezTo>
                  <a:cubicBezTo>
                    <a:pt x="3369" y="3716"/>
                    <a:pt x="3902" y="2944"/>
                    <a:pt x="4074" y="2701"/>
                  </a:cubicBezTo>
                  <a:cubicBezTo>
                    <a:pt x="4207" y="2512"/>
                    <a:pt x="4586" y="1982"/>
                    <a:pt x="4586" y="1982"/>
                  </a:cubicBezTo>
                  <a:cubicBezTo>
                    <a:pt x="4586" y="1982"/>
                    <a:pt x="2935" y="1160"/>
                    <a:pt x="2078" y="666"/>
                  </a:cubicBezTo>
                  <a:cubicBezTo>
                    <a:pt x="1552" y="363"/>
                    <a:pt x="1230" y="131"/>
                    <a:pt x="1061" y="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3699;p72">
              <a:extLst>
                <a:ext uri="{FF2B5EF4-FFF2-40B4-BE49-F238E27FC236}">
                  <a16:creationId xmlns:a16="http://schemas.microsoft.com/office/drawing/2014/main" id="{325A0475-CF40-64BB-3369-1B3F70D4AA07}"/>
                </a:ext>
              </a:extLst>
            </p:cNvPr>
            <p:cNvSpPr/>
            <p:nvPr/>
          </p:nvSpPr>
          <p:spPr>
            <a:xfrm>
              <a:off x="4048044" y="2130125"/>
              <a:ext cx="188130" cy="198225"/>
            </a:xfrm>
            <a:custGeom>
              <a:avLst/>
              <a:gdLst/>
              <a:ahLst/>
              <a:cxnLst/>
              <a:rect l="l" t="t" r="r" b="b"/>
              <a:pathLst>
                <a:path w="3671" h="3868" extrusionOk="0">
                  <a:moveTo>
                    <a:pt x="1218" y="1"/>
                  </a:moveTo>
                  <a:lnTo>
                    <a:pt x="0" y="1802"/>
                  </a:lnTo>
                  <a:cubicBezTo>
                    <a:pt x="0" y="1802"/>
                    <a:pt x="257" y="2144"/>
                    <a:pt x="1420" y="2819"/>
                  </a:cubicBezTo>
                  <a:cubicBezTo>
                    <a:pt x="2664" y="3538"/>
                    <a:pt x="3628" y="3867"/>
                    <a:pt x="3628" y="3867"/>
                  </a:cubicBezTo>
                  <a:lnTo>
                    <a:pt x="3671" y="3837"/>
                  </a:lnTo>
                  <a:cubicBezTo>
                    <a:pt x="2995" y="3245"/>
                    <a:pt x="747" y="1942"/>
                    <a:pt x="303" y="1707"/>
                  </a:cubicBezTo>
                  <a:cubicBezTo>
                    <a:pt x="444" y="1450"/>
                    <a:pt x="956" y="665"/>
                    <a:pt x="1363" y="122"/>
                  </a:cubicBezTo>
                  <a:cubicBezTo>
                    <a:pt x="1264" y="44"/>
                    <a:pt x="1218" y="1"/>
                    <a:pt x="1218" y="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3700;p72">
              <a:extLst>
                <a:ext uri="{FF2B5EF4-FFF2-40B4-BE49-F238E27FC236}">
                  <a16:creationId xmlns:a16="http://schemas.microsoft.com/office/drawing/2014/main" id="{11720C5D-0E14-4A96-AA2D-5CF497FDC8F3}"/>
                </a:ext>
              </a:extLst>
            </p:cNvPr>
            <p:cNvSpPr/>
            <p:nvPr/>
          </p:nvSpPr>
          <p:spPr>
            <a:xfrm>
              <a:off x="4082124" y="2130125"/>
              <a:ext cx="216469" cy="114282"/>
            </a:xfrm>
            <a:custGeom>
              <a:avLst/>
              <a:gdLst/>
              <a:ahLst/>
              <a:cxnLst/>
              <a:rect l="l" t="t" r="r" b="b"/>
              <a:pathLst>
                <a:path w="4224" h="2230" extrusionOk="0">
                  <a:moveTo>
                    <a:pt x="553" y="1"/>
                  </a:moveTo>
                  <a:lnTo>
                    <a:pt x="1" y="816"/>
                  </a:lnTo>
                  <a:cubicBezTo>
                    <a:pt x="1" y="816"/>
                    <a:pt x="217" y="985"/>
                    <a:pt x="1347" y="1477"/>
                  </a:cubicBezTo>
                  <a:cubicBezTo>
                    <a:pt x="2322" y="1903"/>
                    <a:pt x="4133" y="2230"/>
                    <a:pt x="4133" y="2230"/>
                  </a:cubicBezTo>
                  <a:lnTo>
                    <a:pt x="4223" y="2103"/>
                  </a:lnTo>
                  <a:cubicBezTo>
                    <a:pt x="4223" y="2103"/>
                    <a:pt x="2382" y="1174"/>
                    <a:pt x="1905" y="895"/>
                  </a:cubicBezTo>
                  <a:cubicBezTo>
                    <a:pt x="1123" y="438"/>
                    <a:pt x="553" y="1"/>
                    <a:pt x="5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3701;p72">
              <a:extLst>
                <a:ext uri="{FF2B5EF4-FFF2-40B4-BE49-F238E27FC236}">
                  <a16:creationId xmlns:a16="http://schemas.microsoft.com/office/drawing/2014/main" id="{9EE50574-6749-6107-6A8C-7B3AEB97572A}"/>
                </a:ext>
              </a:extLst>
            </p:cNvPr>
            <p:cNvSpPr/>
            <p:nvPr/>
          </p:nvSpPr>
          <p:spPr>
            <a:xfrm>
              <a:off x="4046302" y="2129305"/>
              <a:ext cx="254393" cy="199045"/>
            </a:xfrm>
            <a:custGeom>
              <a:avLst/>
              <a:gdLst/>
              <a:ahLst/>
              <a:cxnLst/>
              <a:rect l="l" t="t" r="r" b="b"/>
              <a:pathLst>
                <a:path w="4964" h="3884" extrusionOk="0">
                  <a:moveTo>
                    <a:pt x="1269" y="0"/>
                  </a:moveTo>
                  <a:cubicBezTo>
                    <a:pt x="1215" y="0"/>
                    <a:pt x="1155" y="62"/>
                    <a:pt x="1039" y="211"/>
                  </a:cubicBezTo>
                  <a:cubicBezTo>
                    <a:pt x="858" y="441"/>
                    <a:pt x="1" y="1763"/>
                    <a:pt x="1" y="1763"/>
                  </a:cubicBezTo>
                  <a:lnTo>
                    <a:pt x="34" y="1818"/>
                  </a:lnTo>
                  <a:cubicBezTo>
                    <a:pt x="34" y="1818"/>
                    <a:pt x="712" y="883"/>
                    <a:pt x="829" y="697"/>
                  </a:cubicBezTo>
                  <a:cubicBezTo>
                    <a:pt x="970" y="472"/>
                    <a:pt x="1163" y="179"/>
                    <a:pt x="1236" y="138"/>
                  </a:cubicBezTo>
                  <a:cubicBezTo>
                    <a:pt x="1239" y="136"/>
                    <a:pt x="1242" y="136"/>
                    <a:pt x="1247" y="136"/>
                  </a:cubicBezTo>
                  <a:cubicBezTo>
                    <a:pt x="1365" y="136"/>
                    <a:pt x="2126" y="711"/>
                    <a:pt x="2817" y="1094"/>
                  </a:cubicBezTo>
                  <a:cubicBezTo>
                    <a:pt x="3533" y="1492"/>
                    <a:pt x="4623" y="1964"/>
                    <a:pt x="4738" y="2042"/>
                  </a:cubicBezTo>
                  <a:cubicBezTo>
                    <a:pt x="4855" y="2119"/>
                    <a:pt x="4796" y="2160"/>
                    <a:pt x="4657" y="2392"/>
                  </a:cubicBezTo>
                  <a:cubicBezTo>
                    <a:pt x="4516" y="2623"/>
                    <a:pt x="3705" y="3704"/>
                    <a:pt x="3608" y="3853"/>
                  </a:cubicBezTo>
                  <a:lnTo>
                    <a:pt x="3662" y="3883"/>
                  </a:lnTo>
                  <a:cubicBezTo>
                    <a:pt x="3662" y="3883"/>
                    <a:pt x="4243" y="3176"/>
                    <a:pt x="4401" y="2962"/>
                  </a:cubicBezTo>
                  <a:cubicBezTo>
                    <a:pt x="4522" y="2795"/>
                    <a:pt x="4795" y="2427"/>
                    <a:pt x="4922" y="2244"/>
                  </a:cubicBezTo>
                  <a:cubicBezTo>
                    <a:pt x="4957" y="2192"/>
                    <a:pt x="4964" y="2062"/>
                    <a:pt x="4888" y="2013"/>
                  </a:cubicBezTo>
                  <a:cubicBezTo>
                    <a:pt x="4842" y="1984"/>
                    <a:pt x="4783" y="1952"/>
                    <a:pt x="4714" y="1921"/>
                  </a:cubicBezTo>
                  <a:cubicBezTo>
                    <a:pt x="4533" y="1838"/>
                    <a:pt x="2987" y="1045"/>
                    <a:pt x="2402" y="697"/>
                  </a:cubicBezTo>
                  <a:cubicBezTo>
                    <a:pt x="1814" y="351"/>
                    <a:pt x="1394" y="63"/>
                    <a:pt x="1319" y="17"/>
                  </a:cubicBezTo>
                  <a:cubicBezTo>
                    <a:pt x="1302" y="6"/>
                    <a:pt x="1286" y="0"/>
                    <a:pt x="1269"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3702;p72">
              <a:extLst>
                <a:ext uri="{FF2B5EF4-FFF2-40B4-BE49-F238E27FC236}">
                  <a16:creationId xmlns:a16="http://schemas.microsoft.com/office/drawing/2014/main" id="{8D313E94-492E-2E73-1813-06A1F31C2901}"/>
                </a:ext>
              </a:extLst>
            </p:cNvPr>
            <p:cNvSpPr/>
            <p:nvPr/>
          </p:nvSpPr>
          <p:spPr>
            <a:xfrm>
              <a:off x="4299772" y="2029475"/>
              <a:ext cx="242503" cy="118382"/>
            </a:xfrm>
            <a:custGeom>
              <a:avLst/>
              <a:gdLst/>
              <a:ahLst/>
              <a:cxnLst/>
              <a:rect l="l" t="t" r="r" b="b"/>
              <a:pathLst>
                <a:path w="4732" h="2310" extrusionOk="0">
                  <a:moveTo>
                    <a:pt x="1" y="1"/>
                  </a:moveTo>
                  <a:cubicBezTo>
                    <a:pt x="1" y="1"/>
                    <a:pt x="637" y="274"/>
                    <a:pt x="1503" y="807"/>
                  </a:cubicBezTo>
                  <a:cubicBezTo>
                    <a:pt x="2369" y="1341"/>
                    <a:pt x="3114" y="1773"/>
                    <a:pt x="3245" y="1851"/>
                  </a:cubicBezTo>
                  <a:cubicBezTo>
                    <a:pt x="3374" y="1928"/>
                    <a:pt x="3574" y="2043"/>
                    <a:pt x="3858" y="2109"/>
                  </a:cubicBezTo>
                  <a:cubicBezTo>
                    <a:pt x="4142" y="2173"/>
                    <a:pt x="4732" y="2310"/>
                    <a:pt x="4732" y="2310"/>
                  </a:cubicBezTo>
                  <a:lnTo>
                    <a:pt x="4606" y="2225"/>
                  </a:lnTo>
                  <a:cubicBezTo>
                    <a:pt x="4606" y="2225"/>
                    <a:pt x="3979" y="2058"/>
                    <a:pt x="3812" y="2017"/>
                  </a:cubicBezTo>
                  <a:cubicBezTo>
                    <a:pt x="3645" y="1975"/>
                    <a:pt x="3519" y="1939"/>
                    <a:pt x="3233" y="1775"/>
                  </a:cubicBezTo>
                  <a:cubicBezTo>
                    <a:pt x="2946" y="1611"/>
                    <a:pt x="1656" y="804"/>
                    <a:pt x="1370" y="631"/>
                  </a:cubicBezTo>
                  <a:cubicBezTo>
                    <a:pt x="1085" y="458"/>
                    <a:pt x="373" y="110"/>
                    <a:pt x="373" y="110"/>
                  </a:cubicBezTo>
                  <a:lnTo>
                    <a:pt x="373" y="110"/>
                  </a:lnTo>
                  <a:lnTo>
                    <a:pt x="1103" y="220"/>
                  </a:lnTo>
                  <a:lnTo>
                    <a:pt x="988" y="172"/>
                  </a:lnTo>
                  <a:cubicBezTo>
                    <a:pt x="988" y="172"/>
                    <a:pt x="556" y="97"/>
                    <a:pt x="404" y="70"/>
                  </a:cubicBezTo>
                  <a:cubicBezTo>
                    <a:pt x="251" y="44"/>
                    <a:pt x="1" y="1"/>
                    <a:pt x="1"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3703;p72">
              <a:extLst>
                <a:ext uri="{FF2B5EF4-FFF2-40B4-BE49-F238E27FC236}">
                  <a16:creationId xmlns:a16="http://schemas.microsoft.com/office/drawing/2014/main" id="{9BB75F5E-E0AE-F9CB-DC0E-F72702C53D97}"/>
                </a:ext>
              </a:extLst>
            </p:cNvPr>
            <p:cNvSpPr/>
            <p:nvPr/>
          </p:nvSpPr>
          <p:spPr>
            <a:xfrm>
              <a:off x="4048044" y="2344083"/>
              <a:ext cx="83277" cy="74616"/>
            </a:xfrm>
            <a:custGeom>
              <a:avLst/>
              <a:gdLst/>
              <a:ahLst/>
              <a:cxnLst/>
              <a:rect l="l" t="t" r="r" b="b"/>
              <a:pathLst>
                <a:path w="1625" h="1456" extrusionOk="0">
                  <a:moveTo>
                    <a:pt x="111" y="0"/>
                  </a:moveTo>
                  <a:lnTo>
                    <a:pt x="0" y="577"/>
                  </a:lnTo>
                  <a:lnTo>
                    <a:pt x="1514" y="1455"/>
                  </a:lnTo>
                  <a:lnTo>
                    <a:pt x="1624" y="877"/>
                  </a:lnTo>
                  <a:lnTo>
                    <a:pt x="1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3704;p72">
              <a:extLst>
                <a:ext uri="{FF2B5EF4-FFF2-40B4-BE49-F238E27FC236}">
                  <a16:creationId xmlns:a16="http://schemas.microsoft.com/office/drawing/2014/main" id="{D45606AE-E4CC-EE74-142E-3276DED17D6C}"/>
                </a:ext>
              </a:extLst>
            </p:cNvPr>
            <p:cNvSpPr/>
            <p:nvPr/>
          </p:nvSpPr>
          <p:spPr>
            <a:xfrm>
              <a:off x="3989366" y="2297652"/>
              <a:ext cx="48531" cy="67903"/>
            </a:xfrm>
            <a:custGeom>
              <a:avLst/>
              <a:gdLst/>
              <a:ahLst/>
              <a:cxnLst/>
              <a:rect l="l" t="t" r="r" b="b"/>
              <a:pathLst>
                <a:path w="947" h="1325" extrusionOk="0">
                  <a:moveTo>
                    <a:pt x="127" y="0"/>
                  </a:moveTo>
                  <a:cubicBezTo>
                    <a:pt x="0" y="183"/>
                    <a:pt x="6" y="376"/>
                    <a:pt x="16" y="799"/>
                  </a:cubicBezTo>
                  <a:cubicBezTo>
                    <a:pt x="45" y="886"/>
                    <a:pt x="206" y="983"/>
                    <a:pt x="342" y="1066"/>
                  </a:cubicBezTo>
                  <a:cubicBezTo>
                    <a:pt x="687" y="1276"/>
                    <a:pt x="880" y="1325"/>
                    <a:pt x="880" y="1325"/>
                  </a:cubicBezTo>
                  <a:cubicBezTo>
                    <a:pt x="880" y="1325"/>
                    <a:pt x="937" y="1067"/>
                    <a:pt x="942" y="932"/>
                  </a:cubicBezTo>
                  <a:cubicBezTo>
                    <a:pt x="946" y="817"/>
                    <a:pt x="748" y="689"/>
                    <a:pt x="483" y="529"/>
                  </a:cubicBezTo>
                  <a:cubicBezTo>
                    <a:pt x="296" y="417"/>
                    <a:pt x="232" y="327"/>
                    <a:pt x="212" y="293"/>
                  </a:cubicBezTo>
                  <a:cubicBezTo>
                    <a:pt x="157" y="206"/>
                    <a:pt x="144" y="91"/>
                    <a:pt x="127" y="0"/>
                  </a:cubicBezTo>
                  <a:close/>
                </a:path>
              </a:pathLst>
            </a:custGeom>
            <a:solidFill>
              <a:srgbClr val="717B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3705;p72">
              <a:extLst>
                <a:ext uri="{FF2B5EF4-FFF2-40B4-BE49-F238E27FC236}">
                  <a16:creationId xmlns:a16="http://schemas.microsoft.com/office/drawing/2014/main" id="{68D76B93-DF86-0206-E5B0-603E23226E03}"/>
                </a:ext>
              </a:extLst>
            </p:cNvPr>
            <p:cNvSpPr/>
            <p:nvPr/>
          </p:nvSpPr>
          <p:spPr>
            <a:xfrm>
              <a:off x="4142083" y="2401531"/>
              <a:ext cx="85122" cy="59396"/>
            </a:xfrm>
            <a:custGeom>
              <a:avLst/>
              <a:gdLst/>
              <a:ahLst/>
              <a:cxnLst/>
              <a:rect l="l" t="t" r="r" b="b"/>
              <a:pathLst>
                <a:path w="1661" h="1159" extrusionOk="0">
                  <a:moveTo>
                    <a:pt x="194" y="1"/>
                  </a:moveTo>
                  <a:cubicBezTo>
                    <a:pt x="147" y="1"/>
                    <a:pt x="112" y="34"/>
                    <a:pt x="91" y="100"/>
                  </a:cubicBezTo>
                  <a:cubicBezTo>
                    <a:pt x="68" y="169"/>
                    <a:pt x="1" y="518"/>
                    <a:pt x="1" y="518"/>
                  </a:cubicBezTo>
                  <a:cubicBezTo>
                    <a:pt x="1" y="518"/>
                    <a:pt x="382" y="739"/>
                    <a:pt x="605" y="869"/>
                  </a:cubicBezTo>
                  <a:cubicBezTo>
                    <a:pt x="823" y="995"/>
                    <a:pt x="1158" y="1158"/>
                    <a:pt x="1274" y="1158"/>
                  </a:cubicBezTo>
                  <a:cubicBezTo>
                    <a:pt x="1277" y="1158"/>
                    <a:pt x="1280" y="1158"/>
                    <a:pt x="1282" y="1158"/>
                  </a:cubicBezTo>
                  <a:cubicBezTo>
                    <a:pt x="1462" y="1139"/>
                    <a:pt x="1650" y="974"/>
                    <a:pt x="1650" y="974"/>
                  </a:cubicBezTo>
                  <a:cubicBezTo>
                    <a:pt x="1650" y="974"/>
                    <a:pt x="1646" y="897"/>
                    <a:pt x="1655" y="584"/>
                  </a:cubicBezTo>
                  <a:cubicBezTo>
                    <a:pt x="1660" y="366"/>
                    <a:pt x="1629" y="315"/>
                    <a:pt x="1588" y="315"/>
                  </a:cubicBezTo>
                  <a:cubicBezTo>
                    <a:pt x="1571" y="315"/>
                    <a:pt x="1551" y="325"/>
                    <a:pt x="1532" y="334"/>
                  </a:cubicBezTo>
                  <a:cubicBezTo>
                    <a:pt x="1472" y="365"/>
                    <a:pt x="1385" y="466"/>
                    <a:pt x="1273" y="472"/>
                  </a:cubicBezTo>
                  <a:cubicBezTo>
                    <a:pt x="1270" y="473"/>
                    <a:pt x="1267" y="473"/>
                    <a:pt x="1264" y="473"/>
                  </a:cubicBezTo>
                  <a:cubicBezTo>
                    <a:pt x="1148" y="473"/>
                    <a:pt x="910" y="342"/>
                    <a:pt x="605" y="195"/>
                  </a:cubicBezTo>
                  <a:cubicBezTo>
                    <a:pt x="448" y="118"/>
                    <a:pt x="350" y="71"/>
                    <a:pt x="270" y="25"/>
                  </a:cubicBezTo>
                  <a:cubicBezTo>
                    <a:pt x="242" y="9"/>
                    <a:pt x="217" y="1"/>
                    <a:pt x="194" y="1"/>
                  </a:cubicBezTo>
                  <a:close/>
                </a:path>
              </a:pathLst>
            </a:custGeom>
            <a:solidFill>
              <a:srgbClr val="717B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3706;p72">
              <a:extLst>
                <a:ext uri="{FF2B5EF4-FFF2-40B4-BE49-F238E27FC236}">
                  <a16:creationId xmlns:a16="http://schemas.microsoft.com/office/drawing/2014/main" id="{B39E2BB4-FDF6-09B8-ED0A-E4FAC403A3F0}"/>
                </a:ext>
              </a:extLst>
            </p:cNvPr>
            <p:cNvSpPr/>
            <p:nvPr/>
          </p:nvSpPr>
          <p:spPr>
            <a:xfrm>
              <a:off x="3985164" y="2338599"/>
              <a:ext cx="258390" cy="147080"/>
            </a:xfrm>
            <a:custGeom>
              <a:avLst/>
              <a:gdLst/>
              <a:ahLst/>
              <a:cxnLst/>
              <a:rect l="l" t="t" r="r" b="b"/>
              <a:pathLst>
                <a:path w="5042" h="2870" extrusionOk="0">
                  <a:moveTo>
                    <a:pt x="98" y="0"/>
                  </a:moveTo>
                  <a:cubicBezTo>
                    <a:pt x="98" y="0"/>
                    <a:pt x="6" y="25"/>
                    <a:pt x="4" y="313"/>
                  </a:cubicBezTo>
                  <a:cubicBezTo>
                    <a:pt x="1" y="587"/>
                    <a:pt x="355" y="724"/>
                    <a:pt x="1227" y="1228"/>
                  </a:cubicBezTo>
                  <a:cubicBezTo>
                    <a:pt x="2101" y="1733"/>
                    <a:pt x="3964" y="2760"/>
                    <a:pt x="4154" y="2832"/>
                  </a:cubicBezTo>
                  <a:cubicBezTo>
                    <a:pt x="4220" y="2856"/>
                    <a:pt x="4304" y="2869"/>
                    <a:pt x="4392" y="2869"/>
                  </a:cubicBezTo>
                  <a:cubicBezTo>
                    <a:pt x="4563" y="2869"/>
                    <a:pt x="4750" y="2821"/>
                    <a:pt x="4853" y="2715"/>
                  </a:cubicBezTo>
                  <a:cubicBezTo>
                    <a:pt x="5042" y="2522"/>
                    <a:pt x="4921" y="2288"/>
                    <a:pt x="4921" y="2288"/>
                  </a:cubicBezTo>
                  <a:lnTo>
                    <a:pt x="4921" y="2288"/>
                  </a:lnTo>
                  <a:cubicBezTo>
                    <a:pt x="4921" y="2288"/>
                    <a:pt x="4593" y="2500"/>
                    <a:pt x="4331" y="2500"/>
                  </a:cubicBezTo>
                  <a:cubicBezTo>
                    <a:pt x="4294" y="2500"/>
                    <a:pt x="4259" y="2496"/>
                    <a:pt x="4226" y="2487"/>
                  </a:cubicBezTo>
                  <a:cubicBezTo>
                    <a:pt x="4041" y="2433"/>
                    <a:pt x="2410" y="1568"/>
                    <a:pt x="1194" y="859"/>
                  </a:cubicBezTo>
                  <a:cubicBezTo>
                    <a:pt x="841" y="653"/>
                    <a:pt x="185" y="244"/>
                    <a:pt x="99" y="158"/>
                  </a:cubicBezTo>
                  <a:cubicBezTo>
                    <a:pt x="95" y="107"/>
                    <a:pt x="98" y="0"/>
                    <a:pt x="98" y="0"/>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3707;p72">
              <a:extLst>
                <a:ext uri="{FF2B5EF4-FFF2-40B4-BE49-F238E27FC236}">
                  <a16:creationId xmlns:a16="http://schemas.microsoft.com/office/drawing/2014/main" id="{7032DEA1-0063-CC86-BE07-2010C177247B}"/>
                </a:ext>
              </a:extLst>
            </p:cNvPr>
            <p:cNvSpPr/>
            <p:nvPr/>
          </p:nvSpPr>
          <p:spPr>
            <a:xfrm>
              <a:off x="4010019" y="2237693"/>
              <a:ext cx="205605" cy="160763"/>
            </a:xfrm>
            <a:custGeom>
              <a:avLst/>
              <a:gdLst/>
              <a:ahLst/>
              <a:cxnLst/>
              <a:rect l="l" t="t" r="r" b="b"/>
              <a:pathLst>
                <a:path w="4012" h="3137" extrusionOk="0">
                  <a:moveTo>
                    <a:pt x="434" y="1"/>
                  </a:moveTo>
                  <a:cubicBezTo>
                    <a:pt x="434" y="1"/>
                    <a:pt x="192" y="410"/>
                    <a:pt x="100" y="675"/>
                  </a:cubicBezTo>
                  <a:cubicBezTo>
                    <a:pt x="43" y="835"/>
                    <a:pt x="31" y="865"/>
                    <a:pt x="10" y="1170"/>
                  </a:cubicBezTo>
                  <a:cubicBezTo>
                    <a:pt x="0" y="1313"/>
                    <a:pt x="299" y="1472"/>
                    <a:pt x="775" y="1738"/>
                  </a:cubicBezTo>
                  <a:cubicBezTo>
                    <a:pt x="1365" y="2067"/>
                    <a:pt x="2552" y="2740"/>
                    <a:pt x="3143" y="3027"/>
                  </a:cubicBezTo>
                  <a:cubicBezTo>
                    <a:pt x="3302" y="3104"/>
                    <a:pt x="3409" y="3137"/>
                    <a:pt x="3483" y="3137"/>
                  </a:cubicBezTo>
                  <a:cubicBezTo>
                    <a:pt x="3645" y="3137"/>
                    <a:pt x="3657" y="2984"/>
                    <a:pt x="3741" y="2803"/>
                  </a:cubicBezTo>
                  <a:cubicBezTo>
                    <a:pt x="3915" y="2431"/>
                    <a:pt x="4011" y="2093"/>
                    <a:pt x="4011" y="2093"/>
                  </a:cubicBezTo>
                  <a:cubicBezTo>
                    <a:pt x="4011" y="2093"/>
                    <a:pt x="3182" y="1768"/>
                    <a:pt x="1652" y="885"/>
                  </a:cubicBezTo>
                  <a:cubicBezTo>
                    <a:pt x="910" y="456"/>
                    <a:pt x="640" y="174"/>
                    <a:pt x="434" y="1"/>
                  </a:cubicBezTo>
                  <a:close/>
                </a:path>
              </a:pathLst>
            </a:custGeom>
            <a:solidFill>
              <a:srgbClr val="55D6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3708;p72">
              <a:extLst>
                <a:ext uri="{FF2B5EF4-FFF2-40B4-BE49-F238E27FC236}">
                  <a16:creationId xmlns:a16="http://schemas.microsoft.com/office/drawing/2014/main" id="{B05B81F4-350B-8B0C-5EA6-4EF65AFD2000}"/>
                </a:ext>
              </a:extLst>
            </p:cNvPr>
            <p:cNvSpPr/>
            <p:nvPr/>
          </p:nvSpPr>
          <p:spPr>
            <a:xfrm>
              <a:off x="4173344" y="2031627"/>
              <a:ext cx="140418" cy="57038"/>
            </a:xfrm>
            <a:custGeom>
              <a:avLst/>
              <a:gdLst/>
              <a:ahLst/>
              <a:cxnLst/>
              <a:rect l="l" t="t" r="r" b="b"/>
              <a:pathLst>
                <a:path w="2740" h="1113" extrusionOk="0">
                  <a:moveTo>
                    <a:pt x="1587" y="1"/>
                  </a:moveTo>
                  <a:cubicBezTo>
                    <a:pt x="1384" y="1"/>
                    <a:pt x="1151" y="158"/>
                    <a:pt x="677" y="436"/>
                  </a:cubicBezTo>
                  <a:cubicBezTo>
                    <a:pt x="203" y="713"/>
                    <a:pt x="1" y="917"/>
                    <a:pt x="263" y="1060"/>
                  </a:cubicBezTo>
                  <a:cubicBezTo>
                    <a:pt x="333" y="1098"/>
                    <a:pt x="434" y="1113"/>
                    <a:pt x="553" y="1113"/>
                  </a:cubicBezTo>
                  <a:cubicBezTo>
                    <a:pt x="882" y="1113"/>
                    <a:pt x="1343" y="999"/>
                    <a:pt x="1632" y="945"/>
                  </a:cubicBezTo>
                  <a:cubicBezTo>
                    <a:pt x="2328" y="817"/>
                    <a:pt x="2739" y="650"/>
                    <a:pt x="2353" y="411"/>
                  </a:cubicBezTo>
                  <a:cubicBezTo>
                    <a:pt x="1966" y="172"/>
                    <a:pt x="1759" y="40"/>
                    <a:pt x="1759" y="40"/>
                  </a:cubicBezTo>
                  <a:cubicBezTo>
                    <a:pt x="1701" y="13"/>
                    <a:pt x="1645" y="1"/>
                    <a:pt x="158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3709;p72">
              <a:extLst>
                <a:ext uri="{FF2B5EF4-FFF2-40B4-BE49-F238E27FC236}">
                  <a16:creationId xmlns:a16="http://schemas.microsoft.com/office/drawing/2014/main" id="{8BCCABBD-9CB2-6E4F-C247-E35CFA5000DD}"/>
                </a:ext>
              </a:extLst>
            </p:cNvPr>
            <p:cNvSpPr/>
            <p:nvPr/>
          </p:nvSpPr>
          <p:spPr>
            <a:xfrm>
              <a:off x="4007200" y="2272285"/>
              <a:ext cx="211806" cy="130476"/>
            </a:xfrm>
            <a:custGeom>
              <a:avLst/>
              <a:gdLst/>
              <a:ahLst/>
              <a:cxnLst/>
              <a:rect l="l" t="t" r="r" b="b"/>
              <a:pathLst>
                <a:path w="4133" h="2546" extrusionOk="0">
                  <a:moveTo>
                    <a:pt x="155" y="0"/>
                  </a:moveTo>
                  <a:cubicBezTo>
                    <a:pt x="155" y="0"/>
                    <a:pt x="46" y="249"/>
                    <a:pt x="20" y="383"/>
                  </a:cubicBezTo>
                  <a:cubicBezTo>
                    <a:pt x="0" y="483"/>
                    <a:pt x="9" y="592"/>
                    <a:pt x="106" y="664"/>
                  </a:cubicBezTo>
                  <a:cubicBezTo>
                    <a:pt x="445" y="914"/>
                    <a:pt x="2582" y="2105"/>
                    <a:pt x="3008" y="2317"/>
                  </a:cubicBezTo>
                  <a:cubicBezTo>
                    <a:pt x="3312" y="2468"/>
                    <a:pt x="3494" y="2546"/>
                    <a:pt x="3596" y="2546"/>
                  </a:cubicBezTo>
                  <a:cubicBezTo>
                    <a:pt x="3646" y="2546"/>
                    <a:pt x="3677" y="2526"/>
                    <a:pt x="3692" y="2487"/>
                  </a:cubicBezTo>
                  <a:cubicBezTo>
                    <a:pt x="3717" y="2421"/>
                    <a:pt x="4132" y="1452"/>
                    <a:pt x="4132" y="1452"/>
                  </a:cubicBezTo>
                  <a:lnTo>
                    <a:pt x="4066" y="1418"/>
                  </a:lnTo>
                  <a:cubicBezTo>
                    <a:pt x="4066" y="1418"/>
                    <a:pt x="3677" y="2347"/>
                    <a:pt x="3574" y="2395"/>
                  </a:cubicBezTo>
                  <a:cubicBezTo>
                    <a:pt x="3563" y="2400"/>
                    <a:pt x="3549" y="2402"/>
                    <a:pt x="3533" y="2402"/>
                  </a:cubicBezTo>
                  <a:cubicBezTo>
                    <a:pt x="3399" y="2402"/>
                    <a:pt x="3106" y="2242"/>
                    <a:pt x="2853" y="2128"/>
                  </a:cubicBezTo>
                  <a:cubicBezTo>
                    <a:pt x="2619" y="2024"/>
                    <a:pt x="725" y="983"/>
                    <a:pt x="391" y="767"/>
                  </a:cubicBezTo>
                  <a:cubicBezTo>
                    <a:pt x="233" y="664"/>
                    <a:pt x="98" y="603"/>
                    <a:pt x="95" y="495"/>
                  </a:cubicBezTo>
                  <a:cubicBezTo>
                    <a:pt x="89" y="330"/>
                    <a:pt x="155" y="0"/>
                    <a:pt x="155" y="0"/>
                  </a:cubicBez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3710;p72">
              <a:extLst>
                <a:ext uri="{FF2B5EF4-FFF2-40B4-BE49-F238E27FC236}">
                  <a16:creationId xmlns:a16="http://schemas.microsoft.com/office/drawing/2014/main" id="{8758B275-3566-A9E8-AC21-68BAD3376980}"/>
                </a:ext>
              </a:extLst>
            </p:cNvPr>
            <p:cNvSpPr/>
            <p:nvPr/>
          </p:nvSpPr>
          <p:spPr>
            <a:xfrm>
              <a:off x="4537458" y="2064938"/>
              <a:ext cx="166759" cy="72259"/>
            </a:xfrm>
            <a:custGeom>
              <a:avLst/>
              <a:gdLst/>
              <a:ahLst/>
              <a:cxnLst/>
              <a:rect l="l" t="t" r="r" b="b"/>
              <a:pathLst>
                <a:path w="3254" h="1410" extrusionOk="0">
                  <a:moveTo>
                    <a:pt x="3074" y="0"/>
                  </a:moveTo>
                  <a:cubicBezTo>
                    <a:pt x="3074" y="0"/>
                    <a:pt x="2751" y="11"/>
                    <a:pt x="2553" y="101"/>
                  </a:cubicBezTo>
                  <a:cubicBezTo>
                    <a:pt x="1911" y="390"/>
                    <a:pt x="1481" y="636"/>
                    <a:pt x="1276" y="758"/>
                  </a:cubicBezTo>
                  <a:cubicBezTo>
                    <a:pt x="463" y="1234"/>
                    <a:pt x="0" y="1340"/>
                    <a:pt x="0" y="1340"/>
                  </a:cubicBezTo>
                  <a:lnTo>
                    <a:pt x="129" y="1409"/>
                  </a:lnTo>
                  <a:cubicBezTo>
                    <a:pt x="129" y="1409"/>
                    <a:pt x="482" y="1334"/>
                    <a:pt x="1310" y="856"/>
                  </a:cubicBezTo>
                  <a:cubicBezTo>
                    <a:pt x="2010" y="451"/>
                    <a:pt x="2388" y="232"/>
                    <a:pt x="2667" y="143"/>
                  </a:cubicBezTo>
                  <a:cubicBezTo>
                    <a:pt x="2821" y="93"/>
                    <a:pt x="2952" y="79"/>
                    <a:pt x="3051" y="79"/>
                  </a:cubicBezTo>
                  <a:cubicBezTo>
                    <a:pt x="3179" y="79"/>
                    <a:pt x="3254" y="103"/>
                    <a:pt x="3254" y="103"/>
                  </a:cubicBezTo>
                  <a:lnTo>
                    <a:pt x="3074" y="0"/>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3711;p72">
              <a:extLst>
                <a:ext uri="{FF2B5EF4-FFF2-40B4-BE49-F238E27FC236}">
                  <a16:creationId xmlns:a16="http://schemas.microsoft.com/office/drawing/2014/main" id="{7AAB8D7B-DE64-167D-12E0-0B7642633AF0}"/>
                </a:ext>
              </a:extLst>
            </p:cNvPr>
            <p:cNvSpPr/>
            <p:nvPr/>
          </p:nvSpPr>
          <p:spPr>
            <a:xfrm>
              <a:off x="4357938" y="1963109"/>
              <a:ext cx="168399" cy="73284"/>
            </a:xfrm>
            <a:custGeom>
              <a:avLst/>
              <a:gdLst/>
              <a:ahLst/>
              <a:cxnLst/>
              <a:rect l="l" t="t" r="r" b="b"/>
              <a:pathLst>
                <a:path w="3286" h="1430" extrusionOk="0">
                  <a:moveTo>
                    <a:pt x="3105" y="0"/>
                  </a:moveTo>
                  <a:cubicBezTo>
                    <a:pt x="3105" y="0"/>
                    <a:pt x="2783" y="11"/>
                    <a:pt x="2585" y="100"/>
                  </a:cubicBezTo>
                  <a:cubicBezTo>
                    <a:pt x="1943" y="388"/>
                    <a:pt x="1513" y="635"/>
                    <a:pt x="1308" y="756"/>
                  </a:cubicBezTo>
                  <a:cubicBezTo>
                    <a:pt x="495" y="1234"/>
                    <a:pt x="0" y="1382"/>
                    <a:pt x="0" y="1382"/>
                  </a:cubicBezTo>
                  <a:lnTo>
                    <a:pt x="131" y="1429"/>
                  </a:lnTo>
                  <a:cubicBezTo>
                    <a:pt x="131" y="1429"/>
                    <a:pt x="514" y="1333"/>
                    <a:pt x="1342" y="854"/>
                  </a:cubicBezTo>
                  <a:cubicBezTo>
                    <a:pt x="2042" y="449"/>
                    <a:pt x="2420" y="230"/>
                    <a:pt x="2699" y="141"/>
                  </a:cubicBezTo>
                  <a:cubicBezTo>
                    <a:pt x="2851" y="92"/>
                    <a:pt x="2981" y="79"/>
                    <a:pt x="3079" y="79"/>
                  </a:cubicBezTo>
                  <a:cubicBezTo>
                    <a:pt x="3210" y="79"/>
                    <a:pt x="3286" y="103"/>
                    <a:pt x="3286" y="103"/>
                  </a:cubicBezTo>
                  <a:lnTo>
                    <a:pt x="3105" y="0"/>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3712;p72">
              <a:extLst>
                <a:ext uri="{FF2B5EF4-FFF2-40B4-BE49-F238E27FC236}">
                  <a16:creationId xmlns:a16="http://schemas.microsoft.com/office/drawing/2014/main" id="{338D3267-16A1-6933-D866-8222E79214E6}"/>
                </a:ext>
              </a:extLst>
            </p:cNvPr>
            <p:cNvSpPr/>
            <p:nvPr/>
          </p:nvSpPr>
          <p:spPr>
            <a:xfrm>
              <a:off x="4395707" y="2021019"/>
              <a:ext cx="148720" cy="85840"/>
            </a:xfrm>
            <a:custGeom>
              <a:avLst/>
              <a:gdLst/>
              <a:ahLst/>
              <a:cxnLst/>
              <a:rect l="l" t="t" r="r" b="b"/>
              <a:pathLst>
                <a:path w="2902" h="1675" extrusionOk="0">
                  <a:moveTo>
                    <a:pt x="756" y="1"/>
                  </a:moveTo>
                  <a:cubicBezTo>
                    <a:pt x="407" y="1"/>
                    <a:pt x="172" y="211"/>
                    <a:pt x="1" y="299"/>
                  </a:cubicBezTo>
                  <a:cubicBezTo>
                    <a:pt x="1" y="299"/>
                    <a:pt x="359" y="465"/>
                    <a:pt x="1200" y="975"/>
                  </a:cubicBezTo>
                  <a:cubicBezTo>
                    <a:pt x="1891" y="1397"/>
                    <a:pt x="2164" y="1562"/>
                    <a:pt x="2372" y="1674"/>
                  </a:cubicBezTo>
                  <a:cubicBezTo>
                    <a:pt x="2498" y="1562"/>
                    <a:pt x="2901" y="1231"/>
                    <a:pt x="2624" y="968"/>
                  </a:cubicBezTo>
                  <a:cubicBezTo>
                    <a:pt x="2352" y="713"/>
                    <a:pt x="1997" y="549"/>
                    <a:pt x="1316" y="166"/>
                  </a:cubicBezTo>
                  <a:cubicBezTo>
                    <a:pt x="1102" y="45"/>
                    <a:pt x="917" y="1"/>
                    <a:pt x="75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3713;p72">
              <a:extLst>
                <a:ext uri="{FF2B5EF4-FFF2-40B4-BE49-F238E27FC236}">
                  <a16:creationId xmlns:a16="http://schemas.microsoft.com/office/drawing/2014/main" id="{D81FCD26-C786-D81B-53C6-9B8662E8C02F}"/>
                </a:ext>
              </a:extLst>
            </p:cNvPr>
            <p:cNvSpPr/>
            <p:nvPr/>
          </p:nvSpPr>
          <p:spPr>
            <a:xfrm>
              <a:off x="4442086" y="1975511"/>
              <a:ext cx="133141" cy="38641"/>
            </a:xfrm>
            <a:custGeom>
              <a:avLst/>
              <a:gdLst/>
              <a:ahLst/>
              <a:cxnLst/>
              <a:rect l="l" t="t" r="r" b="b"/>
              <a:pathLst>
                <a:path w="2598" h="754" extrusionOk="0">
                  <a:moveTo>
                    <a:pt x="1687" y="0"/>
                  </a:moveTo>
                  <a:cubicBezTo>
                    <a:pt x="1515" y="0"/>
                    <a:pt x="1255" y="33"/>
                    <a:pt x="931" y="171"/>
                  </a:cubicBezTo>
                  <a:cubicBezTo>
                    <a:pt x="555" y="332"/>
                    <a:pt x="0" y="753"/>
                    <a:pt x="0" y="753"/>
                  </a:cubicBezTo>
                  <a:cubicBezTo>
                    <a:pt x="0" y="753"/>
                    <a:pt x="702" y="519"/>
                    <a:pt x="1259" y="376"/>
                  </a:cubicBezTo>
                  <a:cubicBezTo>
                    <a:pt x="1442" y="330"/>
                    <a:pt x="1632" y="313"/>
                    <a:pt x="1809" y="313"/>
                  </a:cubicBezTo>
                  <a:cubicBezTo>
                    <a:pt x="2242" y="313"/>
                    <a:pt x="2597" y="411"/>
                    <a:pt x="2597" y="411"/>
                  </a:cubicBezTo>
                  <a:lnTo>
                    <a:pt x="1921" y="25"/>
                  </a:lnTo>
                  <a:cubicBezTo>
                    <a:pt x="1921" y="25"/>
                    <a:pt x="1838" y="0"/>
                    <a:pt x="1687" y="0"/>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3714;p72">
              <a:extLst>
                <a:ext uri="{FF2B5EF4-FFF2-40B4-BE49-F238E27FC236}">
                  <a16:creationId xmlns:a16="http://schemas.microsoft.com/office/drawing/2014/main" id="{09C92B70-EAEE-EEC6-0143-12FAB2CF2CF5}"/>
                </a:ext>
              </a:extLst>
            </p:cNvPr>
            <p:cNvSpPr/>
            <p:nvPr/>
          </p:nvSpPr>
          <p:spPr>
            <a:xfrm>
              <a:off x="4587014" y="2038545"/>
              <a:ext cx="91221" cy="60062"/>
            </a:xfrm>
            <a:custGeom>
              <a:avLst/>
              <a:gdLst/>
              <a:ahLst/>
              <a:cxnLst/>
              <a:rect l="l" t="t" r="r" b="b"/>
              <a:pathLst>
                <a:path w="1780" h="1172" extrusionOk="0">
                  <a:moveTo>
                    <a:pt x="1203" y="0"/>
                  </a:moveTo>
                  <a:cubicBezTo>
                    <a:pt x="1203" y="0"/>
                    <a:pt x="839" y="80"/>
                    <a:pt x="556" y="422"/>
                  </a:cubicBezTo>
                  <a:cubicBezTo>
                    <a:pt x="297" y="734"/>
                    <a:pt x="1" y="1171"/>
                    <a:pt x="1" y="1171"/>
                  </a:cubicBezTo>
                  <a:cubicBezTo>
                    <a:pt x="1" y="1171"/>
                    <a:pt x="430" y="937"/>
                    <a:pt x="921" y="652"/>
                  </a:cubicBezTo>
                  <a:cubicBezTo>
                    <a:pt x="1332" y="412"/>
                    <a:pt x="1779" y="328"/>
                    <a:pt x="1779" y="328"/>
                  </a:cubicBezTo>
                  <a:lnTo>
                    <a:pt x="1203" y="0"/>
                  </a:ln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3715;p72">
              <a:extLst>
                <a:ext uri="{FF2B5EF4-FFF2-40B4-BE49-F238E27FC236}">
                  <a16:creationId xmlns:a16="http://schemas.microsoft.com/office/drawing/2014/main" id="{E5ACB8D1-AF36-976D-03D0-6B15D438BCC2}"/>
                </a:ext>
              </a:extLst>
            </p:cNvPr>
            <p:cNvSpPr/>
            <p:nvPr/>
          </p:nvSpPr>
          <p:spPr>
            <a:xfrm>
              <a:off x="4346305" y="2163589"/>
              <a:ext cx="201813" cy="141392"/>
            </a:xfrm>
            <a:custGeom>
              <a:avLst/>
              <a:gdLst/>
              <a:ahLst/>
              <a:cxnLst/>
              <a:rect l="l" t="t" r="r" b="b"/>
              <a:pathLst>
                <a:path w="3938" h="2759" extrusionOk="0">
                  <a:moveTo>
                    <a:pt x="2870" y="1"/>
                  </a:moveTo>
                  <a:cubicBezTo>
                    <a:pt x="2436" y="231"/>
                    <a:pt x="1619" y="675"/>
                    <a:pt x="856" y="1148"/>
                  </a:cubicBezTo>
                  <a:cubicBezTo>
                    <a:pt x="699" y="1244"/>
                    <a:pt x="476" y="1381"/>
                    <a:pt x="259" y="1612"/>
                  </a:cubicBezTo>
                  <a:cubicBezTo>
                    <a:pt x="0" y="1890"/>
                    <a:pt x="16" y="2130"/>
                    <a:pt x="32" y="2566"/>
                  </a:cubicBezTo>
                  <a:cubicBezTo>
                    <a:pt x="36" y="2630"/>
                    <a:pt x="39" y="2695"/>
                    <a:pt x="42" y="2759"/>
                  </a:cubicBezTo>
                  <a:lnTo>
                    <a:pt x="3937" y="524"/>
                  </a:lnTo>
                  <a:lnTo>
                    <a:pt x="3937" y="243"/>
                  </a:lnTo>
                  <a:cubicBezTo>
                    <a:pt x="3792" y="208"/>
                    <a:pt x="3609" y="163"/>
                    <a:pt x="3408" y="110"/>
                  </a:cubicBezTo>
                  <a:cubicBezTo>
                    <a:pt x="3211" y="56"/>
                    <a:pt x="3028" y="18"/>
                    <a:pt x="2870" y="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3716;p72">
              <a:extLst>
                <a:ext uri="{FF2B5EF4-FFF2-40B4-BE49-F238E27FC236}">
                  <a16:creationId xmlns:a16="http://schemas.microsoft.com/office/drawing/2014/main" id="{F205894D-037E-0848-F414-F2B421EF11DB}"/>
                </a:ext>
              </a:extLst>
            </p:cNvPr>
            <p:cNvSpPr/>
            <p:nvPr/>
          </p:nvSpPr>
          <p:spPr>
            <a:xfrm>
              <a:off x="4331443" y="2163025"/>
              <a:ext cx="161993" cy="151641"/>
            </a:xfrm>
            <a:custGeom>
              <a:avLst/>
              <a:gdLst/>
              <a:ahLst/>
              <a:cxnLst/>
              <a:rect l="l" t="t" r="r" b="b"/>
              <a:pathLst>
                <a:path w="3161" h="2959" extrusionOk="0">
                  <a:moveTo>
                    <a:pt x="2992" y="1"/>
                  </a:moveTo>
                  <a:cubicBezTo>
                    <a:pt x="2968" y="1"/>
                    <a:pt x="2945" y="2"/>
                    <a:pt x="2923" y="4"/>
                  </a:cubicBezTo>
                  <a:cubicBezTo>
                    <a:pt x="2802" y="18"/>
                    <a:pt x="2567" y="108"/>
                    <a:pt x="2362" y="214"/>
                  </a:cubicBezTo>
                  <a:cubicBezTo>
                    <a:pt x="1793" y="507"/>
                    <a:pt x="1505" y="676"/>
                    <a:pt x="864" y="1142"/>
                  </a:cubicBezTo>
                  <a:cubicBezTo>
                    <a:pt x="477" y="1422"/>
                    <a:pt x="243" y="1684"/>
                    <a:pt x="119" y="1849"/>
                  </a:cubicBezTo>
                  <a:cubicBezTo>
                    <a:pt x="40" y="1950"/>
                    <a:pt x="1" y="2075"/>
                    <a:pt x="1" y="2204"/>
                  </a:cubicBezTo>
                  <a:lnTo>
                    <a:pt x="1" y="2958"/>
                  </a:lnTo>
                  <a:lnTo>
                    <a:pt x="332" y="2770"/>
                  </a:lnTo>
                  <a:cubicBezTo>
                    <a:pt x="329" y="2706"/>
                    <a:pt x="326" y="2641"/>
                    <a:pt x="322" y="2577"/>
                  </a:cubicBezTo>
                  <a:cubicBezTo>
                    <a:pt x="306" y="2141"/>
                    <a:pt x="290" y="1901"/>
                    <a:pt x="549" y="1623"/>
                  </a:cubicBezTo>
                  <a:cubicBezTo>
                    <a:pt x="766" y="1392"/>
                    <a:pt x="989" y="1255"/>
                    <a:pt x="1146" y="1159"/>
                  </a:cubicBezTo>
                  <a:cubicBezTo>
                    <a:pt x="1909" y="686"/>
                    <a:pt x="2726" y="242"/>
                    <a:pt x="3160" y="12"/>
                  </a:cubicBezTo>
                  <a:cubicBezTo>
                    <a:pt x="3101" y="6"/>
                    <a:pt x="3044" y="1"/>
                    <a:pt x="2992" y="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3717;p72">
              <a:extLst>
                <a:ext uri="{FF2B5EF4-FFF2-40B4-BE49-F238E27FC236}">
                  <a16:creationId xmlns:a16="http://schemas.microsoft.com/office/drawing/2014/main" id="{48467224-3DAB-74CD-336D-8E53D5D6D9B4}"/>
                </a:ext>
              </a:extLst>
            </p:cNvPr>
            <p:cNvSpPr/>
            <p:nvPr/>
          </p:nvSpPr>
          <p:spPr>
            <a:xfrm>
              <a:off x="4325293" y="2155185"/>
              <a:ext cx="222824" cy="163018"/>
            </a:xfrm>
            <a:custGeom>
              <a:avLst/>
              <a:gdLst/>
              <a:ahLst/>
              <a:cxnLst/>
              <a:rect l="l" t="t" r="r" b="b"/>
              <a:pathLst>
                <a:path w="4348" h="3181" extrusionOk="0">
                  <a:moveTo>
                    <a:pt x="3142" y="0"/>
                  </a:moveTo>
                  <a:cubicBezTo>
                    <a:pt x="2792" y="0"/>
                    <a:pt x="2329" y="241"/>
                    <a:pt x="1776" y="579"/>
                  </a:cubicBezTo>
                  <a:cubicBezTo>
                    <a:pt x="890" y="1120"/>
                    <a:pt x="574" y="1413"/>
                    <a:pt x="326" y="1661"/>
                  </a:cubicBezTo>
                  <a:cubicBezTo>
                    <a:pt x="245" y="1744"/>
                    <a:pt x="133" y="1862"/>
                    <a:pt x="38" y="2070"/>
                  </a:cubicBezTo>
                  <a:cubicBezTo>
                    <a:pt x="12" y="2127"/>
                    <a:pt x="1" y="2193"/>
                    <a:pt x="1" y="2256"/>
                  </a:cubicBezTo>
                  <a:lnTo>
                    <a:pt x="1" y="3180"/>
                  </a:lnTo>
                  <a:lnTo>
                    <a:pt x="121" y="3111"/>
                  </a:lnTo>
                  <a:lnTo>
                    <a:pt x="121" y="2357"/>
                  </a:lnTo>
                  <a:cubicBezTo>
                    <a:pt x="121" y="2228"/>
                    <a:pt x="160" y="2103"/>
                    <a:pt x="239" y="2000"/>
                  </a:cubicBezTo>
                  <a:cubicBezTo>
                    <a:pt x="364" y="1836"/>
                    <a:pt x="597" y="1575"/>
                    <a:pt x="984" y="1295"/>
                  </a:cubicBezTo>
                  <a:cubicBezTo>
                    <a:pt x="1625" y="829"/>
                    <a:pt x="1913" y="660"/>
                    <a:pt x="2482" y="367"/>
                  </a:cubicBezTo>
                  <a:cubicBezTo>
                    <a:pt x="2687" y="261"/>
                    <a:pt x="2922" y="171"/>
                    <a:pt x="3043" y="157"/>
                  </a:cubicBezTo>
                  <a:cubicBezTo>
                    <a:pt x="3070" y="154"/>
                    <a:pt x="3099" y="153"/>
                    <a:pt x="3129" y="153"/>
                  </a:cubicBezTo>
                  <a:cubicBezTo>
                    <a:pt x="3313" y="153"/>
                    <a:pt x="3554" y="203"/>
                    <a:pt x="3818" y="274"/>
                  </a:cubicBezTo>
                  <a:cubicBezTo>
                    <a:pt x="4019" y="327"/>
                    <a:pt x="4202" y="372"/>
                    <a:pt x="4347" y="407"/>
                  </a:cubicBezTo>
                  <a:lnTo>
                    <a:pt x="4347" y="280"/>
                  </a:lnTo>
                  <a:cubicBezTo>
                    <a:pt x="4347" y="280"/>
                    <a:pt x="3555" y="67"/>
                    <a:pt x="3265" y="11"/>
                  </a:cubicBezTo>
                  <a:cubicBezTo>
                    <a:pt x="3226" y="4"/>
                    <a:pt x="3184" y="0"/>
                    <a:pt x="3142"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3718;p72">
              <a:extLst>
                <a:ext uri="{FF2B5EF4-FFF2-40B4-BE49-F238E27FC236}">
                  <a16:creationId xmlns:a16="http://schemas.microsoft.com/office/drawing/2014/main" id="{B58304B9-BB18-6F93-147D-E101C9B83246}"/>
                </a:ext>
              </a:extLst>
            </p:cNvPr>
            <p:cNvSpPr/>
            <p:nvPr/>
          </p:nvSpPr>
          <p:spPr>
            <a:xfrm>
              <a:off x="4368033" y="2295039"/>
              <a:ext cx="30646" cy="18910"/>
            </a:xfrm>
            <a:custGeom>
              <a:avLst/>
              <a:gdLst/>
              <a:ahLst/>
              <a:cxnLst/>
              <a:rect l="l" t="t" r="r" b="b"/>
              <a:pathLst>
                <a:path w="598" h="369" extrusionOk="0">
                  <a:moveTo>
                    <a:pt x="491" y="1"/>
                  </a:moveTo>
                  <a:cubicBezTo>
                    <a:pt x="452" y="1"/>
                    <a:pt x="399" y="16"/>
                    <a:pt x="335" y="41"/>
                  </a:cubicBezTo>
                  <a:cubicBezTo>
                    <a:pt x="234" y="80"/>
                    <a:pt x="1" y="186"/>
                    <a:pt x="62" y="312"/>
                  </a:cubicBezTo>
                  <a:cubicBezTo>
                    <a:pt x="82" y="353"/>
                    <a:pt x="111" y="369"/>
                    <a:pt x="146" y="369"/>
                  </a:cubicBezTo>
                  <a:cubicBezTo>
                    <a:pt x="218" y="369"/>
                    <a:pt x="314" y="303"/>
                    <a:pt x="397" y="260"/>
                  </a:cubicBezTo>
                  <a:cubicBezTo>
                    <a:pt x="449" y="232"/>
                    <a:pt x="597" y="157"/>
                    <a:pt x="565" y="51"/>
                  </a:cubicBezTo>
                  <a:cubicBezTo>
                    <a:pt x="554" y="15"/>
                    <a:pt x="529" y="1"/>
                    <a:pt x="491"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3719;p72">
              <a:extLst>
                <a:ext uri="{FF2B5EF4-FFF2-40B4-BE49-F238E27FC236}">
                  <a16:creationId xmlns:a16="http://schemas.microsoft.com/office/drawing/2014/main" id="{05634DF3-A2F5-79C8-5DAA-58D86673F9D4}"/>
                </a:ext>
              </a:extLst>
            </p:cNvPr>
            <p:cNvSpPr/>
            <p:nvPr/>
          </p:nvSpPr>
          <p:spPr>
            <a:xfrm>
              <a:off x="4493590" y="2228212"/>
              <a:ext cx="6201" cy="92348"/>
            </a:xfrm>
            <a:custGeom>
              <a:avLst/>
              <a:gdLst/>
              <a:ahLst/>
              <a:cxnLst/>
              <a:rect l="l" t="t" r="r" b="b"/>
              <a:pathLst>
                <a:path w="121" h="1802" extrusionOk="0">
                  <a:moveTo>
                    <a:pt x="55" y="0"/>
                  </a:moveTo>
                  <a:lnTo>
                    <a:pt x="1" y="12"/>
                  </a:lnTo>
                  <a:lnTo>
                    <a:pt x="24" y="1801"/>
                  </a:lnTo>
                  <a:lnTo>
                    <a:pt x="121" y="1749"/>
                  </a:lnTo>
                  <a:lnTo>
                    <a:pt x="55" y="0"/>
                  </a:ln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3720;p72">
              <a:extLst>
                <a:ext uri="{FF2B5EF4-FFF2-40B4-BE49-F238E27FC236}">
                  <a16:creationId xmlns:a16="http://schemas.microsoft.com/office/drawing/2014/main" id="{4CEF5AB9-CF92-F2AF-6843-F3D10A632066}"/>
                </a:ext>
              </a:extLst>
            </p:cNvPr>
            <p:cNvSpPr/>
            <p:nvPr/>
          </p:nvSpPr>
          <p:spPr>
            <a:xfrm>
              <a:off x="4230793" y="2408244"/>
              <a:ext cx="9225" cy="21011"/>
            </a:xfrm>
            <a:custGeom>
              <a:avLst/>
              <a:gdLst/>
              <a:ahLst/>
              <a:cxnLst/>
              <a:rect l="l" t="t" r="r" b="b"/>
              <a:pathLst>
                <a:path w="180" h="410" extrusionOk="0">
                  <a:moveTo>
                    <a:pt x="153" y="1"/>
                  </a:moveTo>
                  <a:cubicBezTo>
                    <a:pt x="150" y="1"/>
                    <a:pt x="147" y="1"/>
                    <a:pt x="145" y="3"/>
                  </a:cubicBezTo>
                  <a:cubicBezTo>
                    <a:pt x="22" y="49"/>
                    <a:pt x="1" y="263"/>
                    <a:pt x="13" y="375"/>
                  </a:cubicBezTo>
                  <a:cubicBezTo>
                    <a:pt x="15" y="393"/>
                    <a:pt x="33" y="409"/>
                    <a:pt x="50" y="409"/>
                  </a:cubicBezTo>
                  <a:cubicBezTo>
                    <a:pt x="59" y="409"/>
                    <a:pt x="67" y="405"/>
                    <a:pt x="73" y="393"/>
                  </a:cubicBezTo>
                  <a:cubicBezTo>
                    <a:pt x="123" y="285"/>
                    <a:pt x="149" y="151"/>
                    <a:pt x="175" y="35"/>
                  </a:cubicBezTo>
                  <a:cubicBezTo>
                    <a:pt x="179" y="20"/>
                    <a:pt x="168" y="1"/>
                    <a:pt x="153" y="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3721;p72">
              <a:extLst>
                <a:ext uri="{FF2B5EF4-FFF2-40B4-BE49-F238E27FC236}">
                  <a16:creationId xmlns:a16="http://schemas.microsoft.com/office/drawing/2014/main" id="{91C09855-F334-4BB0-4ECA-DD18BE18202A}"/>
                </a:ext>
              </a:extLst>
            </p:cNvPr>
            <p:cNvSpPr/>
            <p:nvPr/>
          </p:nvSpPr>
          <p:spPr>
            <a:xfrm>
              <a:off x="4563850" y="2249480"/>
              <a:ext cx="10967" cy="12299"/>
            </a:xfrm>
            <a:custGeom>
              <a:avLst/>
              <a:gdLst/>
              <a:ahLst/>
              <a:cxnLst/>
              <a:rect l="l" t="t" r="r" b="b"/>
              <a:pathLst>
                <a:path w="214" h="240" extrusionOk="0">
                  <a:moveTo>
                    <a:pt x="31" y="1"/>
                  </a:moveTo>
                  <a:cubicBezTo>
                    <a:pt x="16" y="1"/>
                    <a:pt x="0" y="19"/>
                    <a:pt x="4" y="36"/>
                  </a:cubicBezTo>
                  <a:cubicBezTo>
                    <a:pt x="17" y="114"/>
                    <a:pt x="89" y="240"/>
                    <a:pt x="180" y="240"/>
                  </a:cubicBezTo>
                  <a:cubicBezTo>
                    <a:pt x="198" y="240"/>
                    <a:pt x="214" y="221"/>
                    <a:pt x="208" y="204"/>
                  </a:cubicBezTo>
                  <a:cubicBezTo>
                    <a:pt x="194" y="165"/>
                    <a:pt x="168" y="151"/>
                    <a:pt x="139" y="122"/>
                  </a:cubicBezTo>
                  <a:cubicBezTo>
                    <a:pt x="105" y="88"/>
                    <a:pt x="79" y="47"/>
                    <a:pt x="48" y="10"/>
                  </a:cubicBezTo>
                  <a:cubicBezTo>
                    <a:pt x="43" y="3"/>
                    <a:pt x="37" y="1"/>
                    <a:pt x="31" y="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3722;p72">
              <a:extLst>
                <a:ext uri="{FF2B5EF4-FFF2-40B4-BE49-F238E27FC236}">
                  <a16:creationId xmlns:a16="http://schemas.microsoft.com/office/drawing/2014/main" id="{9FD6B825-3EC0-C355-F730-A9B590E2EE54}"/>
                </a:ext>
              </a:extLst>
            </p:cNvPr>
            <p:cNvSpPr/>
            <p:nvPr/>
          </p:nvSpPr>
          <p:spPr>
            <a:xfrm>
              <a:off x="4555189" y="2255681"/>
              <a:ext cx="8405" cy="17732"/>
            </a:xfrm>
            <a:custGeom>
              <a:avLst/>
              <a:gdLst/>
              <a:ahLst/>
              <a:cxnLst/>
              <a:rect l="l" t="t" r="r" b="b"/>
              <a:pathLst>
                <a:path w="164" h="346" extrusionOk="0">
                  <a:moveTo>
                    <a:pt x="127" y="0"/>
                  </a:moveTo>
                  <a:cubicBezTo>
                    <a:pt x="116" y="0"/>
                    <a:pt x="105" y="7"/>
                    <a:pt x="101" y="21"/>
                  </a:cubicBezTo>
                  <a:cubicBezTo>
                    <a:pt x="85" y="82"/>
                    <a:pt x="67" y="143"/>
                    <a:pt x="42" y="201"/>
                  </a:cubicBezTo>
                  <a:cubicBezTo>
                    <a:pt x="22" y="246"/>
                    <a:pt x="1" y="277"/>
                    <a:pt x="9" y="326"/>
                  </a:cubicBezTo>
                  <a:cubicBezTo>
                    <a:pt x="11" y="337"/>
                    <a:pt x="23" y="345"/>
                    <a:pt x="34" y="345"/>
                  </a:cubicBezTo>
                  <a:cubicBezTo>
                    <a:pt x="36" y="345"/>
                    <a:pt x="39" y="345"/>
                    <a:pt x="41" y="344"/>
                  </a:cubicBezTo>
                  <a:cubicBezTo>
                    <a:pt x="148" y="307"/>
                    <a:pt x="163" y="125"/>
                    <a:pt x="157" y="28"/>
                  </a:cubicBezTo>
                  <a:cubicBezTo>
                    <a:pt x="156" y="11"/>
                    <a:pt x="141" y="0"/>
                    <a:pt x="127" y="0"/>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3723;p72">
              <a:extLst>
                <a:ext uri="{FF2B5EF4-FFF2-40B4-BE49-F238E27FC236}">
                  <a16:creationId xmlns:a16="http://schemas.microsoft.com/office/drawing/2014/main" id="{B5CDFF35-FCF9-E290-12E1-7F7BDA68B6CC}"/>
                </a:ext>
              </a:extLst>
            </p:cNvPr>
            <p:cNvSpPr/>
            <p:nvPr/>
          </p:nvSpPr>
          <p:spPr>
            <a:xfrm>
              <a:off x="4379462" y="2362429"/>
              <a:ext cx="21114" cy="8610"/>
            </a:xfrm>
            <a:custGeom>
              <a:avLst/>
              <a:gdLst/>
              <a:ahLst/>
              <a:cxnLst/>
              <a:rect l="l" t="t" r="r" b="b"/>
              <a:pathLst>
                <a:path w="412" h="168" extrusionOk="0">
                  <a:moveTo>
                    <a:pt x="23" y="0"/>
                  </a:moveTo>
                  <a:cubicBezTo>
                    <a:pt x="17" y="0"/>
                    <a:pt x="12" y="1"/>
                    <a:pt x="6" y="1"/>
                  </a:cubicBezTo>
                  <a:cubicBezTo>
                    <a:pt x="3" y="1"/>
                    <a:pt x="0" y="4"/>
                    <a:pt x="0" y="9"/>
                  </a:cubicBezTo>
                  <a:cubicBezTo>
                    <a:pt x="37" y="117"/>
                    <a:pt x="208" y="167"/>
                    <a:pt x="330" y="167"/>
                  </a:cubicBezTo>
                  <a:cubicBezTo>
                    <a:pt x="352" y="167"/>
                    <a:pt x="372" y="165"/>
                    <a:pt x="390" y="162"/>
                  </a:cubicBezTo>
                  <a:cubicBezTo>
                    <a:pt x="407" y="158"/>
                    <a:pt x="411" y="130"/>
                    <a:pt x="394" y="122"/>
                  </a:cubicBezTo>
                  <a:cubicBezTo>
                    <a:pt x="331" y="95"/>
                    <a:pt x="264" y="78"/>
                    <a:pt x="198" y="56"/>
                  </a:cubicBezTo>
                  <a:cubicBezTo>
                    <a:pt x="145" y="37"/>
                    <a:pt x="82" y="0"/>
                    <a:pt x="23" y="0"/>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3724;p72">
              <a:extLst>
                <a:ext uri="{FF2B5EF4-FFF2-40B4-BE49-F238E27FC236}">
                  <a16:creationId xmlns:a16="http://schemas.microsoft.com/office/drawing/2014/main" id="{7E1F0126-D678-A721-421B-2B3BB0BACE9A}"/>
                </a:ext>
              </a:extLst>
            </p:cNvPr>
            <p:cNvSpPr/>
            <p:nvPr/>
          </p:nvSpPr>
          <p:spPr>
            <a:xfrm>
              <a:off x="4500201" y="2290017"/>
              <a:ext cx="10762" cy="18500"/>
            </a:xfrm>
            <a:custGeom>
              <a:avLst/>
              <a:gdLst/>
              <a:ahLst/>
              <a:cxnLst/>
              <a:rect l="l" t="t" r="r" b="b"/>
              <a:pathLst>
                <a:path w="210" h="361" extrusionOk="0">
                  <a:moveTo>
                    <a:pt x="184" y="0"/>
                  </a:moveTo>
                  <a:cubicBezTo>
                    <a:pt x="177" y="0"/>
                    <a:pt x="170" y="4"/>
                    <a:pt x="165" y="11"/>
                  </a:cubicBezTo>
                  <a:cubicBezTo>
                    <a:pt x="122" y="76"/>
                    <a:pt x="79" y="142"/>
                    <a:pt x="45" y="212"/>
                  </a:cubicBezTo>
                  <a:cubicBezTo>
                    <a:pt x="22" y="261"/>
                    <a:pt x="1" y="297"/>
                    <a:pt x="28" y="347"/>
                  </a:cubicBezTo>
                  <a:cubicBezTo>
                    <a:pt x="33" y="355"/>
                    <a:pt x="43" y="360"/>
                    <a:pt x="52" y="360"/>
                  </a:cubicBezTo>
                  <a:cubicBezTo>
                    <a:pt x="55" y="360"/>
                    <a:pt x="57" y="360"/>
                    <a:pt x="59" y="359"/>
                  </a:cubicBezTo>
                  <a:cubicBezTo>
                    <a:pt x="114" y="344"/>
                    <a:pt x="125" y="303"/>
                    <a:pt x="143" y="254"/>
                  </a:cubicBezTo>
                  <a:cubicBezTo>
                    <a:pt x="171" y="180"/>
                    <a:pt x="188" y="105"/>
                    <a:pt x="206" y="28"/>
                  </a:cubicBezTo>
                  <a:cubicBezTo>
                    <a:pt x="209" y="11"/>
                    <a:pt x="197" y="0"/>
                    <a:pt x="184" y="0"/>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3725;p72">
              <a:extLst>
                <a:ext uri="{FF2B5EF4-FFF2-40B4-BE49-F238E27FC236}">
                  <a16:creationId xmlns:a16="http://schemas.microsoft.com/office/drawing/2014/main" id="{6908F061-5030-0DDB-6496-4015510DD7EB}"/>
                </a:ext>
              </a:extLst>
            </p:cNvPr>
            <p:cNvSpPr/>
            <p:nvPr/>
          </p:nvSpPr>
          <p:spPr>
            <a:xfrm>
              <a:off x="4452797" y="2322354"/>
              <a:ext cx="11018" cy="17680"/>
            </a:xfrm>
            <a:custGeom>
              <a:avLst/>
              <a:gdLst/>
              <a:ahLst/>
              <a:cxnLst/>
              <a:rect l="l" t="t" r="r" b="b"/>
              <a:pathLst>
                <a:path w="215" h="345" extrusionOk="0">
                  <a:moveTo>
                    <a:pt x="147" y="1"/>
                  </a:moveTo>
                  <a:cubicBezTo>
                    <a:pt x="140" y="1"/>
                    <a:pt x="133" y="6"/>
                    <a:pt x="130" y="12"/>
                  </a:cubicBezTo>
                  <a:cubicBezTo>
                    <a:pt x="113" y="58"/>
                    <a:pt x="104" y="107"/>
                    <a:pt x="86" y="153"/>
                  </a:cubicBezTo>
                  <a:cubicBezTo>
                    <a:pt x="66" y="204"/>
                    <a:pt x="35" y="250"/>
                    <a:pt x="10" y="299"/>
                  </a:cubicBezTo>
                  <a:cubicBezTo>
                    <a:pt x="1" y="320"/>
                    <a:pt x="16" y="345"/>
                    <a:pt x="36" y="345"/>
                  </a:cubicBezTo>
                  <a:cubicBezTo>
                    <a:pt x="41" y="345"/>
                    <a:pt x="47" y="343"/>
                    <a:pt x="52" y="340"/>
                  </a:cubicBezTo>
                  <a:cubicBezTo>
                    <a:pt x="155" y="277"/>
                    <a:pt x="214" y="121"/>
                    <a:pt x="159" y="9"/>
                  </a:cubicBezTo>
                  <a:cubicBezTo>
                    <a:pt x="157" y="3"/>
                    <a:pt x="152" y="1"/>
                    <a:pt x="147" y="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3726;p72">
              <a:extLst>
                <a:ext uri="{FF2B5EF4-FFF2-40B4-BE49-F238E27FC236}">
                  <a16:creationId xmlns:a16="http://schemas.microsoft.com/office/drawing/2014/main" id="{C822C437-E77E-1E11-785E-F1586E54A913}"/>
                </a:ext>
              </a:extLst>
            </p:cNvPr>
            <p:cNvSpPr/>
            <p:nvPr/>
          </p:nvSpPr>
          <p:spPr>
            <a:xfrm>
              <a:off x="4431017" y="2326505"/>
              <a:ext cx="13171" cy="9430"/>
            </a:xfrm>
            <a:custGeom>
              <a:avLst/>
              <a:gdLst/>
              <a:ahLst/>
              <a:cxnLst/>
              <a:rect l="l" t="t" r="r" b="b"/>
              <a:pathLst>
                <a:path w="257" h="184" extrusionOk="0">
                  <a:moveTo>
                    <a:pt x="20" y="1"/>
                  </a:moveTo>
                  <a:cubicBezTo>
                    <a:pt x="10" y="1"/>
                    <a:pt x="1" y="11"/>
                    <a:pt x="5" y="21"/>
                  </a:cubicBezTo>
                  <a:cubicBezTo>
                    <a:pt x="32" y="98"/>
                    <a:pt x="120" y="166"/>
                    <a:pt x="199" y="182"/>
                  </a:cubicBezTo>
                  <a:cubicBezTo>
                    <a:pt x="203" y="183"/>
                    <a:pt x="207" y="184"/>
                    <a:pt x="210" y="184"/>
                  </a:cubicBezTo>
                  <a:cubicBezTo>
                    <a:pt x="244" y="184"/>
                    <a:pt x="256" y="139"/>
                    <a:pt x="227" y="117"/>
                  </a:cubicBezTo>
                  <a:cubicBezTo>
                    <a:pt x="170" y="74"/>
                    <a:pt x="92" y="26"/>
                    <a:pt x="25" y="2"/>
                  </a:cubicBezTo>
                  <a:cubicBezTo>
                    <a:pt x="23" y="1"/>
                    <a:pt x="21" y="1"/>
                    <a:pt x="20" y="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3727;p72">
              <a:extLst>
                <a:ext uri="{FF2B5EF4-FFF2-40B4-BE49-F238E27FC236}">
                  <a16:creationId xmlns:a16="http://schemas.microsoft.com/office/drawing/2014/main" id="{F93780AC-03FA-2DD0-20E3-2F1FB2B09732}"/>
                </a:ext>
              </a:extLst>
            </p:cNvPr>
            <p:cNvSpPr/>
            <p:nvPr/>
          </p:nvSpPr>
          <p:spPr>
            <a:xfrm>
              <a:off x="4730353" y="2154006"/>
              <a:ext cx="9020" cy="19269"/>
            </a:xfrm>
            <a:custGeom>
              <a:avLst/>
              <a:gdLst/>
              <a:ahLst/>
              <a:cxnLst/>
              <a:rect l="l" t="t" r="r" b="b"/>
              <a:pathLst>
                <a:path w="176" h="376" extrusionOk="0">
                  <a:moveTo>
                    <a:pt x="83" y="0"/>
                  </a:moveTo>
                  <a:cubicBezTo>
                    <a:pt x="72" y="0"/>
                    <a:pt x="63" y="7"/>
                    <a:pt x="65" y="21"/>
                  </a:cubicBezTo>
                  <a:cubicBezTo>
                    <a:pt x="69" y="76"/>
                    <a:pt x="74" y="131"/>
                    <a:pt x="60" y="186"/>
                  </a:cubicBezTo>
                  <a:cubicBezTo>
                    <a:pt x="48" y="237"/>
                    <a:pt x="11" y="280"/>
                    <a:pt x="3" y="330"/>
                  </a:cubicBezTo>
                  <a:cubicBezTo>
                    <a:pt x="1" y="350"/>
                    <a:pt x="14" y="376"/>
                    <a:pt x="35" y="376"/>
                  </a:cubicBezTo>
                  <a:cubicBezTo>
                    <a:pt x="39" y="376"/>
                    <a:pt x="42" y="375"/>
                    <a:pt x="46" y="373"/>
                  </a:cubicBezTo>
                  <a:cubicBezTo>
                    <a:pt x="175" y="321"/>
                    <a:pt x="175" y="107"/>
                    <a:pt x="105" y="10"/>
                  </a:cubicBezTo>
                  <a:cubicBezTo>
                    <a:pt x="99" y="3"/>
                    <a:pt x="91" y="0"/>
                    <a:pt x="83" y="0"/>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3728;p72">
              <a:extLst>
                <a:ext uri="{FF2B5EF4-FFF2-40B4-BE49-F238E27FC236}">
                  <a16:creationId xmlns:a16="http://schemas.microsoft.com/office/drawing/2014/main" id="{88B54017-4D49-12EC-DC49-7FA1015C9BB4}"/>
                </a:ext>
              </a:extLst>
            </p:cNvPr>
            <p:cNvSpPr/>
            <p:nvPr/>
          </p:nvSpPr>
          <p:spPr>
            <a:xfrm>
              <a:off x="4717439" y="2157081"/>
              <a:ext cx="9993" cy="17014"/>
            </a:xfrm>
            <a:custGeom>
              <a:avLst/>
              <a:gdLst/>
              <a:ahLst/>
              <a:cxnLst/>
              <a:rect l="l" t="t" r="r" b="b"/>
              <a:pathLst>
                <a:path w="195" h="332" extrusionOk="0">
                  <a:moveTo>
                    <a:pt x="22" y="0"/>
                  </a:moveTo>
                  <a:cubicBezTo>
                    <a:pt x="11" y="0"/>
                    <a:pt x="1" y="13"/>
                    <a:pt x="7" y="25"/>
                  </a:cubicBezTo>
                  <a:cubicBezTo>
                    <a:pt x="59" y="119"/>
                    <a:pt x="74" y="201"/>
                    <a:pt x="88" y="306"/>
                  </a:cubicBezTo>
                  <a:cubicBezTo>
                    <a:pt x="90" y="320"/>
                    <a:pt x="103" y="332"/>
                    <a:pt x="116" y="332"/>
                  </a:cubicBezTo>
                  <a:cubicBezTo>
                    <a:pt x="124" y="332"/>
                    <a:pt x="131" y="328"/>
                    <a:pt x="136" y="319"/>
                  </a:cubicBezTo>
                  <a:cubicBezTo>
                    <a:pt x="194" y="208"/>
                    <a:pt x="139" y="60"/>
                    <a:pt x="30" y="2"/>
                  </a:cubicBezTo>
                  <a:cubicBezTo>
                    <a:pt x="27" y="1"/>
                    <a:pt x="25" y="0"/>
                    <a:pt x="22" y="0"/>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3729;p72">
              <a:extLst>
                <a:ext uri="{FF2B5EF4-FFF2-40B4-BE49-F238E27FC236}">
                  <a16:creationId xmlns:a16="http://schemas.microsoft.com/office/drawing/2014/main" id="{65EA4668-0BE3-DAB9-01C2-28B95EBF4A36}"/>
                </a:ext>
              </a:extLst>
            </p:cNvPr>
            <p:cNvSpPr/>
            <p:nvPr/>
          </p:nvSpPr>
          <p:spPr>
            <a:xfrm>
              <a:off x="4236123" y="2137350"/>
              <a:ext cx="473988" cy="335569"/>
            </a:xfrm>
            <a:custGeom>
              <a:avLst/>
              <a:gdLst/>
              <a:ahLst/>
              <a:cxnLst/>
              <a:rect l="l" t="t" r="r" b="b"/>
              <a:pathLst>
                <a:path w="9249" h="6548" extrusionOk="0">
                  <a:moveTo>
                    <a:pt x="8440" y="1"/>
                  </a:moveTo>
                  <a:cubicBezTo>
                    <a:pt x="8276" y="1"/>
                    <a:pt x="8095" y="52"/>
                    <a:pt x="7907" y="160"/>
                  </a:cubicBezTo>
                  <a:cubicBezTo>
                    <a:pt x="7188" y="577"/>
                    <a:pt x="6604" y="1692"/>
                    <a:pt x="6604" y="2653"/>
                  </a:cubicBezTo>
                  <a:cubicBezTo>
                    <a:pt x="6604" y="2659"/>
                    <a:pt x="6601" y="2675"/>
                    <a:pt x="6598" y="2691"/>
                  </a:cubicBezTo>
                  <a:lnTo>
                    <a:pt x="2646" y="4931"/>
                  </a:lnTo>
                  <a:cubicBezTo>
                    <a:pt x="2646" y="4222"/>
                    <a:pt x="2306" y="3807"/>
                    <a:pt x="1838" y="3807"/>
                  </a:cubicBezTo>
                  <a:cubicBezTo>
                    <a:pt x="1673" y="3807"/>
                    <a:pt x="1492" y="3859"/>
                    <a:pt x="1304" y="3967"/>
                  </a:cubicBezTo>
                  <a:cubicBezTo>
                    <a:pt x="583" y="4382"/>
                    <a:pt x="1" y="5499"/>
                    <a:pt x="1" y="6458"/>
                  </a:cubicBezTo>
                  <a:cubicBezTo>
                    <a:pt x="1" y="6489"/>
                    <a:pt x="2" y="6518"/>
                    <a:pt x="4" y="6547"/>
                  </a:cubicBezTo>
                  <a:cubicBezTo>
                    <a:pt x="64" y="6512"/>
                    <a:pt x="123" y="6475"/>
                    <a:pt x="182" y="6441"/>
                  </a:cubicBezTo>
                  <a:cubicBezTo>
                    <a:pt x="182" y="6425"/>
                    <a:pt x="180" y="6408"/>
                    <a:pt x="180" y="6391"/>
                  </a:cubicBezTo>
                  <a:cubicBezTo>
                    <a:pt x="180" y="5515"/>
                    <a:pt x="712" y="4497"/>
                    <a:pt x="1368" y="4119"/>
                  </a:cubicBezTo>
                  <a:cubicBezTo>
                    <a:pt x="1537" y="4022"/>
                    <a:pt x="1696" y="3976"/>
                    <a:pt x="1841" y="3976"/>
                  </a:cubicBezTo>
                  <a:cubicBezTo>
                    <a:pt x="2263" y="3976"/>
                    <a:pt x="2558" y="4366"/>
                    <a:pt x="2558" y="5017"/>
                  </a:cubicBezTo>
                  <a:cubicBezTo>
                    <a:pt x="2558" y="5034"/>
                    <a:pt x="2557" y="5052"/>
                    <a:pt x="2557" y="5069"/>
                  </a:cubicBezTo>
                  <a:lnTo>
                    <a:pt x="2558" y="5181"/>
                  </a:lnTo>
                  <a:cubicBezTo>
                    <a:pt x="2558" y="5181"/>
                    <a:pt x="6722" y="2809"/>
                    <a:pt x="6780" y="2776"/>
                  </a:cubicBezTo>
                  <a:cubicBezTo>
                    <a:pt x="6780" y="2759"/>
                    <a:pt x="6783" y="2602"/>
                    <a:pt x="6783" y="2586"/>
                  </a:cubicBezTo>
                  <a:cubicBezTo>
                    <a:pt x="6783" y="1709"/>
                    <a:pt x="7315" y="692"/>
                    <a:pt x="7972" y="312"/>
                  </a:cubicBezTo>
                  <a:cubicBezTo>
                    <a:pt x="8139" y="215"/>
                    <a:pt x="8299" y="170"/>
                    <a:pt x="8444" y="170"/>
                  </a:cubicBezTo>
                  <a:cubicBezTo>
                    <a:pt x="8866" y="170"/>
                    <a:pt x="9161" y="560"/>
                    <a:pt x="9161" y="1212"/>
                  </a:cubicBezTo>
                  <a:cubicBezTo>
                    <a:pt x="9161" y="1229"/>
                    <a:pt x="9160" y="1247"/>
                    <a:pt x="9160" y="1264"/>
                  </a:cubicBezTo>
                  <a:lnTo>
                    <a:pt x="9249" y="1263"/>
                  </a:lnTo>
                  <a:cubicBezTo>
                    <a:pt x="9249" y="1232"/>
                    <a:pt x="9249" y="1155"/>
                    <a:pt x="9249" y="1126"/>
                  </a:cubicBezTo>
                  <a:cubicBezTo>
                    <a:pt x="9249" y="416"/>
                    <a:pt x="8909" y="1"/>
                    <a:pt x="8440" y="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3730;p72">
              <a:extLst>
                <a:ext uri="{FF2B5EF4-FFF2-40B4-BE49-F238E27FC236}">
                  <a16:creationId xmlns:a16="http://schemas.microsoft.com/office/drawing/2014/main" id="{7657F227-E90A-D3C5-1AEC-8DEF80569B61}"/>
                </a:ext>
              </a:extLst>
            </p:cNvPr>
            <p:cNvSpPr/>
            <p:nvPr/>
          </p:nvSpPr>
          <p:spPr>
            <a:xfrm>
              <a:off x="4511219" y="2213555"/>
              <a:ext cx="27059" cy="12402"/>
            </a:xfrm>
            <a:custGeom>
              <a:avLst/>
              <a:gdLst/>
              <a:ahLst/>
              <a:cxnLst/>
              <a:rect l="l" t="t" r="r" b="b"/>
              <a:pathLst>
                <a:path w="528" h="242" extrusionOk="0">
                  <a:moveTo>
                    <a:pt x="108" y="1"/>
                  </a:moveTo>
                  <a:cubicBezTo>
                    <a:pt x="6" y="30"/>
                    <a:pt x="0" y="179"/>
                    <a:pt x="79" y="226"/>
                  </a:cubicBezTo>
                  <a:cubicBezTo>
                    <a:pt x="97" y="237"/>
                    <a:pt x="132" y="241"/>
                    <a:pt x="175" y="241"/>
                  </a:cubicBezTo>
                  <a:cubicBezTo>
                    <a:pt x="312" y="241"/>
                    <a:pt x="528" y="199"/>
                    <a:pt x="528" y="199"/>
                  </a:cubicBezTo>
                  <a:lnTo>
                    <a:pt x="528"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3731;p72">
              <a:extLst>
                <a:ext uri="{FF2B5EF4-FFF2-40B4-BE49-F238E27FC236}">
                  <a16:creationId xmlns:a16="http://schemas.microsoft.com/office/drawing/2014/main" id="{8D2D9965-B8F8-3A9C-7590-E7604043A435}"/>
                </a:ext>
              </a:extLst>
            </p:cNvPr>
            <p:cNvSpPr/>
            <p:nvPr/>
          </p:nvSpPr>
          <p:spPr>
            <a:xfrm>
              <a:off x="4524543" y="2199924"/>
              <a:ext cx="56116" cy="45969"/>
            </a:xfrm>
            <a:custGeom>
              <a:avLst/>
              <a:gdLst/>
              <a:ahLst/>
              <a:cxnLst/>
              <a:rect l="l" t="t" r="r" b="b"/>
              <a:pathLst>
                <a:path w="1095" h="897" extrusionOk="0">
                  <a:moveTo>
                    <a:pt x="1" y="0"/>
                  </a:moveTo>
                  <a:lnTo>
                    <a:pt x="1" y="610"/>
                  </a:lnTo>
                  <a:cubicBezTo>
                    <a:pt x="1" y="610"/>
                    <a:pt x="472" y="831"/>
                    <a:pt x="872" y="897"/>
                  </a:cubicBezTo>
                  <a:cubicBezTo>
                    <a:pt x="1094" y="761"/>
                    <a:pt x="656" y="310"/>
                    <a:pt x="436" y="189"/>
                  </a:cubicBezTo>
                  <a:cubicBezTo>
                    <a:pt x="217" y="68"/>
                    <a:pt x="1" y="0"/>
                    <a:pt x="1" y="0"/>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3732;p72">
              <a:extLst>
                <a:ext uri="{FF2B5EF4-FFF2-40B4-BE49-F238E27FC236}">
                  <a16:creationId xmlns:a16="http://schemas.microsoft.com/office/drawing/2014/main" id="{934BCF78-F1DA-9C43-B6CA-496F12B3B3B2}"/>
                </a:ext>
              </a:extLst>
            </p:cNvPr>
            <p:cNvSpPr/>
            <p:nvPr/>
          </p:nvSpPr>
          <p:spPr>
            <a:xfrm>
              <a:off x="4527874" y="2191570"/>
              <a:ext cx="57961" cy="54527"/>
            </a:xfrm>
            <a:custGeom>
              <a:avLst/>
              <a:gdLst/>
              <a:ahLst/>
              <a:cxnLst/>
              <a:rect l="l" t="t" r="r" b="b"/>
              <a:pathLst>
                <a:path w="1131" h="1064" extrusionOk="0">
                  <a:moveTo>
                    <a:pt x="125" y="0"/>
                  </a:moveTo>
                  <a:cubicBezTo>
                    <a:pt x="96" y="0"/>
                    <a:pt x="65" y="11"/>
                    <a:pt x="33" y="39"/>
                  </a:cubicBezTo>
                  <a:cubicBezTo>
                    <a:pt x="20" y="50"/>
                    <a:pt x="10" y="62"/>
                    <a:pt x="0" y="73"/>
                  </a:cubicBezTo>
                  <a:cubicBezTo>
                    <a:pt x="138" y="126"/>
                    <a:pt x="499" y="339"/>
                    <a:pt x="701" y="534"/>
                  </a:cubicBezTo>
                  <a:cubicBezTo>
                    <a:pt x="885" y="709"/>
                    <a:pt x="971" y="911"/>
                    <a:pt x="929" y="1063"/>
                  </a:cubicBezTo>
                  <a:cubicBezTo>
                    <a:pt x="1112" y="1040"/>
                    <a:pt x="1130" y="884"/>
                    <a:pt x="1015" y="655"/>
                  </a:cubicBezTo>
                  <a:cubicBezTo>
                    <a:pt x="874" y="378"/>
                    <a:pt x="540" y="188"/>
                    <a:pt x="309" y="77"/>
                  </a:cubicBezTo>
                  <a:cubicBezTo>
                    <a:pt x="243" y="45"/>
                    <a:pt x="186" y="0"/>
                    <a:pt x="125" y="0"/>
                  </a:cubicBezTo>
                  <a:close/>
                </a:path>
              </a:pathLst>
            </a:custGeom>
            <a:solidFill>
              <a:srgbClr val="55D6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3733;p72">
              <a:extLst>
                <a:ext uri="{FF2B5EF4-FFF2-40B4-BE49-F238E27FC236}">
                  <a16:creationId xmlns:a16="http://schemas.microsoft.com/office/drawing/2014/main" id="{9CA7BC03-B288-57C9-102D-0ADBDA095DC8}"/>
                </a:ext>
              </a:extLst>
            </p:cNvPr>
            <p:cNvSpPr/>
            <p:nvPr/>
          </p:nvSpPr>
          <p:spPr>
            <a:xfrm>
              <a:off x="4524543" y="2195260"/>
              <a:ext cx="53092" cy="50940"/>
            </a:xfrm>
            <a:custGeom>
              <a:avLst/>
              <a:gdLst/>
              <a:ahLst/>
              <a:cxnLst/>
              <a:rect l="l" t="t" r="r" b="b"/>
              <a:pathLst>
                <a:path w="1036" h="994" extrusionOk="0">
                  <a:moveTo>
                    <a:pt x="65" y="1"/>
                  </a:moveTo>
                  <a:cubicBezTo>
                    <a:pt x="41" y="27"/>
                    <a:pt x="19" y="57"/>
                    <a:pt x="1" y="91"/>
                  </a:cubicBezTo>
                  <a:cubicBezTo>
                    <a:pt x="165" y="171"/>
                    <a:pt x="462" y="353"/>
                    <a:pt x="640" y="523"/>
                  </a:cubicBezTo>
                  <a:cubicBezTo>
                    <a:pt x="798" y="677"/>
                    <a:pt x="879" y="847"/>
                    <a:pt x="872" y="988"/>
                  </a:cubicBezTo>
                  <a:cubicBezTo>
                    <a:pt x="901" y="992"/>
                    <a:pt x="927" y="994"/>
                    <a:pt x="951" y="994"/>
                  </a:cubicBezTo>
                  <a:cubicBezTo>
                    <a:pt x="967" y="994"/>
                    <a:pt x="981" y="993"/>
                    <a:pt x="994" y="991"/>
                  </a:cubicBezTo>
                  <a:cubicBezTo>
                    <a:pt x="1036" y="839"/>
                    <a:pt x="950" y="637"/>
                    <a:pt x="766" y="462"/>
                  </a:cubicBezTo>
                  <a:cubicBezTo>
                    <a:pt x="564" y="267"/>
                    <a:pt x="203" y="54"/>
                    <a:pt x="65" y="1"/>
                  </a:cubicBezTo>
                  <a:close/>
                </a:path>
              </a:pathLst>
            </a:custGeom>
            <a:solidFill>
              <a:srgbClr val="55D6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3734;p72">
              <a:extLst>
                <a:ext uri="{FF2B5EF4-FFF2-40B4-BE49-F238E27FC236}">
                  <a16:creationId xmlns:a16="http://schemas.microsoft.com/office/drawing/2014/main" id="{187DA23D-76C6-D280-16B7-83291F40291C}"/>
                </a:ext>
              </a:extLst>
            </p:cNvPr>
            <p:cNvSpPr/>
            <p:nvPr/>
          </p:nvSpPr>
          <p:spPr>
            <a:xfrm>
              <a:off x="4867440" y="3435806"/>
              <a:ext cx="99215" cy="715518"/>
            </a:xfrm>
            <a:custGeom>
              <a:avLst/>
              <a:gdLst/>
              <a:ahLst/>
              <a:cxnLst/>
              <a:rect l="l" t="t" r="r" b="b"/>
              <a:pathLst>
                <a:path w="1936" h="13962" extrusionOk="0">
                  <a:moveTo>
                    <a:pt x="1935" y="0"/>
                  </a:moveTo>
                  <a:lnTo>
                    <a:pt x="1" y="1118"/>
                  </a:lnTo>
                  <a:lnTo>
                    <a:pt x="1" y="13961"/>
                  </a:lnTo>
                  <a:lnTo>
                    <a:pt x="1935" y="12843"/>
                  </a:lnTo>
                  <a:lnTo>
                    <a:pt x="1935" y="0"/>
                  </a:ln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3735;p72">
              <a:extLst>
                <a:ext uri="{FF2B5EF4-FFF2-40B4-BE49-F238E27FC236}">
                  <a16:creationId xmlns:a16="http://schemas.microsoft.com/office/drawing/2014/main" id="{35392EAB-CA1B-F443-93B8-CEF0E321A0CC}"/>
                </a:ext>
              </a:extLst>
            </p:cNvPr>
            <p:cNvSpPr/>
            <p:nvPr/>
          </p:nvSpPr>
          <p:spPr>
            <a:xfrm>
              <a:off x="4768225" y="3435806"/>
              <a:ext cx="99266" cy="715518"/>
            </a:xfrm>
            <a:custGeom>
              <a:avLst/>
              <a:gdLst/>
              <a:ahLst/>
              <a:cxnLst/>
              <a:rect l="l" t="t" r="r" b="b"/>
              <a:pathLst>
                <a:path w="1937" h="13962" extrusionOk="0">
                  <a:moveTo>
                    <a:pt x="0" y="0"/>
                  </a:moveTo>
                  <a:lnTo>
                    <a:pt x="0" y="12843"/>
                  </a:lnTo>
                  <a:lnTo>
                    <a:pt x="1937" y="13961"/>
                  </a:lnTo>
                  <a:lnTo>
                    <a:pt x="1937" y="1118"/>
                  </a:lnTo>
                  <a:lnTo>
                    <a:pt x="0" y="0"/>
                  </a:ln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3736;p72">
              <a:extLst>
                <a:ext uri="{FF2B5EF4-FFF2-40B4-BE49-F238E27FC236}">
                  <a16:creationId xmlns:a16="http://schemas.microsoft.com/office/drawing/2014/main" id="{BA98AB73-915C-13A4-A7CC-D187C242CE33}"/>
                </a:ext>
              </a:extLst>
            </p:cNvPr>
            <p:cNvSpPr/>
            <p:nvPr/>
          </p:nvSpPr>
          <p:spPr>
            <a:xfrm>
              <a:off x="4867440" y="3821033"/>
              <a:ext cx="99215" cy="330290"/>
            </a:xfrm>
            <a:custGeom>
              <a:avLst/>
              <a:gdLst/>
              <a:ahLst/>
              <a:cxnLst/>
              <a:rect l="l" t="t" r="r" b="b"/>
              <a:pathLst>
                <a:path w="1936" h="6445" extrusionOk="0">
                  <a:moveTo>
                    <a:pt x="1935" y="0"/>
                  </a:moveTo>
                  <a:lnTo>
                    <a:pt x="1" y="1118"/>
                  </a:lnTo>
                  <a:lnTo>
                    <a:pt x="1" y="6444"/>
                  </a:lnTo>
                  <a:lnTo>
                    <a:pt x="1935" y="5326"/>
                  </a:lnTo>
                  <a:lnTo>
                    <a:pt x="1935" y="0"/>
                  </a:ln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3737;p72">
              <a:extLst>
                <a:ext uri="{FF2B5EF4-FFF2-40B4-BE49-F238E27FC236}">
                  <a16:creationId xmlns:a16="http://schemas.microsoft.com/office/drawing/2014/main" id="{DCF8BAD5-0164-CD33-E3CC-8C1EFDFC2D49}"/>
                </a:ext>
              </a:extLst>
            </p:cNvPr>
            <p:cNvSpPr/>
            <p:nvPr/>
          </p:nvSpPr>
          <p:spPr>
            <a:xfrm>
              <a:off x="4768225" y="3821033"/>
              <a:ext cx="99266" cy="330290"/>
            </a:xfrm>
            <a:custGeom>
              <a:avLst/>
              <a:gdLst/>
              <a:ahLst/>
              <a:cxnLst/>
              <a:rect l="l" t="t" r="r" b="b"/>
              <a:pathLst>
                <a:path w="1937" h="6445" extrusionOk="0">
                  <a:moveTo>
                    <a:pt x="0" y="0"/>
                  </a:moveTo>
                  <a:lnTo>
                    <a:pt x="0" y="5326"/>
                  </a:lnTo>
                  <a:lnTo>
                    <a:pt x="1937" y="6444"/>
                  </a:lnTo>
                  <a:lnTo>
                    <a:pt x="1937" y="1118"/>
                  </a:lnTo>
                  <a:lnTo>
                    <a:pt x="0" y="0"/>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3738;p72">
              <a:extLst>
                <a:ext uri="{FF2B5EF4-FFF2-40B4-BE49-F238E27FC236}">
                  <a16:creationId xmlns:a16="http://schemas.microsoft.com/office/drawing/2014/main" id="{F1CD253B-F6DB-A809-BEC9-5133F51B1E26}"/>
                </a:ext>
              </a:extLst>
            </p:cNvPr>
            <p:cNvSpPr/>
            <p:nvPr/>
          </p:nvSpPr>
          <p:spPr>
            <a:xfrm>
              <a:off x="4768225" y="3377743"/>
              <a:ext cx="198430" cy="115358"/>
            </a:xfrm>
            <a:custGeom>
              <a:avLst/>
              <a:gdLst/>
              <a:ahLst/>
              <a:cxnLst/>
              <a:rect l="l" t="t" r="r" b="b"/>
              <a:pathLst>
                <a:path w="3872" h="2251" extrusionOk="0">
                  <a:moveTo>
                    <a:pt x="1937" y="0"/>
                  </a:moveTo>
                  <a:lnTo>
                    <a:pt x="0" y="1133"/>
                  </a:lnTo>
                  <a:lnTo>
                    <a:pt x="1937" y="2251"/>
                  </a:lnTo>
                  <a:lnTo>
                    <a:pt x="3871" y="1133"/>
                  </a:lnTo>
                  <a:lnTo>
                    <a:pt x="1937"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3739;p72">
              <a:extLst>
                <a:ext uri="{FF2B5EF4-FFF2-40B4-BE49-F238E27FC236}">
                  <a16:creationId xmlns:a16="http://schemas.microsoft.com/office/drawing/2014/main" id="{C7BF118C-7670-7017-EF88-15EC3CBBD415}"/>
                </a:ext>
              </a:extLst>
            </p:cNvPr>
            <p:cNvSpPr/>
            <p:nvPr/>
          </p:nvSpPr>
          <p:spPr>
            <a:xfrm>
              <a:off x="4767917" y="3930959"/>
              <a:ext cx="99420" cy="96807"/>
            </a:xfrm>
            <a:custGeom>
              <a:avLst/>
              <a:gdLst/>
              <a:ahLst/>
              <a:cxnLst/>
              <a:rect l="l" t="t" r="r" b="b"/>
              <a:pathLst>
                <a:path w="1940" h="1889" extrusionOk="0">
                  <a:moveTo>
                    <a:pt x="1940" y="0"/>
                  </a:moveTo>
                  <a:lnTo>
                    <a:pt x="0" y="787"/>
                  </a:lnTo>
                  <a:lnTo>
                    <a:pt x="6" y="1889"/>
                  </a:lnTo>
                  <a:lnTo>
                    <a:pt x="1940" y="1107"/>
                  </a:lnTo>
                  <a:lnTo>
                    <a:pt x="1940"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3740;p72">
              <a:extLst>
                <a:ext uri="{FF2B5EF4-FFF2-40B4-BE49-F238E27FC236}">
                  <a16:creationId xmlns:a16="http://schemas.microsoft.com/office/drawing/2014/main" id="{7DB7034A-B31B-644F-F199-3186C3F16E82}"/>
                </a:ext>
              </a:extLst>
            </p:cNvPr>
            <p:cNvSpPr/>
            <p:nvPr/>
          </p:nvSpPr>
          <p:spPr>
            <a:xfrm>
              <a:off x="4768225" y="4052877"/>
              <a:ext cx="99113" cy="73899"/>
            </a:xfrm>
            <a:custGeom>
              <a:avLst/>
              <a:gdLst/>
              <a:ahLst/>
              <a:cxnLst/>
              <a:rect l="l" t="t" r="r" b="b"/>
              <a:pathLst>
                <a:path w="1934" h="1442" extrusionOk="0">
                  <a:moveTo>
                    <a:pt x="1934" y="1"/>
                  </a:moveTo>
                  <a:lnTo>
                    <a:pt x="0" y="784"/>
                  </a:lnTo>
                  <a:lnTo>
                    <a:pt x="0" y="802"/>
                  </a:lnTo>
                  <a:lnTo>
                    <a:pt x="1107" y="1442"/>
                  </a:lnTo>
                  <a:lnTo>
                    <a:pt x="1934" y="1107"/>
                  </a:lnTo>
                  <a:lnTo>
                    <a:pt x="1934"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3741;p72">
              <a:extLst>
                <a:ext uri="{FF2B5EF4-FFF2-40B4-BE49-F238E27FC236}">
                  <a16:creationId xmlns:a16="http://schemas.microsoft.com/office/drawing/2014/main" id="{74542986-9D1D-A35E-43ED-094FA1C73E0E}"/>
                </a:ext>
              </a:extLst>
            </p:cNvPr>
            <p:cNvSpPr/>
            <p:nvPr/>
          </p:nvSpPr>
          <p:spPr>
            <a:xfrm>
              <a:off x="4767917" y="3837996"/>
              <a:ext cx="87479" cy="68620"/>
            </a:xfrm>
            <a:custGeom>
              <a:avLst/>
              <a:gdLst/>
              <a:ahLst/>
              <a:cxnLst/>
              <a:rect l="l" t="t" r="r" b="b"/>
              <a:pathLst>
                <a:path w="1707" h="1339" extrusionOk="0">
                  <a:moveTo>
                    <a:pt x="581" y="0"/>
                  </a:moveTo>
                  <a:lnTo>
                    <a:pt x="0" y="235"/>
                  </a:lnTo>
                  <a:lnTo>
                    <a:pt x="6" y="1339"/>
                  </a:lnTo>
                  <a:lnTo>
                    <a:pt x="1707" y="650"/>
                  </a:lnTo>
                  <a:lnTo>
                    <a:pt x="581"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3742;p72">
              <a:extLst>
                <a:ext uri="{FF2B5EF4-FFF2-40B4-BE49-F238E27FC236}">
                  <a16:creationId xmlns:a16="http://schemas.microsoft.com/office/drawing/2014/main" id="{C59878EC-7FEF-C336-E0DA-A26C6D5DBB5B}"/>
                </a:ext>
              </a:extLst>
            </p:cNvPr>
            <p:cNvSpPr/>
            <p:nvPr/>
          </p:nvSpPr>
          <p:spPr>
            <a:xfrm>
              <a:off x="4867286" y="3823596"/>
              <a:ext cx="94808" cy="164146"/>
            </a:xfrm>
            <a:custGeom>
              <a:avLst/>
              <a:gdLst/>
              <a:ahLst/>
              <a:cxnLst/>
              <a:rect l="l" t="t" r="r" b="b"/>
              <a:pathLst>
                <a:path w="1850" h="3203" extrusionOk="0">
                  <a:moveTo>
                    <a:pt x="1850" y="1"/>
                  </a:moveTo>
                  <a:lnTo>
                    <a:pt x="891" y="553"/>
                  </a:lnTo>
                  <a:lnTo>
                    <a:pt x="1" y="2095"/>
                  </a:lnTo>
                  <a:lnTo>
                    <a:pt x="1" y="3202"/>
                  </a:lnTo>
                  <a:lnTo>
                    <a:pt x="1850"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3743;p72">
              <a:extLst>
                <a:ext uri="{FF2B5EF4-FFF2-40B4-BE49-F238E27FC236}">
                  <a16:creationId xmlns:a16="http://schemas.microsoft.com/office/drawing/2014/main" id="{8BB96044-295D-807B-AC95-62C3B3DE33B4}"/>
                </a:ext>
              </a:extLst>
            </p:cNvPr>
            <p:cNvSpPr/>
            <p:nvPr/>
          </p:nvSpPr>
          <p:spPr>
            <a:xfrm>
              <a:off x="4867286" y="3881146"/>
              <a:ext cx="99266" cy="228513"/>
            </a:xfrm>
            <a:custGeom>
              <a:avLst/>
              <a:gdLst/>
              <a:ahLst/>
              <a:cxnLst/>
              <a:rect l="l" t="t" r="r" b="b"/>
              <a:pathLst>
                <a:path w="1937" h="4459" extrusionOk="0">
                  <a:moveTo>
                    <a:pt x="1937" y="0"/>
                  </a:moveTo>
                  <a:lnTo>
                    <a:pt x="1" y="3353"/>
                  </a:lnTo>
                  <a:lnTo>
                    <a:pt x="1" y="4458"/>
                  </a:lnTo>
                  <a:lnTo>
                    <a:pt x="1937" y="1106"/>
                  </a:lnTo>
                  <a:lnTo>
                    <a:pt x="1937"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3744;p72">
              <a:extLst>
                <a:ext uri="{FF2B5EF4-FFF2-40B4-BE49-F238E27FC236}">
                  <a16:creationId xmlns:a16="http://schemas.microsoft.com/office/drawing/2014/main" id="{C2FF6701-87AD-D030-1954-DB30541F2302}"/>
                </a:ext>
              </a:extLst>
            </p:cNvPr>
            <p:cNvSpPr/>
            <p:nvPr/>
          </p:nvSpPr>
          <p:spPr>
            <a:xfrm>
              <a:off x="4888400" y="4003987"/>
              <a:ext cx="78409" cy="135140"/>
            </a:xfrm>
            <a:custGeom>
              <a:avLst/>
              <a:gdLst/>
              <a:ahLst/>
              <a:cxnLst/>
              <a:rect l="l" t="t" r="r" b="b"/>
              <a:pathLst>
                <a:path w="1530" h="2637" extrusionOk="0">
                  <a:moveTo>
                    <a:pt x="1522" y="1"/>
                  </a:moveTo>
                  <a:lnTo>
                    <a:pt x="1" y="2636"/>
                  </a:lnTo>
                  <a:lnTo>
                    <a:pt x="958" y="2083"/>
                  </a:lnTo>
                  <a:lnTo>
                    <a:pt x="1530" y="1094"/>
                  </a:lnTo>
                  <a:lnTo>
                    <a:pt x="1522"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3745;p72">
              <a:extLst>
                <a:ext uri="{FF2B5EF4-FFF2-40B4-BE49-F238E27FC236}">
                  <a16:creationId xmlns:a16="http://schemas.microsoft.com/office/drawing/2014/main" id="{62719118-D00B-C405-01E6-CB7C3FEDD369}"/>
                </a:ext>
              </a:extLst>
            </p:cNvPr>
            <p:cNvSpPr/>
            <p:nvPr/>
          </p:nvSpPr>
          <p:spPr>
            <a:xfrm>
              <a:off x="2976204" y="887631"/>
              <a:ext cx="3695560" cy="2131332"/>
            </a:xfrm>
            <a:custGeom>
              <a:avLst/>
              <a:gdLst/>
              <a:ahLst/>
              <a:cxnLst/>
              <a:rect l="l" t="t" r="r" b="b"/>
              <a:pathLst>
                <a:path w="72112" h="41589" extrusionOk="0">
                  <a:moveTo>
                    <a:pt x="523" y="1"/>
                  </a:moveTo>
                  <a:lnTo>
                    <a:pt x="0" y="303"/>
                  </a:lnTo>
                  <a:lnTo>
                    <a:pt x="71589" y="41589"/>
                  </a:lnTo>
                  <a:lnTo>
                    <a:pt x="72112" y="41286"/>
                  </a:lnTo>
                  <a:lnTo>
                    <a:pt x="523" y="1"/>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3746;p72">
              <a:extLst>
                <a:ext uri="{FF2B5EF4-FFF2-40B4-BE49-F238E27FC236}">
                  <a16:creationId xmlns:a16="http://schemas.microsoft.com/office/drawing/2014/main" id="{83148ADA-1F15-0004-1DEE-5CDA0F32243F}"/>
                </a:ext>
              </a:extLst>
            </p:cNvPr>
            <p:cNvSpPr/>
            <p:nvPr/>
          </p:nvSpPr>
          <p:spPr>
            <a:xfrm>
              <a:off x="2976204" y="903108"/>
              <a:ext cx="3668757" cy="2262218"/>
            </a:xfrm>
            <a:custGeom>
              <a:avLst/>
              <a:gdLst/>
              <a:ahLst/>
              <a:cxnLst/>
              <a:rect l="l" t="t" r="r" b="b"/>
              <a:pathLst>
                <a:path w="71589" h="44143" extrusionOk="0">
                  <a:moveTo>
                    <a:pt x="0" y="1"/>
                  </a:moveTo>
                  <a:lnTo>
                    <a:pt x="0" y="2857"/>
                  </a:lnTo>
                  <a:lnTo>
                    <a:pt x="71589" y="44143"/>
                  </a:lnTo>
                  <a:lnTo>
                    <a:pt x="71589" y="41287"/>
                  </a:lnTo>
                  <a:lnTo>
                    <a:pt x="0" y="1"/>
                  </a:ln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3747;p72">
              <a:extLst>
                <a:ext uri="{FF2B5EF4-FFF2-40B4-BE49-F238E27FC236}">
                  <a16:creationId xmlns:a16="http://schemas.microsoft.com/office/drawing/2014/main" id="{922BE63B-C605-1C1A-F5EF-D450D421C5B8}"/>
                </a:ext>
              </a:extLst>
            </p:cNvPr>
            <p:cNvSpPr/>
            <p:nvPr/>
          </p:nvSpPr>
          <p:spPr>
            <a:xfrm>
              <a:off x="6644907" y="3003432"/>
              <a:ext cx="26854" cy="161891"/>
            </a:xfrm>
            <a:custGeom>
              <a:avLst/>
              <a:gdLst/>
              <a:ahLst/>
              <a:cxnLst/>
              <a:rect l="l" t="t" r="r" b="b"/>
              <a:pathLst>
                <a:path w="524" h="3159" extrusionOk="0">
                  <a:moveTo>
                    <a:pt x="524" y="0"/>
                  </a:moveTo>
                  <a:lnTo>
                    <a:pt x="1" y="303"/>
                  </a:lnTo>
                  <a:lnTo>
                    <a:pt x="1" y="3159"/>
                  </a:lnTo>
                  <a:lnTo>
                    <a:pt x="524" y="2857"/>
                  </a:lnTo>
                  <a:lnTo>
                    <a:pt x="524" y="0"/>
                  </a:lnTo>
                  <a:close/>
                </a:path>
              </a:pathLst>
            </a:custGeom>
            <a:solidFill>
              <a:srgbClr val="717B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3748;p72">
              <a:extLst>
                <a:ext uri="{FF2B5EF4-FFF2-40B4-BE49-F238E27FC236}">
                  <a16:creationId xmlns:a16="http://schemas.microsoft.com/office/drawing/2014/main" id="{255F64B8-2CBD-5C82-7A3A-E80509865D9F}"/>
                </a:ext>
              </a:extLst>
            </p:cNvPr>
            <p:cNvSpPr/>
            <p:nvPr/>
          </p:nvSpPr>
          <p:spPr>
            <a:xfrm>
              <a:off x="6494598" y="2501156"/>
              <a:ext cx="99215" cy="715466"/>
            </a:xfrm>
            <a:custGeom>
              <a:avLst/>
              <a:gdLst/>
              <a:ahLst/>
              <a:cxnLst/>
              <a:rect l="l" t="t" r="r" b="b"/>
              <a:pathLst>
                <a:path w="1936" h="13961" extrusionOk="0">
                  <a:moveTo>
                    <a:pt x="1936" y="0"/>
                  </a:moveTo>
                  <a:lnTo>
                    <a:pt x="1" y="1118"/>
                  </a:lnTo>
                  <a:lnTo>
                    <a:pt x="1" y="13961"/>
                  </a:lnTo>
                  <a:lnTo>
                    <a:pt x="1936" y="12845"/>
                  </a:lnTo>
                  <a:lnTo>
                    <a:pt x="1936" y="0"/>
                  </a:ln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3749;p72">
              <a:extLst>
                <a:ext uri="{FF2B5EF4-FFF2-40B4-BE49-F238E27FC236}">
                  <a16:creationId xmlns:a16="http://schemas.microsoft.com/office/drawing/2014/main" id="{0CF887B9-86CE-7676-A4F2-0E47AD4AD1BC}"/>
                </a:ext>
              </a:extLst>
            </p:cNvPr>
            <p:cNvSpPr/>
            <p:nvPr/>
          </p:nvSpPr>
          <p:spPr>
            <a:xfrm>
              <a:off x="6395383" y="2501156"/>
              <a:ext cx="99266" cy="715466"/>
            </a:xfrm>
            <a:custGeom>
              <a:avLst/>
              <a:gdLst/>
              <a:ahLst/>
              <a:cxnLst/>
              <a:rect l="l" t="t" r="r" b="b"/>
              <a:pathLst>
                <a:path w="1937" h="13961" extrusionOk="0">
                  <a:moveTo>
                    <a:pt x="1" y="0"/>
                  </a:moveTo>
                  <a:lnTo>
                    <a:pt x="1" y="12845"/>
                  </a:lnTo>
                  <a:lnTo>
                    <a:pt x="1937" y="13961"/>
                  </a:lnTo>
                  <a:lnTo>
                    <a:pt x="1937" y="1118"/>
                  </a:lnTo>
                  <a:lnTo>
                    <a:pt x="1" y="0"/>
                  </a:ln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3750;p72">
              <a:extLst>
                <a:ext uri="{FF2B5EF4-FFF2-40B4-BE49-F238E27FC236}">
                  <a16:creationId xmlns:a16="http://schemas.microsoft.com/office/drawing/2014/main" id="{ABB19327-F63E-0BBD-EF9B-6AA2323B963B}"/>
                </a:ext>
              </a:extLst>
            </p:cNvPr>
            <p:cNvSpPr/>
            <p:nvPr/>
          </p:nvSpPr>
          <p:spPr>
            <a:xfrm>
              <a:off x="6494598" y="2886383"/>
              <a:ext cx="99215" cy="330239"/>
            </a:xfrm>
            <a:custGeom>
              <a:avLst/>
              <a:gdLst/>
              <a:ahLst/>
              <a:cxnLst/>
              <a:rect l="l" t="t" r="r" b="b"/>
              <a:pathLst>
                <a:path w="1936" h="6444" extrusionOk="0">
                  <a:moveTo>
                    <a:pt x="1936" y="0"/>
                  </a:moveTo>
                  <a:lnTo>
                    <a:pt x="1" y="1118"/>
                  </a:lnTo>
                  <a:lnTo>
                    <a:pt x="1" y="6444"/>
                  </a:lnTo>
                  <a:lnTo>
                    <a:pt x="1936" y="5328"/>
                  </a:lnTo>
                  <a:lnTo>
                    <a:pt x="1936" y="0"/>
                  </a:ln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3751;p72">
              <a:extLst>
                <a:ext uri="{FF2B5EF4-FFF2-40B4-BE49-F238E27FC236}">
                  <a16:creationId xmlns:a16="http://schemas.microsoft.com/office/drawing/2014/main" id="{1D1039B7-7646-1706-67DA-8411147D98F2}"/>
                </a:ext>
              </a:extLst>
            </p:cNvPr>
            <p:cNvSpPr/>
            <p:nvPr/>
          </p:nvSpPr>
          <p:spPr>
            <a:xfrm>
              <a:off x="6395383" y="2886383"/>
              <a:ext cx="99266" cy="330239"/>
            </a:xfrm>
            <a:custGeom>
              <a:avLst/>
              <a:gdLst/>
              <a:ahLst/>
              <a:cxnLst/>
              <a:rect l="l" t="t" r="r" b="b"/>
              <a:pathLst>
                <a:path w="1937" h="6444" extrusionOk="0">
                  <a:moveTo>
                    <a:pt x="1" y="0"/>
                  </a:moveTo>
                  <a:lnTo>
                    <a:pt x="1" y="5328"/>
                  </a:lnTo>
                  <a:lnTo>
                    <a:pt x="1937" y="6444"/>
                  </a:lnTo>
                  <a:lnTo>
                    <a:pt x="1937" y="1118"/>
                  </a:lnTo>
                  <a:lnTo>
                    <a:pt x="1" y="0"/>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3752;p72">
              <a:extLst>
                <a:ext uri="{FF2B5EF4-FFF2-40B4-BE49-F238E27FC236}">
                  <a16:creationId xmlns:a16="http://schemas.microsoft.com/office/drawing/2014/main" id="{642DDED1-21BA-61A6-09CF-0E03F993FE77}"/>
                </a:ext>
              </a:extLst>
            </p:cNvPr>
            <p:cNvSpPr/>
            <p:nvPr/>
          </p:nvSpPr>
          <p:spPr>
            <a:xfrm>
              <a:off x="6395383" y="2443144"/>
              <a:ext cx="198430" cy="115307"/>
            </a:xfrm>
            <a:custGeom>
              <a:avLst/>
              <a:gdLst/>
              <a:ahLst/>
              <a:cxnLst/>
              <a:rect l="l" t="t" r="r" b="b"/>
              <a:pathLst>
                <a:path w="3872" h="2250" extrusionOk="0">
                  <a:moveTo>
                    <a:pt x="1937" y="1"/>
                  </a:moveTo>
                  <a:lnTo>
                    <a:pt x="1" y="1132"/>
                  </a:lnTo>
                  <a:lnTo>
                    <a:pt x="1937" y="2250"/>
                  </a:lnTo>
                  <a:lnTo>
                    <a:pt x="3872" y="1132"/>
                  </a:lnTo>
                  <a:lnTo>
                    <a:pt x="1937"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3753;p72">
              <a:extLst>
                <a:ext uri="{FF2B5EF4-FFF2-40B4-BE49-F238E27FC236}">
                  <a16:creationId xmlns:a16="http://schemas.microsoft.com/office/drawing/2014/main" id="{F4955534-4F71-5FD4-1D0B-0005EF647A50}"/>
                </a:ext>
              </a:extLst>
            </p:cNvPr>
            <p:cNvSpPr/>
            <p:nvPr/>
          </p:nvSpPr>
          <p:spPr>
            <a:xfrm>
              <a:off x="6395075" y="2996360"/>
              <a:ext cx="99420" cy="96755"/>
            </a:xfrm>
            <a:custGeom>
              <a:avLst/>
              <a:gdLst/>
              <a:ahLst/>
              <a:cxnLst/>
              <a:rect l="l" t="t" r="r" b="b"/>
              <a:pathLst>
                <a:path w="1940" h="1888" extrusionOk="0">
                  <a:moveTo>
                    <a:pt x="1940" y="0"/>
                  </a:moveTo>
                  <a:lnTo>
                    <a:pt x="0" y="785"/>
                  </a:lnTo>
                  <a:lnTo>
                    <a:pt x="7" y="1888"/>
                  </a:lnTo>
                  <a:lnTo>
                    <a:pt x="1940" y="1106"/>
                  </a:lnTo>
                  <a:lnTo>
                    <a:pt x="1940"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3754;p72">
              <a:extLst>
                <a:ext uri="{FF2B5EF4-FFF2-40B4-BE49-F238E27FC236}">
                  <a16:creationId xmlns:a16="http://schemas.microsoft.com/office/drawing/2014/main" id="{5B9A0925-1949-5CBB-D13A-3739EC6398C6}"/>
                </a:ext>
              </a:extLst>
            </p:cNvPr>
            <p:cNvSpPr/>
            <p:nvPr/>
          </p:nvSpPr>
          <p:spPr>
            <a:xfrm>
              <a:off x="6395383" y="3118277"/>
              <a:ext cx="99113" cy="73848"/>
            </a:xfrm>
            <a:custGeom>
              <a:avLst/>
              <a:gdLst/>
              <a:ahLst/>
              <a:cxnLst/>
              <a:rect l="l" t="t" r="r" b="b"/>
              <a:pathLst>
                <a:path w="1934" h="1441" extrusionOk="0">
                  <a:moveTo>
                    <a:pt x="1934" y="1"/>
                  </a:moveTo>
                  <a:lnTo>
                    <a:pt x="1" y="783"/>
                  </a:lnTo>
                  <a:lnTo>
                    <a:pt x="1" y="803"/>
                  </a:lnTo>
                  <a:lnTo>
                    <a:pt x="1108" y="1441"/>
                  </a:lnTo>
                  <a:lnTo>
                    <a:pt x="1934" y="1106"/>
                  </a:lnTo>
                  <a:lnTo>
                    <a:pt x="1934"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3755;p72">
              <a:extLst>
                <a:ext uri="{FF2B5EF4-FFF2-40B4-BE49-F238E27FC236}">
                  <a16:creationId xmlns:a16="http://schemas.microsoft.com/office/drawing/2014/main" id="{BEB894F3-9237-62B4-57F5-1D6F2212764E}"/>
                </a:ext>
              </a:extLst>
            </p:cNvPr>
            <p:cNvSpPr/>
            <p:nvPr/>
          </p:nvSpPr>
          <p:spPr>
            <a:xfrm>
              <a:off x="6395075" y="2903397"/>
              <a:ext cx="87479" cy="68569"/>
            </a:xfrm>
            <a:custGeom>
              <a:avLst/>
              <a:gdLst/>
              <a:ahLst/>
              <a:cxnLst/>
              <a:rect l="l" t="t" r="r" b="b"/>
              <a:pathLst>
                <a:path w="1707" h="1338" extrusionOk="0">
                  <a:moveTo>
                    <a:pt x="582" y="1"/>
                  </a:moveTo>
                  <a:lnTo>
                    <a:pt x="0" y="235"/>
                  </a:lnTo>
                  <a:lnTo>
                    <a:pt x="7" y="1338"/>
                  </a:lnTo>
                  <a:lnTo>
                    <a:pt x="1707" y="649"/>
                  </a:lnTo>
                  <a:lnTo>
                    <a:pt x="582"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3756;p72">
              <a:extLst>
                <a:ext uri="{FF2B5EF4-FFF2-40B4-BE49-F238E27FC236}">
                  <a16:creationId xmlns:a16="http://schemas.microsoft.com/office/drawing/2014/main" id="{EC49C24C-F28A-4CF8-8242-8A9DA854D744}"/>
                </a:ext>
              </a:extLst>
            </p:cNvPr>
            <p:cNvSpPr/>
            <p:nvPr/>
          </p:nvSpPr>
          <p:spPr>
            <a:xfrm>
              <a:off x="6494444" y="2888945"/>
              <a:ext cx="94808" cy="164094"/>
            </a:xfrm>
            <a:custGeom>
              <a:avLst/>
              <a:gdLst/>
              <a:ahLst/>
              <a:cxnLst/>
              <a:rect l="l" t="t" r="r" b="b"/>
              <a:pathLst>
                <a:path w="1850" h="3202" extrusionOk="0">
                  <a:moveTo>
                    <a:pt x="1850" y="1"/>
                  </a:moveTo>
                  <a:lnTo>
                    <a:pt x="892" y="554"/>
                  </a:lnTo>
                  <a:lnTo>
                    <a:pt x="1" y="2096"/>
                  </a:lnTo>
                  <a:lnTo>
                    <a:pt x="1" y="3202"/>
                  </a:lnTo>
                  <a:lnTo>
                    <a:pt x="1850"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3757;p72">
              <a:extLst>
                <a:ext uri="{FF2B5EF4-FFF2-40B4-BE49-F238E27FC236}">
                  <a16:creationId xmlns:a16="http://schemas.microsoft.com/office/drawing/2014/main" id="{5A175ED7-A87B-9AC7-111F-A20AF787A039}"/>
                </a:ext>
              </a:extLst>
            </p:cNvPr>
            <p:cNvSpPr/>
            <p:nvPr/>
          </p:nvSpPr>
          <p:spPr>
            <a:xfrm>
              <a:off x="6494444" y="2946445"/>
              <a:ext cx="99318" cy="228615"/>
            </a:xfrm>
            <a:custGeom>
              <a:avLst/>
              <a:gdLst/>
              <a:ahLst/>
              <a:cxnLst/>
              <a:rect l="l" t="t" r="r" b="b"/>
              <a:pathLst>
                <a:path w="1938" h="4461" extrusionOk="0">
                  <a:moveTo>
                    <a:pt x="1937" y="1"/>
                  </a:moveTo>
                  <a:lnTo>
                    <a:pt x="1" y="3354"/>
                  </a:lnTo>
                  <a:lnTo>
                    <a:pt x="1" y="4461"/>
                  </a:lnTo>
                  <a:lnTo>
                    <a:pt x="1937" y="1108"/>
                  </a:lnTo>
                  <a:lnTo>
                    <a:pt x="1937"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3758;p72">
              <a:extLst>
                <a:ext uri="{FF2B5EF4-FFF2-40B4-BE49-F238E27FC236}">
                  <a16:creationId xmlns:a16="http://schemas.microsoft.com/office/drawing/2014/main" id="{39A63491-1A00-717C-1102-126ED643ED64}"/>
                </a:ext>
              </a:extLst>
            </p:cNvPr>
            <p:cNvSpPr/>
            <p:nvPr/>
          </p:nvSpPr>
          <p:spPr>
            <a:xfrm>
              <a:off x="6515609" y="3069439"/>
              <a:ext cx="78357" cy="135037"/>
            </a:xfrm>
            <a:custGeom>
              <a:avLst/>
              <a:gdLst/>
              <a:ahLst/>
              <a:cxnLst/>
              <a:rect l="l" t="t" r="r" b="b"/>
              <a:pathLst>
                <a:path w="1529" h="2635" extrusionOk="0">
                  <a:moveTo>
                    <a:pt x="1521" y="0"/>
                  </a:moveTo>
                  <a:lnTo>
                    <a:pt x="0" y="2634"/>
                  </a:lnTo>
                  <a:lnTo>
                    <a:pt x="957" y="2082"/>
                  </a:lnTo>
                  <a:lnTo>
                    <a:pt x="1529" y="1092"/>
                  </a:lnTo>
                  <a:lnTo>
                    <a:pt x="1521"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3759;p72">
              <a:extLst>
                <a:ext uri="{FF2B5EF4-FFF2-40B4-BE49-F238E27FC236}">
                  <a16:creationId xmlns:a16="http://schemas.microsoft.com/office/drawing/2014/main" id="{AB98FF76-9068-AE45-56C3-9219D12551D3}"/>
                </a:ext>
              </a:extLst>
            </p:cNvPr>
            <p:cNvSpPr/>
            <p:nvPr/>
          </p:nvSpPr>
          <p:spPr>
            <a:xfrm>
              <a:off x="2277547" y="887631"/>
              <a:ext cx="752672" cy="432888"/>
            </a:xfrm>
            <a:custGeom>
              <a:avLst/>
              <a:gdLst/>
              <a:ahLst/>
              <a:cxnLst/>
              <a:rect l="l" t="t" r="r" b="b"/>
              <a:pathLst>
                <a:path w="14687" h="8447" extrusionOk="0">
                  <a:moveTo>
                    <a:pt x="14162" y="1"/>
                  </a:moveTo>
                  <a:lnTo>
                    <a:pt x="1" y="8155"/>
                  </a:lnTo>
                  <a:lnTo>
                    <a:pt x="542" y="8447"/>
                  </a:lnTo>
                  <a:lnTo>
                    <a:pt x="14687" y="303"/>
                  </a:lnTo>
                  <a:lnTo>
                    <a:pt x="14162" y="1"/>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3760;p72">
              <a:extLst>
                <a:ext uri="{FF2B5EF4-FFF2-40B4-BE49-F238E27FC236}">
                  <a16:creationId xmlns:a16="http://schemas.microsoft.com/office/drawing/2014/main" id="{D58DF9B5-DDBC-EEC1-01E4-3E0DC2E8CB8F}"/>
                </a:ext>
              </a:extLst>
            </p:cNvPr>
            <p:cNvSpPr/>
            <p:nvPr/>
          </p:nvSpPr>
          <p:spPr>
            <a:xfrm>
              <a:off x="1198635" y="1511619"/>
              <a:ext cx="748367" cy="430786"/>
            </a:xfrm>
            <a:custGeom>
              <a:avLst/>
              <a:gdLst/>
              <a:ahLst/>
              <a:cxnLst/>
              <a:rect l="l" t="t" r="r" b="b"/>
              <a:pathLst>
                <a:path w="14603" h="8406" extrusionOk="0">
                  <a:moveTo>
                    <a:pt x="14092" y="1"/>
                  </a:moveTo>
                  <a:lnTo>
                    <a:pt x="1" y="8103"/>
                  </a:lnTo>
                  <a:lnTo>
                    <a:pt x="523" y="8406"/>
                  </a:lnTo>
                  <a:lnTo>
                    <a:pt x="14602" y="312"/>
                  </a:lnTo>
                  <a:lnTo>
                    <a:pt x="14092" y="1"/>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3761;p72">
              <a:extLst>
                <a:ext uri="{FF2B5EF4-FFF2-40B4-BE49-F238E27FC236}">
                  <a16:creationId xmlns:a16="http://schemas.microsoft.com/office/drawing/2014/main" id="{8D487D60-91FD-8011-5FCA-DAEE17612B05}"/>
                </a:ext>
              </a:extLst>
            </p:cNvPr>
            <p:cNvSpPr/>
            <p:nvPr/>
          </p:nvSpPr>
          <p:spPr>
            <a:xfrm>
              <a:off x="2305272" y="918687"/>
              <a:ext cx="696607" cy="548297"/>
            </a:xfrm>
            <a:custGeom>
              <a:avLst/>
              <a:gdLst/>
              <a:ahLst/>
              <a:cxnLst/>
              <a:rect l="l" t="t" r="r" b="b"/>
              <a:pathLst>
                <a:path w="13593" h="10699" extrusionOk="0">
                  <a:moveTo>
                    <a:pt x="13592" y="0"/>
                  </a:moveTo>
                  <a:lnTo>
                    <a:pt x="1" y="7841"/>
                  </a:lnTo>
                  <a:lnTo>
                    <a:pt x="1" y="10699"/>
                  </a:lnTo>
                  <a:lnTo>
                    <a:pt x="13592" y="2857"/>
                  </a:lnTo>
                  <a:lnTo>
                    <a:pt x="13592" y="0"/>
                  </a:lnTo>
                  <a:close/>
                </a:path>
              </a:pathLst>
            </a:custGeom>
            <a:solidFill>
              <a:srgbClr val="717B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3762;p72">
              <a:extLst>
                <a:ext uri="{FF2B5EF4-FFF2-40B4-BE49-F238E27FC236}">
                  <a16:creationId xmlns:a16="http://schemas.microsoft.com/office/drawing/2014/main" id="{6D96F035-2B31-426E-4CF0-A77443650628}"/>
                </a:ext>
              </a:extLst>
            </p:cNvPr>
            <p:cNvSpPr/>
            <p:nvPr/>
          </p:nvSpPr>
          <p:spPr>
            <a:xfrm>
              <a:off x="1225437" y="1527609"/>
              <a:ext cx="721565" cy="561160"/>
            </a:xfrm>
            <a:custGeom>
              <a:avLst/>
              <a:gdLst/>
              <a:ahLst/>
              <a:cxnLst/>
              <a:rect l="l" t="t" r="r" b="b"/>
              <a:pathLst>
                <a:path w="14080" h="10950" extrusionOk="0">
                  <a:moveTo>
                    <a:pt x="14079" y="0"/>
                  </a:moveTo>
                  <a:lnTo>
                    <a:pt x="0" y="8094"/>
                  </a:lnTo>
                  <a:lnTo>
                    <a:pt x="0" y="10950"/>
                  </a:lnTo>
                  <a:lnTo>
                    <a:pt x="14079" y="2856"/>
                  </a:lnTo>
                  <a:lnTo>
                    <a:pt x="14079" y="0"/>
                  </a:lnTo>
                  <a:close/>
                </a:path>
              </a:pathLst>
            </a:custGeom>
            <a:solidFill>
              <a:srgbClr val="717B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3763;p72">
              <a:extLst>
                <a:ext uri="{FF2B5EF4-FFF2-40B4-BE49-F238E27FC236}">
                  <a16:creationId xmlns:a16="http://schemas.microsoft.com/office/drawing/2014/main" id="{C490C9E7-31E9-3BA6-5197-EACA1B56C413}"/>
                </a:ext>
              </a:extLst>
            </p:cNvPr>
            <p:cNvSpPr/>
            <p:nvPr/>
          </p:nvSpPr>
          <p:spPr>
            <a:xfrm>
              <a:off x="2277547" y="1305554"/>
              <a:ext cx="27776" cy="161430"/>
            </a:xfrm>
            <a:custGeom>
              <a:avLst/>
              <a:gdLst/>
              <a:ahLst/>
              <a:cxnLst/>
              <a:rect l="l" t="t" r="r" b="b"/>
              <a:pathLst>
                <a:path w="542" h="3150" extrusionOk="0">
                  <a:moveTo>
                    <a:pt x="1" y="0"/>
                  </a:moveTo>
                  <a:lnTo>
                    <a:pt x="1" y="2851"/>
                  </a:lnTo>
                  <a:lnTo>
                    <a:pt x="542" y="3150"/>
                  </a:lnTo>
                  <a:lnTo>
                    <a:pt x="542" y="292"/>
                  </a:lnTo>
                  <a:lnTo>
                    <a:pt x="1" y="0"/>
                  </a:lnTo>
                  <a:close/>
                </a:path>
              </a:pathLst>
            </a:custGeom>
            <a:solidFill>
              <a:srgbClr val="717B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3764;p72">
              <a:extLst>
                <a:ext uri="{FF2B5EF4-FFF2-40B4-BE49-F238E27FC236}">
                  <a16:creationId xmlns:a16="http://schemas.microsoft.com/office/drawing/2014/main" id="{357722C3-CD90-52E9-20F8-A21C048AA28E}"/>
                </a:ext>
              </a:extLst>
            </p:cNvPr>
            <p:cNvSpPr/>
            <p:nvPr/>
          </p:nvSpPr>
          <p:spPr>
            <a:xfrm>
              <a:off x="3011872" y="486210"/>
              <a:ext cx="99215" cy="715518"/>
            </a:xfrm>
            <a:custGeom>
              <a:avLst/>
              <a:gdLst/>
              <a:ahLst/>
              <a:cxnLst/>
              <a:rect l="l" t="t" r="r" b="b"/>
              <a:pathLst>
                <a:path w="1936" h="13962" extrusionOk="0">
                  <a:moveTo>
                    <a:pt x="1935" y="1"/>
                  </a:moveTo>
                  <a:lnTo>
                    <a:pt x="0" y="1119"/>
                  </a:lnTo>
                  <a:lnTo>
                    <a:pt x="0" y="13962"/>
                  </a:lnTo>
                  <a:lnTo>
                    <a:pt x="1935" y="12844"/>
                  </a:lnTo>
                  <a:lnTo>
                    <a:pt x="1935"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3765;p72">
              <a:extLst>
                <a:ext uri="{FF2B5EF4-FFF2-40B4-BE49-F238E27FC236}">
                  <a16:creationId xmlns:a16="http://schemas.microsoft.com/office/drawing/2014/main" id="{95059214-D1FC-8D0E-3CF9-7E76C36359FF}"/>
                </a:ext>
              </a:extLst>
            </p:cNvPr>
            <p:cNvSpPr/>
            <p:nvPr/>
          </p:nvSpPr>
          <p:spPr>
            <a:xfrm>
              <a:off x="2912657" y="486210"/>
              <a:ext cx="99266" cy="715518"/>
            </a:xfrm>
            <a:custGeom>
              <a:avLst/>
              <a:gdLst/>
              <a:ahLst/>
              <a:cxnLst/>
              <a:rect l="l" t="t" r="r" b="b"/>
              <a:pathLst>
                <a:path w="1937" h="13962" extrusionOk="0">
                  <a:moveTo>
                    <a:pt x="0" y="1"/>
                  </a:moveTo>
                  <a:lnTo>
                    <a:pt x="0" y="12844"/>
                  </a:lnTo>
                  <a:lnTo>
                    <a:pt x="1936" y="13962"/>
                  </a:lnTo>
                  <a:lnTo>
                    <a:pt x="1936" y="1119"/>
                  </a:lnTo>
                  <a:lnTo>
                    <a:pt x="0"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3766;p72">
              <a:extLst>
                <a:ext uri="{FF2B5EF4-FFF2-40B4-BE49-F238E27FC236}">
                  <a16:creationId xmlns:a16="http://schemas.microsoft.com/office/drawing/2014/main" id="{4F281536-A4E3-5615-B9EB-85E17BB01571}"/>
                </a:ext>
              </a:extLst>
            </p:cNvPr>
            <p:cNvSpPr/>
            <p:nvPr/>
          </p:nvSpPr>
          <p:spPr>
            <a:xfrm>
              <a:off x="3011872" y="871437"/>
              <a:ext cx="99215" cy="330290"/>
            </a:xfrm>
            <a:custGeom>
              <a:avLst/>
              <a:gdLst/>
              <a:ahLst/>
              <a:cxnLst/>
              <a:rect l="l" t="t" r="r" b="b"/>
              <a:pathLst>
                <a:path w="1936" h="6445" extrusionOk="0">
                  <a:moveTo>
                    <a:pt x="1935" y="1"/>
                  </a:moveTo>
                  <a:lnTo>
                    <a:pt x="0" y="1119"/>
                  </a:lnTo>
                  <a:lnTo>
                    <a:pt x="0" y="6445"/>
                  </a:lnTo>
                  <a:lnTo>
                    <a:pt x="1935" y="5327"/>
                  </a:lnTo>
                  <a:lnTo>
                    <a:pt x="1935" y="1"/>
                  </a:ln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3767;p72">
              <a:extLst>
                <a:ext uri="{FF2B5EF4-FFF2-40B4-BE49-F238E27FC236}">
                  <a16:creationId xmlns:a16="http://schemas.microsoft.com/office/drawing/2014/main" id="{40843808-6D4E-2F1F-8878-AE0647F6D7D1}"/>
                </a:ext>
              </a:extLst>
            </p:cNvPr>
            <p:cNvSpPr/>
            <p:nvPr/>
          </p:nvSpPr>
          <p:spPr>
            <a:xfrm>
              <a:off x="2912657" y="871437"/>
              <a:ext cx="99266" cy="330290"/>
            </a:xfrm>
            <a:custGeom>
              <a:avLst/>
              <a:gdLst/>
              <a:ahLst/>
              <a:cxnLst/>
              <a:rect l="l" t="t" r="r" b="b"/>
              <a:pathLst>
                <a:path w="1937" h="6445" extrusionOk="0">
                  <a:moveTo>
                    <a:pt x="0" y="1"/>
                  </a:moveTo>
                  <a:lnTo>
                    <a:pt x="0" y="5327"/>
                  </a:lnTo>
                  <a:lnTo>
                    <a:pt x="1936" y="6445"/>
                  </a:lnTo>
                  <a:lnTo>
                    <a:pt x="1936" y="1119"/>
                  </a:lnTo>
                  <a:lnTo>
                    <a:pt x="0" y="1"/>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3768;p72">
              <a:extLst>
                <a:ext uri="{FF2B5EF4-FFF2-40B4-BE49-F238E27FC236}">
                  <a16:creationId xmlns:a16="http://schemas.microsoft.com/office/drawing/2014/main" id="{EA555AFD-71AA-3BBE-0DEC-EDA530E54DFF}"/>
                </a:ext>
              </a:extLst>
            </p:cNvPr>
            <p:cNvSpPr/>
            <p:nvPr/>
          </p:nvSpPr>
          <p:spPr>
            <a:xfrm>
              <a:off x="2912657" y="428146"/>
              <a:ext cx="198430" cy="115409"/>
            </a:xfrm>
            <a:custGeom>
              <a:avLst/>
              <a:gdLst/>
              <a:ahLst/>
              <a:cxnLst/>
              <a:rect l="l" t="t" r="r" b="b"/>
              <a:pathLst>
                <a:path w="3872" h="2252" extrusionOk="0">
                  <a:moveTo>
                    <a:pt x="1936" y="1"/>
                  </a:moveTo>
                  <a:lnTo>
                    <a:pt x="0" y="1134"/>
                  </a:lnTo>
                  <a:lnTo>
                    <a:pt x="1936" y="2252"/>
                  </a:lnTo>
                  <a:lnTo>
                    <a:pt x="3871" y="1134"/>
                  </a:lnTo>
                  <a:lnTo>
                    <a:pt x="1936"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3769;p72">
              <a:extLst>
                <a:ext uri="{FF2B5EF4-FFF2-40B4-BE49-F238E27FC236}">
                  <a16:creationId xmlns:a16="http://schemas.microsoft.com/office/drawing/2014/main" id="{69CEC2CD-DF10-CAB9-EC49-FAA673F18CC8}"/>
                </a:ext>
              </a:extLst>
            </p:cNvPr>
            <p:cNvSpPr/>
            <p:nvPr/>
          </p:nvSpPr>
          <p:spPr>
            <a:xfrm>
              <a:off x="2912298" y="981362"/>
              <a:ext cx="99471" cy="96858"/>
            </a:xfrm>
            <a:custGeom>
              <a:avLst/>
              <a:gdLst/>
              <a:ahLst/>
              <a:cxnLst/>
              <a:rect l="l" t="t" r="r" b="b"/>
              <a:pathLst>
                <a:path w="1941" h="1890" extrusionOk="0">
                  <a:moveTo>
                    <a:pt x="1940" y="1"/>
                  </a:moveTo>
                  <a:lnTo>
                    <a:pt x="1" y="787"/>
                  </a:lnTo>
                  <a:lnTo>
                    <a:pt x="7" y="1890"/>
                  </a:lnTo>
                  <a:lnTo>
                    <a:pt x="1940" y="1108"/>
                  </a:lnTo>
                  <a:lnTo>
                    <a:pt x="1940"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3770;p72">
              <a:extLst>
                <a:ext uri="{FF2B5EF4-FFF2-40B4-BE49-F238E27FC236}">
                  <a16:creationId xmlns:a16="http://schemas.microsoft.com/office/drawing/2014/main" id="{145A4161-F44C-43FF-71E6-988CB062D85E}"/>
                </a:ext>
              </a:extLst>
            </p:cNvPr>
            <p:cNvSpPr/>
            <p:nvPr/>
          </p:nvSpPr>
          <p:spPr>
            <a:xfrm>
              <a:off x="2912657" y="1103331"/>
              <a:ext cx="99113" cy="73899"/>
            </a:xfrm>
            <a:custGeom>
              <a:avLst/>
              <a:gdLst/>
              <a:ahLst/>
              <a:cxnLst/>
              <a:rect l="l" t="t" r="r" b="b"/>
              <a:pathLst>
                <a:path w="1934" h="1442" extrusionOk="0">
                  <a:moveTo>
                    <a:pt x="1933" y="0"/>
                  </a:moveTo>
                  <a:lnTo>
                    <a:pt x="0" y="784"/>
                  </a:lnTo>
                  <a:lnTo>
                    <a:pt x="0" y="802"/>
                  </a:lnTo>
                  <a:lnTo>
                    <a:pt x="1107" y="1441"/>
                  </a:lnTo>
                  <a:lnTo>
                    <a:pt x="1933" y="1107"/>
                  </a:lnTo>
                  <a:lnTo>
                    <a:pt x="1933"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3771;p72">
              <a:extLst>
                <a:ext uri="{FF2B5EF4-FFF2-40B4-BE49-F238E27FC236}">
                  <a16:creationId xmlns:a16="http://schemas.microsoft.com/office/drawing/2014/main" id="{790EEFB9-70EF-3ABC-7FB3-B43F6AFAF1F5}"/>
                </a:ext>
              </a:extLst>
            </p:cNvPr>
            <p:cNvSpPr/>
            <p:nvPr/>
          </p:nvSpPr>
          <p:spPr>
            <a:xfrm>
              <a:off x="2912298" y="888451"/>
              <a:ext cx="87531" cy="68620"/>
            </a:xfrm>
            <a:custGeom>
              <a:avLst/>
              <a:gdLst/>
              <a:ahLst/>
              <a:cxnLst/>
              <a:rect l="l" t="t" r="r" b="b"/>
              <a:pathLst>
                <a:path w="1708" h="1339" extrusionOk="0">
                  <a:moveTo>
                    <a:pt x="582" y="0"/>
                  </a:moveTo>
                  <a:lnTo>
                    <a:pt x="1" y="235"/>
                  </a:lnTo>
                  <a:lnTo>
                    <a:pt x="7" y="1338"/>
                  </a:lnTo>
                  <a:lnTo>
                    <a:pt x="1707" y="650"/>
                  </a:lnTo>
                  <a:lnTo>
                    <a:pt x="582"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3772;p72">
              <a:extLst>
                <a:ext uri="{FF2B5EF4-FFF2-40B4-BE49-F238E27FC236}">
                  <a16:creationId xmlns:a16="http://schemas.microsoft.com/office/drawing/2014/main" id="{918529AC-D382-1B07-0655-D9DA09266FFD}"/>
                </a:ext>
              </a:extLst>
            </p:cNvPr>
            <p:cNvSpPr/>
            <p:nvPr/>
          </p:nvSpPr>
          <p:spPr>
            <a:xfrm>
              <a:off x="3011718" y="874050"/>
              <a:ext cx="94808" cy="164094"/>
            </a:xfrm>
            <a:custGeom>
              <a:avLst/>
              <a:gdLst/>
              <a:ahLst/>
              <a:cxnLst/>
              <a:rect l="l" t="t" r="r" b="b"/>
              <a:pathLst>
                <a:path w="1850" h="3202" extrusionOk="0">
                  <a:moveTo>
                    <a:pt x="1849" y="0"/>
                  </a:moveTo>
                  <a:lnTo>
                    <a:pt x="891" y="552"/>
                  </a:lnTo>
                  <a:lnTo>
                    <a:pt x="0" y="2095"/>
                  </a:lnTo>
                  <a:lnTo>
                    <a:pt x="0" y="3202"/>
                  </a:lnTo>
                  <a:lnTo>
                    <a:pt x="1849"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3773;p72">
              <a:extLst>
                <a:ext uri="{FF2B5EF4-FFF2-40B4-BE49-F238E27FC236}">
                  <a16:creationId xmlns:a16="http://schemas.microsoft.com/office/drawing/2014/main" id="{CCCC5B4B-1B10-8C36-B4F5-248DA4236C40}"/>
                </a:ext>
              </a:extLst>
            </p:cNvPr>
            <p:cNvSpPr/>
            <p:nvPr/>
          </p:nvSpPr>
          <p:spPr>
            <a:xfrm>
              <a:off x="3011718" y="931550"/>
              <a:ext cx="99266" cy="228564"/>
            </a:xfrm>
            <a:custGeom>
              <a:avLst/>
              <a:gdLst/>
              <a:ahLst/>
              <a:cxnLst/>
              <a:rect l="l" t="t" r="r" b="b"/>
              <a:pathLst>
                <a:path w="1937" h="4460" extrusionOk="0">
                  <a:moveTo>
                    <a:pt x="1937" y="1"/>
                  </a:moveTo>
                  <a:lnTo>
                    <a:pt x="0" y="3354"/>
                  </a:lnTo>
                  <a:lnTo>
                    <a:pt x="0" y="4459"/>
                  </a:lnTo>
                  <a:lnTo>
                    <a:pt x="1937" y="1106"/>
                  </a:lnTo>
                  <a:lnTo>
                    <a:pt x="1937"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3774;p72">
              <a:extLst>
                <a:ext uri="{FF2B5EF4-FFF2-40B4-BE49-F238E27FC236}">
                  <a16:creationId xmlns:a16="http://schemas.microsoft.com/office/drawing/2014/main" id="{0CC9BAB4-412F-A20E-3DCE-B6670D2D67E7}"/>
                </a:ext>
              </a:extLst>
            </p:cNvPr>
            <p:cNvSpPr/>
            <p:nvPr/>
          </p:nvSpPr>
          <p:spPr>
            <a:xfrm>
              <a:off x="3032832" y="1054441"/>
              <a:ext cx="78409" cy="135140"/>
            </a:xfrm>
            <a:custGeom>
              <a:avLst/>
              <a:gdLst/>
              <a:ahLst/>
              <a:cxnLst/>
              <a:rect l="l" t="t" r="r" b="b"/>
              <a:pathLst>
                <a:path w="1530" h="2637" extrusionOk="0">
                  <a:moveTo>
                    <a:pt x="1522" y="1"/>
                  </a:moveTo>
                  <a:lnTo>
                    <a:pt x="1" y="2636"/>
                  </a:lnTo>
                  <a:lnTo>
                    <a:pt x="957" y="2083"/>
                  </a:lnTo>
                  <a:lnTo>
                    <a:pt x="1529" y="1094"/>
                  </a:lnTo>
                  <a:lnTo>
                    <a:pt x="1522"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3775;p72">
              <a:extLst>
                <a:ext uri="{FF2B5EF4-FFF2-40B4-BE49-F238E27FC236}">
                  <a16:creationId xmlns:a16="http://schemas.microsoft.com/office/drawing/2014/main" id="{2580F072-C1BB-3731-224C-4F7215AB21B5}"/>
                </a:ext>
              </a:extLst>
            </p:cNvPr>
            <p:cNvSpPr/>
            <p:nvPr/>
          </p:nvSpPr>
          <p:spPr>
            <a:xfrm>
              <a:off x="4840279" y="2987494"/>
              <a:ext cx="1831483" cy="1055084"/>
            </a:xfrm>
            <a:custGeom>
              <a:avLst/>
              <a:gdLst/>
              <a:ahLst/>
              <a:cxnLst/>
              <a:rect l="l" t="t" r="r" b="b"/>
              <a:pathLst>
                <a:path w="35738" h="20588" extrusionOk="0">
                  <a:moveTo>
                    <a:pt x="35227" y="0"/>
                  </a:moveTo>
                  <a:lnTo>
                    <a:pt x="0" y="20285"/>
                  </a:lnTo>
                  <a:lnTo>
                    <a:pt x="523" y="20587"/>
                  </a:lnTo>
                  <a:lnTo>
                    <a:pt x="35738" y="311"/>
                  </a:lnTo>
                  <a:lnTo>
                    <a:pt x="35227" y="0"/>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3776;p72">
              <a:extLst>
                <a:ext uri="{FF2B5EF4-FFF2-40B4-BE49-F238E27FC236}">
                  <a16:creationId xmlns:a16="http://schemas.microsoft.com/office/drawing/2014/main" id="{D94CE27C-6B31-C689-6EC5-37B50D2B249A}"/>
                </a:ext>
              </a:extLst>
            </p:cNvPr>
            <p:cNvSpPr/>
            <p:nvPr/>
          </p:nvSpPr>
          <p:spPr>
            <a:xfrm>
              <a:off x="4867030" y="3003432"/>
              <a:ext cx="1808422" cy="1185508"/>
            </a:xfrm>
            <a:custGeom>
              <a:avLst/>
              <a:gdLst/>
              <a:ahLst/>
              <a:cxnLst/>
              <a:rect l="l" t="t" r="r" b="b"/>
              <a:pathLst>
                <a:path w="35288" h="23133" extrusionOk="0">
                  <a:moveTo>
                    <a:pt x="35216" y="0"/>
                  </a:moveTo>
                  <a:lnTo>
                    <a:pt x="1" y="20276"/>
                  </a:lnTo>
                  <a:lnTo>
                    <a:pt x="1" y="23132"/>
                  </a:lnTo>
                  <a:lnTo>
                    <a:pt x="35288" y="2844"/>
                  </a:lnTo>
                  <a:lnTo>
                    <a:pt x="35216" y="0"/>
                  </a:ln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3777;p72">
              <a:extLst>
                <a:ext uri="{FF2B5EF4-FFF2-40B4-BE49-F238E27FC236}">
                  <a16:creationId xmlns:a16="http://schemas.microsoft.com/office/drawing/2014/main" id="{A97091FA-6462-2E44-F305-F789F0EF081C}"/>
                </a:ext>
              </a:extLst>
            </p:cNvPr>
            <p:cNvSpPr/>
            <p:nvPr/>
          </p:nvSpPr>
          <p:spPr>
            <a:xfrm>
              <a:off x="1384714" y="1420809"/>
              <a:ext cx="99266" cy="715569"/>
            </a:xfrm>
            <a:custGeom>
              <a:avLst/>
              <a:gdLst/>
              <a:ahLst/>
              <a:cxnLst/>
              <a:rect l="l" t="t" r="r" b="b"/>
              <a:pathLst>
                <a:path w="1937" h="13963" extrusionOk="0">
                  <a:moveTo>
                    <a:pt x="1936" y="1"/>
                  </a:moveTo>
                  <a:lnTo>
                    <a:pt x="0" y="1118"/>
                  </a:lnTo>
                  <a:lnTo>
                    <a:pt x="0" y="13963"/>
                  </a:lnTo>
                  <a:lnTo>
                    <a:pt x="1936" y="12845"/>
                  </a:lnTo>
                  <a:lnTo>
                    <a:pt x="1936" y="1"/>
                  </a:ln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3778;p72">
              <a:extLst>
                <a:ext uri="{FF2B5EF4-FFF2-40B4-BE49-F238E27FC236}">
                  <a16:creationId xmlns:a16="http://schemas.microsoft.com/office/drawing/2014/main" id="{092E195B-9296-737A-96C5-E4A1910F8B02}"/>
                </a:ext>
              </a:extLst>
            </p:cNvPr>
            <p:cNvSpPr/>
            <p:nvPr/>
          </p:nvSpPr>
          <p:spPr>
            <a:xfrm>
              <a:off x="1285448" y="1420809"/>
              <a:ext cx="99318" cy="715569"/>
            </a:xfrm>
            <a:custGeom>
              <a:avLst/>
              <a:gdLst/>
              <a:ahLst/>
              <a:cxnLst/>
              <a:rect l="l" t="t" r="r" b="b"/>
              <a:pathLst>
                <a:path w="1938" h="13963" extrusionOk="0">
                  <a:moveTo>
                    <a:pt x="1" y="1"/>
                  </a:moveTo>
                  <a:lnTo>
                    <a:pt x="1" y="12845"/>
                  </a:lnTo>
                  <a:lnTo>
                    <a:pt x="1937" y="13963"/>
                  </a:lnTo>
                  <a:lnTo>
                    <a:pt x="1937" y="1118"/>
                  </a:lnTo>
                  <a:lnTo>
                    <a:pt x="1" y="1"/>
                  </a:ln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3779;p72">
              <a:extLst>
                <a:ext uri="{FF2B5EF4-FFF2-40B4-BE49-F238E27FC236}">
                  <a16:creationId xmlns:a16="http://schemas.microsoft.com/office/drawing/2014/main" id="{3B839E6D-B6E5-C7B9-678E-0C4D72F430A4}"/>
                </a:ext>
              </a:extLst>
            </p:cNvPr>
            <p:cNvSpPr/>
            <p:nvPr/>
          </p:nvSpPr>
          <p:spPr>
            <a:xfrm>
              <a:off x="1384714" y="1806036"/>
              <a:ext cx="99266" cy="330341"/>
            </a:xfrm>
            <a:custGeom>
              <a:avLst/>
              <a:gdLst/>
              <a:ahLst/>
              <a:cxnLst/>
              <a:rect l="l" t="t" r="r" b="b"/>
              <a:pathLst>
                <a:path w="1937" h="6446" extrusionOk="0">
                  <a:moveTo>
                    <a:pt x="1936" y="1"/>
                  </a:moveTo>
                  <a:lnTo>
                    <a:pt x="0" y="1118"/>
                  </a:lnTo>
                  <a:lnTo>
                    <a:pt x="0" y="6446"/>
                  </a:lnTo>
                  <a:lnTo>
                    <a:pt x="1936" y="5328"/>
                  </a:lnTo>
                  <a:lnTo>
                    <a:pt x="1936" y="1"/>
                  </a:ln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3780;p72">
              <a:extLst>
                <a:ext uri="{FF2B5EF4-FFF2-40B4-BE49-F238E27FC236}">
                  <a16:creationId xmlns:a16="http://schemas.microsoft.com/office/drawing/2014/main" id="{1A770DBC-7E82-4698-0C9B-644FCCDD23F3}"/>
                </a:ext>
              </a:extLst>
            </p:cNvPr>
            <p:cNvSpPr/>
            <p:nvPr/>
          </p:nvSpPr>
          <p:spPr>
            <a:xfrm>
              <a:off x="1285448" y="1806036"/>
              <a:ext cx="99318" cy="330341"/>
            </a:xfrm>
            <a:custGeom>
              <a:avLst/>
              <a:gdLst/>
              <a:ahLst/>
              <a:cxnLst/>
              <a:rect l="l" t="t" r="r" b="b"/>
              <a:pathLst>
                <a:path w="1938" h="6446" extrusionOk="0">
                  <a:moveTo>
                    <a:pt x="1" y="1"/>
                  </a:moveTo>
                  <a:lnTo>
                    <a:pt x="1" y="5328"/>
                  </a:lnTo>
                  <a:lnTo>
                    <a:pt x="1937" y="6446"/>
                  </a:lnTo>
                  <a:lnTo>
                    <a:pt x="1937" y="1118"/>
                  </a:lnTo>
                  <a:lnTo>
                    <a:pt x="1" y="1"/>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3781;p72">
              <a:extLst>
                <a:ext uri="{FF2B5EF4-FFF2-40B4-BE49-F238E27FC236}">
                  <a16:creationId xmlns:a16="http://schemas.microsoft.com/office/drawing/2014/main" id="{CAD1F623-B8F5-EEA1-A59D-5E9A73B5F50A}"/>
                </a:ext>
              </a:extLst>
            </p:cNvPr>
            <p:cNvSpPr/>
            <p:nvPr/>
          </p:nvSpPr>
          <p:spPr>
            <a:xfrm>
              <a:off x="1285448" y="1362848"/>
              <a:ext cx="198533" cy="115307"/>
            </a:xfrm>
            <a:custGeom>
              <a:avLst/>
              <a:gdLst/>
              <a:ahLst/>
              <a:cxnLst/>
              <a:rect l="l" t="t" r="r" b="b"/>
              <a:pathLst>
                <a:path w="3874" h="2250" extrusionOk="0">
                  <a:moveTo>
                    <a:pt x="1937" y="0"/>
                  </a:moveTo>
                  <a:lnTo>
                    <a:pt x="1" y="1132"/>
                  </a:lnTo>
                  <a:lnTo>
                    <a:pt x="1937" y="2249"/>
                  </a:lnTo>
                  <a:lnTo>
                    <a:pt x="3873" y="1132"/>
                  </a:lnTo>
                  <a:lnTo>
                    <a:pt x="1937"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3782;p72">
              <a:extLst>
                <a:ext uri="{FF2B5EF4-FFF2-40B4-BE49-F238E27FC236}">
                  <a16:creationId xmlns:a16="http://schemas.microsoft.com/office/drawing/2014/main" id="{A3BC92D4-ABF3-EBD8-0DE0-18217E493E74}"/>
                </a:ext>
              </a:extLst>
            </p:cNvPr>
            <p:cNvSpPr/>
            <p:nvPr/>
          </p:nvSpPr>
          <p:spPr>
            <a:xfrm>
              <a:off x="1285141" y="1916013"/>
              <a:ext cx="99420" cy="96858"/>
            </a:xfrm>
            <a:custGeom>
              <a:avLst/>
              <a:gdLst/>
              <a:ahLst/>
              <a:cxnLst/>
              <a:rect l="l" t="t" r="r" b="b"/>
              <a:pathLst>
                <a:path w="1940" h="1890" extrusionOk="0">
                  <a:moveTo>
                    <a:pt x="1940" y="1"/>
                  </a:moveTo>
                  <a:lnTo>
                    <a:pt x="1" y="786"/>
                  </a:lnTo>
                  <a:lnTo>
                    <a:pt x="7" y="1890"/>
                  </a:lnTo>
                  <a:lnTo>
                    <a:pt x="1940" y="1108"/>
                  </a:lnTo>
                  <a:lnTo>
                    <a:pt x="1940"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3783;p72">
              <a:extLst>
                <a:ext uri="{FF2B5EF4-FFF2-40B4-BE49-F238E27FC236}">
                  <a16:creationId xmlns:a16="http://schemas.microsoft.com/office/drawing/2014/main" id="{C1662DC7-1D09-16EF-8F85-DD30CC15A3FA}"/>
                </a:ext>
              </a:extLst>
            </p:cNvPr>
            <p:cNvSpPr/>
            <p:nvPr/>
          </p:nvSpPr>
          <p:spPr>
            <a:xfrm>
              <a:off x="1285448" y="2037982"/>
              <a:ext cx="99113" cy="73796"/>
            </a:xfrm>
            <a:custGeom>
              <a:avLst/>
              <a:gdLst/>
              <a:ahLst/>
              <a:cxnLst/>
              <a:rect l="l" t="t" r="r" b="b"/>
              <a:pathLst>
                <a:path w="1934" h="1440" extrusionOk="0">
                  <a:moveTo>
                    <a:pt x="1934" y="0"/>
                  </a:moveTo>
                  <a:lnTo>
                    <a:pt x="1" y="784"/>
                  </a:lnTo>
                  <a:lnTo>
                    <a:pt x="1" y="802"/>
                  </a:lnTo>
                  <a:lnTo>
                    <a:pt x="1108" y="1440"/>
                  </a:lnTo>
                  <a:lnTo>
                    <a:pt x="1934" y="1106"/>
                  </a:lnTo>
                  <a:lnTo>
                    <a:pt x="1934"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3784;p72">
              <a:extLst>
                <a:ext uri="{FF2B5EF4-FFF2-40B4-BE49-F238E27FC236}">
                  <a16:creationId xmlns:a16="http://schemas.microsoft.com/office/drawing/2014/main" id="{C9B91569-02A0-B32D-17A4-07AB87BDB9DD}"/>
                </a:ext>
              </a:extLst>
            </p:cNvPr>
            <p:cNvSpPr/>
            <p:nvPr/>
          </p:nvSpPr>
          <p:spPr>
            <a:xfrm>
              <a:off x="1285141" y="1823101"/>
              <a:ext cx="87479" cy="68569"/>
            </a:xfrm>
            <a:custGeom>
              <a:avLst/>
              <a:gdLst/>
              <a:ahLst/>
              <a:cxnLst/>
              <a:rect l="l" t="t" r="r" b="b"/>
              <a:pathLst>
                <a:path w="1707" h="1338" extrusionOk="0">
                  <a:moveTo>
                    <a:pt x="582" y="0"/>
                  </a:moveTo>
                  <a:lnTo>
                    <a:pt x="1" y="235"/>
                  </a:lnTo>
                  <a:lnTo>
                    <a:pt x="7" y="1337"/>
                  </a:lnTo>
                  <a:lnTo>
                    <a:pt x="1707" y="650"/>
                  </a:lnTo>
                  <a:lnTo>
                    <a:pt x="582"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3785;p72">
              <a:extLst>
                <a:ext uri="{FF2B5EF4-FFF2-40B4-BE49-F238E27FC236}">
                  <a16:creationId xmlns:a16="http://schemas.microsoft.com/office/drawing/2014/main" id="{FDEE7711-ADFB-E352-ED8A-8B7A398DFA97}"/>
                </a:ext>
              </a:extLst>
            </p:cNvPr>
            <p:cNvSpPr/>
            <p:nvPr/>
          </p:nvSpPr>
          <p:spPr>
            <a:xfrm>
              <a:off x="1384509" y="1808650"/>
              <a:ext cx="94808" cy="164094"/>
            </a:xfrm>
            <a:custGeom>
              <a:avLst/>
              <a:gdLst/>
              <a:ahLst/>
              <a:cxnLst/>
              <a:rect l="l" t="t" r="r" b="b"/>
              <a:pathLst>
                <a:path w="1850" h="3202" extrusionOk="0">
                  <a:moveTo>
                    <a:pt x="1850" y="0"/>
                  </a:moveTo>
                  <a:lnTo>
                    <a:pt x="892" y="554"/>
                  </a:lnTo>
                  <a:lnTo>
                    <a:pt x="1" y="2096"/>
                  </a:lnTo>
                  <a:lnTo>
                    <a:pt x="1" y="3201"/>
                  </a:lnTo>
                  <a:lnTo>
                    <a:pt x="1850"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3786;p72">
              <a:extLst>
                <a:ext uri="{FF2B5EF4-FFF2-40B4-BE49-F238E27FC236}">
                  <a16:creationId xmlns:a16="http://schemas.microsoft.com/office/drawing/2014/main" id="{6AD81918-1413-0A28-8CC0-3ED668CCBF2B}"/>
                </a:ext>
              </a:extLst>
            </p:cNvPr>
            <p:cNvSpPr/>
            <p:nvPr/>
          </p:nvSpPr>
          <p:spPr>
            <a:xfrm>
              <a:off x="1384509" y="1866200"/>
              <a:ext cx="99318" cy="228564"/>
            </a:xfrm>
            <a:custGeom>
              <a:avLst/>
              <a:gdLst/>
              <a:ahLst/>
              <a:cxnLst/>
              <a:rect l="l" t="t" r="r" b="b"/>
              <a:pathLst>
                <a:path w="1938" h="4460" extrusionOk="0">
                  <a:moveTo>
                    <a:pt x="1937" y="1"/>
                  </a:moveTo>
                  <a:lnTo>
                    <a:pt x="1" y="3352"/>
                  </a:lnTo>
                  <a:lnTo>
                    <a:pt x="1" y="4459"/>
                  </a:lnTo>
                  <a:lnTo>
                    <a:pt x="1937" y="1106"/>
                  </a:lnTo>
                  <a:lnTo>
                    <a:pt x="1937"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3787;p72">
              <a:extLst>
                <a:ext uri="{FF2B5EF4-FFF2-40B4-BE49-F238E27FC236}">
                  <a16:creationId xmlns:a16="http://schemas.microsoft.com/office/drawing/2014/main" id="{007DC702-77DD-15DE-831F-27E50759C7EA}"/>
                </a:ext>
              </a:extLst>
            </p:cNvPr>
            <p:cNvSpPr/>
            <p:nvPr/>
          </p:nvSpPr>
          <p:spPr>
            <a:xfrm>
              <a:off x="1405675" y="1989092"/>
              <a:ext cx="78357" cy="135140"/>
            </a:xfrm>
            <a:custGeom>
              <a:avLst/>
              <a:gdLst/>
              <a:ahLst/>
              <a:cxnLst/>
              <a:rect l="l" t="t" r="r" b="b"/>
              <a:pathLst>
                <a:path w="1529" h="2637" extrusionOk="0">
                  <a:moveTo>
                    <a:pt x="1521" y="1"/>
                  </a:moveTo>
                  <a:lnTo>
                    <a:pt x="0" y="2636"/>
                  </a:lnTo>
                  <a:lnTo>
                    <a:pt x="959" y="2083"/>
                  </a:lnTo>
                  <a:lnTo>
                    <a:pt x="1529" y="1092"/>
                  </a:lnTo>
                  <a:lnTo>
                    <a:pt x="1521"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3788;p72">
              <a:extLst>
                <a:ext uri="{FF2B5EF4-FFF2-40B4-BE49-F238E27FC236}">
                  <a16:creationId xmlns:a16="http://schemas.microsoft.com/office/drawing/2014/main" id="{396470DC-2B82-97CF-AA2C-7BD3B2EABFF7}"/>
                </a:ext>
              </a:extLst>
            </p:cNvPr>
            <p:cNvSpPr/>
            <p:nvPr/>
          </p:nvSpPr>
          <p:spPr>
            <a:xfrm>
              <a:off x="1198635" y="1911247"/>
              <a:ext cx="3695560" cy="2131332"/>
            </a:xfrm>
            <a:custGeom>
              <a:avLst/>
              <a:gdLst/>
              <a:ahLst/>
              <a:cxnLst/>
              <a:rect l="l" t="t" r="r" b="b"/>
              <a:pathLst>
                <a:path w="72112" h="41589" extrusionOk="0">
                  <a:moveTo>
                    <a:pt x="523" y="0"/>
                  </a:moveTo>
                  <a:lnTo>
                    <a:pt x="1" y="302"/>
                  </a:lnTo>
                  <a:lnTo>
                    <a:pt x="71589" y="41588"/>
                  </a:lnTo>
                  <a:lnTo>
                    <a:pt x="72112" y="41286"/>
                  </a:lnTo>
                  <a:lnTo>
                    <a:pt x="523" y="0"/>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3789;p72">
              <a:extLst>
                <a:ext uri="{FF2B5EF4-FFF2-40B4-BE49-F238E27FC236}">
                  <a16:creationId xmlns:a16="http://schemas.microsoft.com/office/drawing/2014/main" id="{5CB3BE39-82AA-3BF7-1C62-9A112B06FD07}"/>
                </a:ext>
              </a:extLst>
            </p:cNvPr>
            <p:cNvSpPr/>
            <p:nvPr/>
          </p:nvSpPr>
          <p:spPr>
            <a:xfrm>
              <a:off x="1198635" y="1926724"/>
              <a:ext cx="3668809" cy="2262218"/>
            </a:xfrm>
            <a:custGeom>
              <a:avLst/>
              <a:gdLst/>
              <a:ahLst/>
              <a:cxnLst/>
              <a:rect l="l" t="t" r="r" b="b"/>
              <a:pathLst>
                <a:path w="71590" h="44143" extrusionOk="0">
                  <a:moveTo>
                    <a:pt x="1" y="0"/>
                  </a:moveTo>
                  <a:lnTo>
                    <a:pt x="1" y="2857"/>
                  </a:lnTo>
                  <a:lnTo>
                    <a:pt x="71589" y="44142"/>
                  </a:lnTo>
                  <a:lnTo>
                    <a:pt x="71589" y="41286"/>
                  </a:lnTo>
                  <a:lnTo>
                    <a:pt x="1" y="0"/>
                  </a:ln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3790;p72">
              <a:extLst>
                <a:ext uri="{FF2B5EF4-FFF2-40B4-BE49-F238E27FC236}">
                  <a16:creationId xmlns:a16="http://schemas.microsoft.com/office/drawing/2014/main" id="{DBBB24AB-B2CE-4358-D8AF-4A235E728A10}"/>
                </a:ext>
              </a:extLst>
            </p:cNvPr>
            <p:cNvSpPr/>
            <p:nvPr/>
          </p:nvSpPr>
          <p:spPr>
            <a:xfrm>
              <a:off x="4867389" y="4027048"/>
              <a:ext cx="26802" cy="161891"/>
            </a:xfrm>
            <a:custGeom>
              <a:avLst/>
              <a:gdLst/>
              <a:ahLst/>
              <a:cxnLst/>
              <a:rect l="l" t="t" r="r" b="b"/>
              <a:pathLst>
                <a:path w="523" h="3159" extrusionOk="0">
                  <a:moveTo>
                    <a:pt x="523" y="0"/>
                  </a:moveTo>
                  <a:lnTo>
                    <a:pt x="0" y="302"/>
                  </a:lnTo>
                  <a:lnTo>
                    <a:pt x="0" y="3158"/>
                  </a:lnTo>
                  <a:lnTo>
                    <a:pt x="523" y="2856"/>
                  </a:lnTo>
                  <a:lnTo>
                    <a:pt x="523" y="0"/>
                  </a:lnTo>
                  <a:close/>
                </a:path>
              </a:pathLst>
            </a:custGeom>
            <a:solidFill>
              <a:srgbClr val="717B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3791;p72">
              <a:extLst>
                <a:ext uri="{FF2B5EF4-FFF2-40B4-BE49-F238E27FC236}">
                  <a16:creationId xmlns:a16="http://schemas.microsoft.com/office/drawing/2014/main" id="{114180EA-019B-BE3E-0DE6-4B2702DFA4DA}"/>
                </a:ext>
              </a:extLst>
            </p:cNvPr>
            <p:cNvSpPr/>
            <p:nvPr/>
          </p:nvSpPr>
          <p:spPr>
            <a:xfrm>
              <a:off x="3722521" y="2464514"/>
              <a:ext cx="261465" cy="154050"/>
            </a:xfrm>
            <a:custGeom>
              <a:avLst/>
              <a:gdLst/>
              <a:ahLst/>
              <a:cxnLst/>
              <a:rect l="l" t="t" r="r" b="b"/>
              <a:pathLst>
                <a:path w="5102" h="3006" extrusionOk="0">
                  <a:moveTo>
                    <a:pt x="1" y="1"/>
                  </a:moveTo>
                  <a:lnTo>
                    <a:pt x="382" y="1540"/>
                  </a:lnTo>
                  <a:lnTo>
                    <a:pt x="990" y="1190"/>
                  </a:lnTo>
                  <a:lnTo>
                    <a:pt x="4134" y="3006"/>
                  </a:lnTo>
                  <a:lnTo>
                    <a:pt x="5101" y="2448"/>
                  </a:lnTo>
                  <a:lnTo>
                    <a:pt x="1957" y="632"/>
                  </a:lnTo>
                  <a:lnTo>
                    <a:pt x="2564" y="28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3792;p72">
              <a:extLst>
                <a:ext uri="{FF2B5EF4-FFF2-40B4-BE49-F238E27FC236}">
                  <a16:creationId xmlns:a16="http://schemas.microsoft.com/office/drawing/2014/main" id="{7B12A32A-56D4-1D3B-20B5-625A63B43B03}"/>
                </a:ext>
              </a:extLst>
            </p:cNvPr>
            <p:cNvSpPr/>
            <p:nvPr/>
          </p:nvSpPr>
          <p:spPr>
            <a:xfrm>
              <a:off x="2264736" y="1591155"/>
              <a:ext cx="261567" cy="154050"/>
            </a:xfrm>
            <a:custGeom>
              <a:avLst/>
              <a:gdLst/>
              <a:ahLst/>
              <a:cxnLst/>
              <a:rect l="l" t="t" r="r" b="b"/>
              <a:pathLst>
                <a:path w="5104" h="3006" extrusionOk="0">
                  <a:moveTo>
                    <a:pt x="1" y="0"/>
                  </a:moveTo>
                  <a:lnTo>
                    <a:pt x="383" y="1540"/>
                  </a:lnTo>
                  <a:lnTo>
                    <a:pt x="990" y="1190"/>
                  </a:lnTo>
                  <a:lnTo>
                    <a:pt x="4134" y="3005"/>
                  </a:lnTo>
                  <a:lnTo>
                    <a:pt x="5103" y="2447"/>
                  </a:lnTo>
                  <a:lnTo>
                    <a:pt x="1957" y="631"/>
                  </a:lnTo>
                  <a:lnTo>
                    <a:pt x="2564" y="281"/>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3793;p72">
              <a:extLst>
                <a:ext uri="{FF2B5EF4-FFF2-40B4-BE49-F238E27FC236}">
                  <a16:creationId xmlns:a16="http://schemas.microsoft.com/office/drawing/2014/main" id="{5A4A6F3B-E72E-D4A4-1E27-F2249338216F}"/>
                </a:ext>
              </a:extLst>
            </p:cNvPr>
            <p:cNvSpPr/>
            <p:nvPr/>
          </p:nvSpPr>
          <p:spPr>
            <a:xfrm>
              <a:off x="1467325" y="209269"/>
              <a:ext cx="1497708" cy="831234"/>
            </a:xfrm>
            <a:custGeom>
              <a:avLst/>
              <a:gdLst/>
              <a:ahLst/>
              <a:cxnLst/>
              <a:rect l="l" t="t" r="r" b="b"/>
              <a:pathLst>
                <a:path w="29225" h="16220" extrusionOk="0">
                  <a:moveTo>
                    <a:pt x="1" y="1"/>
                  </a:moveTo>
                  <a:lnTo>
                    <a:pt x="1" y="8447"/>
                  </a:lnTo>
                  <a:cubicBezTo>
                    <a:pt x="1" y="12739"/>
                    <a:pt x="6543" y="16220"/>
                    <a:pt x="14612" y="16220"/>
                  </a:cubicBezTo>
                  <a:cubicBezTo>
                    <a:pt x="22682" y="16220"/>
                    <a:pt x="29224" y="12739"/>
                    <a:pt x="29224" y="8447"/>
                  </a:cubicBezTo>
                  <a:cubicBezTo>
                    <a:pt x="29224" y="4154"/>
                    <a:pt x="22682" y="675"/>
                    <a:pt x="14612" y="675"/>
                  </a:cubicBezTo>
                  <a:cubicBezTo>
                    <a:pt x="10931" y="675"/>
                    <a:pt x="7570" y="1400"/>
                    <a:pt x="5000" y="2596"/>
                  </a:cubicBezTo>
                  <a:lnTo>
                    <a:pt x="1" y="1"/>
                  </a:ln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3794;p72">
              <a:extLst>
                <a:ext uri="{FF2B5EF4-FFF2-40B4-BE49-F238E27FC236}">
                  <a16:creationId xmlns:a16="http://schemas.microsoft.com/office/drawing/2014/main" id="{98927502-BD55-DDEA-A0AE-BB53642068EC}"/>
                </a:ext>
              </a:extLst>
            </p:cNvPr>
            <p:cNvSpPr/>
            <p:nvPr/>
          </p:nvSpPr>
          <p:spPr>
            <a:xfrm>
              <a:off x="1467325" y="-188975"/>
              <a:ext cx="1497708" cy="796642"/>
            </a:xfrm>
            <a:custGeom>
              <a:avLst/>
              <a:gdLst/>
              <a:ahLst/>
              <a:cxnLst/>
              <a:rect l="l" t="t" r="r" b="b"/>
              <a:pathLst>
                <a:path w="29225" h="15545" extrusionOk="0">
                  <a:moveTo>
                    <a:pt x="14612" y="0"/>
                  </a:moveTo>
                  <a:cubicBezTo>
                    <a:pt x="6543" y="0"/>
                    <a:pt x="1" y="3479"/>
                    <a:pt x="1" y="7772"/>
                  </a:cubicBezTo>
                  <a:cubicBezTo>
                    <a:pt x="1" y="12064"/>
                    <a:pt x="6543" y="15545"/>
                    <a:pt x="14612" y="15545"/>
                  </a:cubicBezTo>
                  <a:cubicBezTo>
                    <a:pt x="22682" y="15545"/>
                    <a:pt x="29224" y="12064"/>
                    <a:pt x="29224" y="7772"/>
                  </a:cubicBezTo>
                  <a:cubicBezTo>
                    <a:pt x="29224" y="3479"/>
                    <a:pt x="22682" y="0"/>
                    <a:pt x="14612"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3795;p72">
              <a:extLst>
                <a:ext uri="{FF2B5EF4-FFF2-40B4-BE49-F238E27FC236}">
                  <a16:creationId xmlns:a16="http://schemas.microsoft.com/office/drawing/2014/main" id="{B49FFD24-3149-81C4-D0C2-B0C55BEF6A46}"/>
                </a:ext>
              </a:extLst>
            </p:cNvPr>
            <p:cNvSpPr/>
            <p:nvPr/>
          </p:nvSpPr>
          <p:spPr>
            <a:xfrm>
              <a:off x="2049138" y="-34669"/>
              <a:ext cx="787879" cy="675596"/>
            </a:xfrm>
            <a:custGeom>
              <a:avLst/>
              <a:gdLst/>
              <a:ahLst/>
              <a:cxnLst/>
              <a:rect l="l" t="t" r="r" b="b"/>
              <a:pathLst>
                <a:path w="15374" h="13183" extrusionOk="0">
                  <a:moveTo>
                    <a:pt x="5404" y="1"/>
                  </a:moveTo>
                  <a:cubicBezTo>
                    <a:pt x="2379" y="1"/>
                    <a:pt x="1" y="1532"/>
                    <a:pt x="1" y="3182"/>
                  </a:cubicBezTo>
                  <a:cubicBezTo>
                    <a:pt x="1" y="3950"/>
                    <a:pt x="518" y="4655"/>
                    <a:pt x="1375" y="5202"/>
                  </a:cubicBezTo>
                  <a:lnTo>
                    <a:pt x="1356" y="5201"/>
                  </a:lnTo>
                  <a:lnTo>
                    <a:pt x="1356" y="5201"/>
                  </a:lnTo>
                  <a:lnTo>
                    <a:pt x="1551" y="5306"/>
                  </a:lnTo>
                  <a:cubicBezTo>
                    <a:pt x="1664" y="5372"/>
                    <a:pt x="1782" y="5435"/>
                    <a:pt x="1905" y="5497"/>
                  </a:cubicBezTo>
                  <a:lnTo>
                    <a:pt x="4997" y="7120"/>
                  </a:lnTo>
                  <a:lnTo>
                    <a:pt x="4980" y="7140"/>
                  </a:lnTo>
                  <a:lnTo>
                    <a:pt x="4980" y="13182"/>
                  </a:lnTo>
                  <a:lnTo>
                    <a:pt x="15374" y="7135"/>
                  </a:lnTo>
                  <a:cubicBezTo>
                    <a:pt x="15374" y="7135"/>
                    <a:pt x="14845" y="557"/>
                    <a:pt x="5949" y="17"/>
                  </a:cubicBezTo>
                  <a:cubicBezTo>
                    <a:pt x="5766" y="6"/>
                    <a:pt x="5584" y="1"/>
                    <a:pt x="5404"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3796;p72">
              <a:extLst>
                <a:ext uri="{FF2B5EF4-FFF2-40B4-BE49-F238E27FC236}">
                  <a16:creationId xmlns:a16="http://schemas.microsoft.com/office/drawing/2014/main" id="{A4A5D6D1-F700-DA2D-19BC-28DDD50F0C8F}"/>
                </a:ext>
              </a:extLst>
            </p:cNvPr>
            <p:cNvSpPr/>
            <p:nvPr/>
          </p:nvSpPr>
          <p:spPr>
            <a:xfrm>
              <a:off x="1892628" y="328931"/>
              <a:ext cx="412696" cy="699938"/>
            </a:xfrm>
            <a:custGeom>
              <a:avLst/>
              <a:gdLst/>
              <a:ahLst/>
              <a:cxnLst/>
              <a:rect l="l" t="t" r="r" b="b"/>
              <a:pathLst>
                <a:path w="8053" h="13658" extrusionOk="0">
                  <a:moveTo>
                    <a:pt x="8053" y="1"/>
                  </a:moveTo>
                  <a:lnTo>
                    <a:pt x="1" y="4605"/>
                  </a:lnTo>
                  <a:lnTo>
                    <a:pt x="1" y="13658"/>
                  </a:lnTo>
                  <a:lnTo>
                    <a:pt x="8053" y="9054"/>
                  </a:lnTo>
                  <a:lnTo>
                    <a:pt x="8053" y="1"/>
                  </a:ln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3797;p72">
              <a:extLst>
                <a:ext uri="{FF2B5EF4-FFF2-40B4-BE49-F238E27FC236}">
                  <a16:creationId xmlns:a16="http://schemas.microsoft.com/office/drawing/2014/main" id="{D35188C8-ED1C-ACB7-DF6B-EC9F1886DD48}"/>
                </a:ext>
              </a:extLst>
            </p:cNvPr>
            <p:cNvSpPr/>
            <p:nvPr/>
          </p:nvSpPr>
          <p:spPr>
            <a:xfrm>
              <a:off x="1919584" y="371826"/>
              <a:ext cx="360834" cy="681797"/>
            </a:xfrm>
            <a:custGeom>
              <a:avLst/>
              <a:gdLst/>
              <a:ahLst/>
              <a:cxnLst/>
              <a:rect l="l" t="t" r="r" b="b"/>
              <a:pathLst>
                <a:path w="7041" h="13304" extrusionOk="0">
                  <a:moveTo>
                    <a:pt x="7041" y="1"/>
                  </a:moveTo>
                  <a:lnTo>
                    <a:pt x="1" y="4063"/>
                  </a:lnTo>
                  <a:lnTo>
                    <a:pt x="1" y="13304"/>
                  </a:lnTo>
                  <a:lnTo>
                    <a:pt x="7041" y="9241"/>
                  </a:lnTo>
                  <a:lnTo>
                    <a:pt x="7041" y="1"/>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3798;p72">
              <a:extLst>
                <a:ext uri="{FF2B5EF4-FFF2-40B4-BE49-F238E27FC236}">
                  <a16:creationId xmlns:a16="http://schemas.microsoft.com/office/drawing/2014/main" id="{A4D6BB7B-C87B-A7AA-70DB-BB09945D2A50}"/>
                </a:ext>
              </a:extLst>
            </p:cNvPr>
            <p:cNvSpPr/>
            <p:nvPr/>
          </p:nvSpPr>
          <p:spPr>
            <a:xfrm>
              <a:off x="1941672" y="399550"/>
              <a:ext cx="320451" cy="184696"/>
            </a:xfrm>
            <a:custGeom>
              <a:avLst/>
              <a:gdLst/>
              <a:ahLst/>
              <a:cxnLst/>
              <a:rect l="l" t="t" r="r" b="b"/>
              <a:pathLst>
                <a:path w="6253" h="3604" extrusionOk="0">
                  <a:moveTo>
                    <a:pt x="6021" y="1"/>
                  </a:moveTo>
                  <a:lnTo>
                    <a:pt x="0" y="3475"/>
                  </a:lnTo>
                  <a:lnTo>
                    <a:pt x="241" y="3604"/>
                  </a:lnTo>
                  <a:lnTo>
                    <a:pt x="6253" y="134"/>
                  </a:lnTo>
                  <a:lnTo>
                    <a:pt x="6021"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3799;p72">
              <a:extLst>
                <a:ext uri="{FF2B5EF4-FFF2-40B4-BE49-F238E27FC236}">
                  <a16:creationId xmlns:a16="http://schemas.microsoft.com/office/drawing/2014/main" id="{F2E81973-2DA0-5E36-ABA6-656AB4469623}"/>
                </a:ext>
              </a:extLst>
            </p:cNvPr>
            <p:cNvSpPr/>
            <p:nvPr/>
          </p:nvSpPr>
          <p:spPr>
            <a:xfrm>
              <a:off x="1954022" y="406418"/>
              <a:ext cx="308100" cy="242606"/>
            </a:xfrm>
            <a:custGeom>
              <a:avLst/>
              <a:gdLst/>
              <a:ahLst/>
              <a:cxnLst/>
              <a:rect l="l" t="t" r="r" b="b"/>
              <a:pathLst>
                <a:path w="6012" h="4734" extrusionOk="0">
                  <a:moveTo>
                    <a:pt x="6012" y="0"/>
                  </a:moveTo>
                  <a:lnTo>
                    <a:pt x="0" y="3470"/>
                  </a:lnTo>
                  <a:lnTo>
                    <a:pt x="0" y="4733"/>
                  </a:lnTo>
                  <a:lnTo>
                    <a:pt x="6012" y="1265"/>
                  </a:lnTo>
                  <a:lnTo>
                    <a:pt x="6012"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3800;p72">
              <a:extLst>
                <a:ext uri="{FF2B5EF4-FFF2-40B4-BE49-F238E27FC236}">
                  <a16:creationId xmlns:a16="http://schemas.microsoft.com/office/drawing/2014/main" id="{0DFDC816-2310-C1CA-9243-7EA09DC1A370}"/>
                </a:ext>
              </a:extLst>
            </p:cNvPr>
            <p:cNvSpPr/>
            <p:nvPr/>
          </p:nvSpPr>
          <p:spPr>
            <a:xfrm>
              <a:off x="1941774" y="577584"/>
              <a:ext cx="12299" cy="71439"/>
            </a:xfrm>
            <a:custGeom>
              <a:avLst/>
              <a:gdLst/>
              <a:ahLst/>
              <a:cxnLst/>
              <a:rect l="l" t="t" r="r" b="b"/>
              <a:pathLst>
                <a:path w="240" h="1394" extrusionOk="0">
                  <a:moveTo>
                    <a:pt x="0" y="1"/>
                  </a:moveTo>
                  <a:lnTo>
                    <a:pt x="0" y="1261"/>
                  </a:lnTo>
                  <a:lnTo>
                    <a:pt x="239" y="1393"/>
                  </a:lnTo>
                  <a:lnTo>
                    <a:pt x="239" y="130"/>
                  </a:lnTo>
                  <a:lnTo>
                    <a:pt x="0"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3801;p72">
              <a:extLst>
                <a:ext uri="{FF2B5EF4-FFF2-40B4-BE49-F238E27FC236}">
                  <a16:creationId xmlns:a16="http://schemas.microsoft.com/office/drawing/2014/main" id="{972AB1C7-CAE9-829F-4D77-43C6BDD0CD2A}"/>
                </a:ext>
              </a:extLst>
            </p:cNvPr>
            <p:cNvSpPr/>
            <p:nvPr/>
          </p:nvSpPr>
          <p:spPr>
            <a:xfrm>
              <a:off x="1198635" y="381409"/>
              <a:ext cx="5473131" cy="3155104"/>
            </a:xfrm>
            <a:custGeom>
              <a:avLst/>
              <a:gdLst/>
              <a:ahLst/>
              <a:cxnLst/>
              <a:rect l="l" t="t" r="r" b="b"/>
              <a:pathLst>
                <a:path w="106798" h="61566" extrusionOk="0">
                  <a:moveTo>
                    <a:pt x="35209" y="1"/>
                  </a:moveTo>
                  <a:lnTo>
                    <a:pt x="1" y="20279"/>
                  </a:lnTo>
                  <a:lnTo>
                    <a:pt x="71589" y="61565"/>
                  </a:lnTo>
                  <a:lnTo>
                    <a:pt x="106798" y="41286"/>
                  </a:lnTo>
                  <a:lnTo>
                    <a:pt x="35209"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3802;p72">
              <a:extLst>
                <a:ext uri="{FF2B5EF4-FFF2-40B4-BE49-F238E27FC236}">
                  <a16:creationId xmlns:a16="http://schemas.microsoft.com/office/drawing/2014/main" id="{E534B9E9-C18A-2073-F11A-C6B87087A01E}"/>
                </a:ext>
              </a:extLst>
            </p:cNvPr>
            <p:cNvSpPr/>
            <p:nvPr/>
          </p:nvSpPr>
          <p:spPr>
            <a:xfrm>
              <a:off x="3011872" y="475960"/>
              <a:ext cx="3461051" cy="1990043"/>
            </a:xfrm>
            <a:custGeom>
              <a:avLst/>
              <a:gdLst/>
              <a:ahLst/>
              <a:cxnLst/>
              <a:rect l="l" t="t" r="r" b="b"/>
              <a:pathLst>
                <a:path w="67536" h="38832" extrusionOk="0">
                  <a:moveTo>
                    <a:pt x="0" y="0"/>
                  </a:moveTo>
                  <a:lnTo>
                    <a:pt x="67227" y="38831"/>
                  </a:lnTo>
                  <a:lnTo>
                    <a:pt x="67535" y="38653"/>
                  </a:lnTo>
                  <a:lnTo>
                    <a:pt x="675" y="34"/>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3803;p72">
              <a:extLst>
                <a:ext uri="{FF2B5EF4-FFF2-40B4-BE49-F238E27FC236}">
                  <a16:creationId xmlns:a16="http://schemas.microsoft.com/office/drawing/2014/main" id="{12497139-7264-1ADA-C312-E224ED9C5690}"/>
                </a:ext>
              </a:extLst>
            </p:cNvPr>
            <p:cNvSpPr/>
            <p:nvPr/>
          </p:nvSpPr>
          <p:spPr>
            <a:xfrm>
              <a:off x="4313506" y="1549133"/>
              <a:ext cx="588270" cy="337465"/>
            </a:xfrm>
            <a:custGeom>
              <a:avLst/>
              <a:gdLst/>
              <a:ahLst/>
              <a:cxnLst/>
              <a:rect l="l" t="t" r="r" b="b"/>
              <a:pathLst>
                <a:path w="11479" h="6585" extrusionOk="0">
                  <a:moveTo>
                    <a:pt x="11144" y="0"/>
                  </a:moveTo>
                  <a:lnTo>
                    <a:pt x="660" y="6042"/>
                  </a:lnTo>
                  <a:lnTo>
                    <a:pt x="309" y="5841"/>
                  </a:lnTo>
                  <a:lnTo>
                    <a:pt x="1" y="6019"/>
                  </a:lnTo>
                  <a:lnTo>
                    <a:pt x="988" y="6585"/>
                  </a:lnTo>
                  <a:lnTo>
                    <a:pt x="1293" y="6407"/>
                  </a:lnTo>
                  <a:lnTo>
                    <a:pt x="968" y="6220"/>
                  </a:lnTo>
                  <a:lnTo>
                    <a:pt x="11478" y="161"/>
                  </a:lnTo>
                  <a:lnTo>
                    <a:pt x="1114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3804;p72">
              <a:extLst>
                <a:ext uri="{FF2B5EF4-FFF2-40B4-BE49-F238E27FC236}">
                  <a16:creationId xmlns:a16="http://schemas.microsoft.com/office/drawing/2014/main" id="{FC7A8E60-FF85-2230-3746-5858E8A55EFF}"/>
                </a:ext>
              </a:extLst>
            </p:cNvPr>
            <p:cNvSpPr/>
            <p:nvPr/>
          </p:nvSpPr>
          <p:spPr>
            <a:xfrm>
              <a:off x="4682795" y="1762424"/>
              <a:ext cx="588219" cy="337516"/>
            </a:xfrm>
            <a:custGeom>
              <a:avLst/>
              <a:gdLst/>
              <a:ahLst/>
              <a:cxnLst/>
              <a:rect l="l" t="t" r="r" b="b"/>
              <a:pathLst>
                <a:path w="11478" h="6586" extrusionOk="0">
                  <a:moveTo>
                    <a:pt x="11144" y="1"/>
                  </a:moveTo>
                  <a:lnTo>
                    <a:pt x="660" y="6043"/>
                  </a:lnTo>
                  <a:lnTo>
                    <a:pt x="309" y="5842"/>
                  </a:lnTo>
                  <a:lnTo>
                    <a:pt x="1" y="6020"/>
                  </a:lnTo>
                  <a:lnTo>
                    <a:pt x="988" y="6585"/>
                  </a:lnTo>
                  <a:lnTo>
                    <a:pt x="1295" y="6408"/>
                  </a:lnTo>
                  <a:lnTo>
                    <a:pt x="968" y="6221"/>
                  </a:lnTo>
                  <a:lnTo>
                    <a:pt x="11478" y="162"/>
                  </a:lnTo>
                  <a:lnTo>
                    <a:pt x="1114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3805;p72">
              <a:extLst>
                <a:ext uri="{FF2B5EF4-FFF2-40B4-BE49-F238E27FC236}">
                  <a16:creationId xmlns:a16="http://schemas.microsoft.com/office/drawing/2014/main" id="{B01C9A1B-36B5-0614-B325-1F6AD75C595F}"/>
                </a:ext>
              </a:extLst>
            </p:cNvPr>
            <p:cNvSpPr/>
            <p:nvPr/>
          </p:nvSpPr>
          <p:spPr>
            <a:xfrm>
              <a:off x="5057824" y="1979355"/>
              <a:ext cx="588219" cy="337567"/>
            </a:xfrm>
            <a:custGeom>
              <a:avLst/>
              <a:gdLst/>
              <a:ahLst/>
              <a:cxnLst/>
              <a:rect l="l" t="t" r="r" b="b"/>
              <a:pathLst>
                <a:path w="11478" h="6587" extrusionOk="0">
                  <a:moveTo>
                    <a:pt x="11142" y="1"/>
                  </a:moveTo>
                  <a:lnTo>
                    <a:pt x="660" y="6044"/>
                  </a:lnTo>
                  <a:lnTo>
                    <a:pt x="309" y="5842"/>
                  </a:lnTo>
                  <a:lnTo>
                    <a:pt x="0" y="6020"/>
                  </a:lnTo>
                  <a:lnTo>
                    <a:pt x="988" y="6587"/>
                  </a:lnTo>
                  <a:lnTo>
                    <a:pt x="1293" y="6408"/>
                  </a:lnTo>
                  <a:lnTo>
                    <a:pt x="968" y="6221"/>
                  </a:lnTo>
                  <a:lnTo>
                    <a:pt x="11478" y="163"/>
                  </a:lnTo>
                  <a:lnTo>
                    <a:pt x="1114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3806;p72">
              <a:extLst>
                <a:ext uri="{FF2B5EF4-FFF2-40B4-BE49-F238E27FC236}">
                  <a16:creationId xmlns:a16="http://schemas.microsoft.com/office/drawing/2014/main" id="{789D9C9D-2A69-1B7F-38DC-D71020B5EDDB}"/>
                </a:ext>
              </a:extLst>
            </p:cNvPr>
            <p:cNvSpPr/>
            <p:nvPr/>
          </p:nvSpPr>
          <p:spPr>
            <a:xfrm>
              <a:off x="5427113" y="2192698"/>
              <a:ext cx="588219" cy="337567"/>
            </a:xfrm>
            <a:custGeom>
              <a:avLst/>
              <a:gdLst/>
              <a:ahLst/>
              <a:cxnLst/>
              <a:rect l="l" t="t" r="r" b="b"/>
              <a:pathLst>
                <a:path w="11478" h="6587" extrusionOk="0">
                  <a:moveTo>
                    <a:pt x="11142" y="0"/>
                  </a:moveTo>
                  <a:lnTo>
                    <a:pt x="659" y="6044"/>
                  </a:lnTo>
                  <a:lnTo>
                    <a:pt x="308" y="5841"/>
                  </a:lnTo>
                  <a:lnTo>
                    <a:pt x="0" y="6019"/>
                  </a:lnTo>
                  <a:lnTo>
                    <a:pt x="988" y="6586"/>
                  </a:lnTo>
                  <a:lnTo>
                    <a:pt x="1293" y="6407"/>
                  </a:lnTo>
                  <a:lnTo>
                    <a:pt x="968" y="6220"/>
                  </a:lnTo>
                  <a:lnTo>
                    <a:pt x="11477" y="163"/>
                  </a:lnTo>
                  <a:lnTo>
                    <a:pt x="1114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3807;p72">
              <a:extLst>
                <a:ext uri="{FF2B5EF4-FFF2-40B4-BE49-F238E27FC236}">
                  <a16:creationId xmlns:a16="http://schemas.microsoft.com/office/drawing/2014/main" id="{A5DCC10C-CFF0-0384-3A6F-B52DF0DD2DA4}"/>
                </a:ext>
              </a:extLst>
            </p:cNvPr>
            <p:cNvSpPr/>
            <p:nvPr/>
          </p:nvSpPr>
          <p:spPr>
            <a:xfrm>
              <a:off x="3944627" y="1335636"/>
              <a:ext cx="588219" cy="337567"/>
            </a:xfrm>
            <a:custGeom>
              <a:avLst/>
              <a:gdLst/>
              <a:ahLst/>
              <a:cxnLst/>
              <a:rect l="l" t="t" r="r" b="b"/>
              <a:pathLst>
                <a:path w="11478" h="6587" extrusionOk="0">
                  <a:moveTo>
                    <a:pt x="11142" y="1"/>
                  </a:moveTo>
                  <a:lnTo>
                    <a:pt x="660" y="6044"/>
                  </a:lnTo>
                  <a:lnTo>
                    <a:pt x="309" y="5842"/>
                  </a:lnTo>
                  <a:lnTo>
                    <a:pt x="1" y="6020"/>
                  </a:lnTo>
                  <a:lnTo>
                    <a:pt x="988" y="6587"/>
                  </a:lnTo>
                  <a:lnTo>
                    <a:pt x="1293" y="6408"/>
                  </a:lnTo>
                  <a:lnTo>
                    <a:pt x="968" y="6221"/>
                  </a:lnTo>
                  <a:lnTo>
                    <a:pt x="11478" y="163"/>
                  </a:lnTo>
                  <a:lnTo>
                    <a:pt x="1114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3808;p72">
              <a:extLst>
                <a:ext uri="{FF2B5EF4-FFF2-40B4-BE49-F238E27FC236}">
                  <a16:creationId xmlns:a16="http://schemas.microsoft.com/office/drawing/2014/main" id="{478B41B5-0B3A-5BB7-E6E7-09C336C7CE68}"/>
                </a:ext>
              </a:extLst>
            </p:cNvPr>
            <p:cNvSpPr/>
            <p:nvPr/>
          </p:nvSpPr>
          <p:spPr>
            <a:xfrm>
              <a:off x="2831071" y="693659"/>
              <a:ext cx="588219" cy="337516"/>
            </a:xfrm>
            <a:custGeom>
              <a:avLst/>
              <a:gdLst/>
              <a:ahLst/>
              <a:cxnLst/>
              <a:rect l="l" t="t" r="r" b="b"/>
              <a:pathLst>
                <a:path w="11478" h="6586" extrusionOk="0">
                  <a:moveTo>
                    <a:pt x="11142" y="0"/>
                  </a:moveTo>
                  <a:lnTo>
                    <a:pt x="660" y="6042"/>
                  </a:lnTo>
                  <a:lnTo>
                    <a:pt x="309" y="5840"/>
                  </a:lnTo>
                  <a:lnTo>
                    <a:pt x="1" y="6018"/>
                  </a:lnTo>
                  <a:lnTo>
                    <a:pt x="988" y="6585"/>
                  </a:lnTo>
                  <a:lnTo>
                    <a:pt x="1293" y="6407"/>
                  </a:lnTo>
                  <a:lnTo>
                    <a:pt x="968" y="6220"/>
                  </a:lnTo>
                  <a:lnTo>
                    <a:pt x="11478" y="161"/>
                  </a:lnTo>
                  <a:lnTo>
                    <a:pt x="1114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3809;p72">
              <a:extLst>
                <a:ext uri="{FF2B5EF4-FFF2-40B4-BE49-F238E27FC236}">
                  <a16:creationId xmlns:a16="http://schemas.microsoft.com/office/drawing/2014/main" id="{ECB06102-DADC-3F48-3B80-06D4C87D15C2}"/>
                </a:ext>
              </a:extLst>
            </p:cNvPr>
            <p:cNvSpPr/>
            <p:nvPr/>
          </p:nvSpPr>
          <p:spPr>
            <a:xfrm>
              <a:off x="3200360" y="906951"/>
              <a:ext cx="588219" cy="337516"/>
            </a:xfrm>
            <a:custGeom>
              <a:avLst/>
              <a:gdLst/>
              <a:ahLst/>
              <a:cxnLst/>
              <a:rect l="l" t="t" r="r" b="b"/>
              <a:pathLst>
                <a:path w="11478" h="6586" extrusionOk="0">
                  <a:moveTo>
                    <a:pt x="11142" y="1"/>
                  </a:moveTo>
                  <a:lnTo>
                    <a:pt x="660" y="6043"/>
                  </a:lnTo>
                  <a:lnTo>
                    <a:pt x="309" y="5841"/>
                  </a:lnTo>
                  <a:lnTo>
                    <a:pt x="0" y="6018"/>
                  </a:lnTo>
                  <a:lnTo>
                    <a:pt x="988" y="6586"/>
                  </a:lnTo>
                  <a:lnTo>
                    <a:pt x="1293" y="6408"/>
                  </a:lnTo>
                  <a:lnTo>
                    <a:pt x="968" y="6221"/>
                  </a:lnTo>
                  <a:lnTo>
                    <a:pt x="11478" y="162"/>
                  </a:lnTo>
                  <a:lnTo>
                    <a:pt x="1114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3810;p72">
              <a:extLst>
                <a:ext uri="{FF2B5EF4-FFF2-40B4-BE49-F238E27FC236}">
                  <a16:creationId xmlns:a16="http://schemas.microsoft.com/office/drawing/2014/main" id="{9F505FAC-D728-BB29-EE49-18E9A8A56747}"/>
                </a:ext>
              </a:extLst>
            </p:cNvPr>
            <p:cNvSpPr/>
            <p:nvPr/>
          </p:nvSpPr>
          <p:spPr>
            <a:xfrm>
              <a:off x="3575389" y="1123881"/>
              <a:ext cx="588219" cy="337619"/>
            </a:xfrm>
            <a:custGeom>
              <a:avLst/>
              <a:gdLst/>
              <a:ahLst/>
              <a:cxnLst/>
              <a:rect l="l" t="t" r="r" b="b"/>
              <a:pathLst>
                <a:path w="11478" h="6588" extrusionOk="0">
                  <a:moveTo>
                    <a:pt x="11141" y="1"/>
                  </a:moveTo>
                  <a:lnTo>
                    <a:pt x="659" y="6043"/>
                  </a:lnTo>
                  <a:lnTo>
                    <a:pt x="307" y="5842"/>
                  </a:lnTo>
                  <a:lnTo>
                    <a:pt x="0" y="6020"/>
                  </a:lnTo>
                  <a:lnTo>
                    <a:pt x="986" y="6587"/>
                  </a:lnTo>
                  <a:lnTo>
                    <a:pt x="1293" y="6408"/>
                  </a:lnTo>
                  <a:lnTo>
                    <a:pt x="968" y="6221"/>
                  </a:lnTo>
                  <a:lnTo>
                    <a:pt x="11477" y="163"/>
                  </a:lnTo>
                  <a:lnTo>
                    <a:pt x="1114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3811;p72">
              <a:extLst>
                <a:ext uri="{FF2B5EF4-FFF2-40B4-BE49-F238E27FC236}">
                  <a16:creationId xmlns:a16="http://schemas.microsoft.com/office/drawing/2014/main" id="{832EC3AE-C3B3-ACDD-4804-F136A05C1289}"/>
                </a:ext>
              </a:extLst>
            </p:cNvPr>
            <p:cNvSpPr/>
            <p:nvPr/>
          </p:nvSpPr>
          <p:spPr>
            <a:xfrm>
              <a:off x="2462192" y="480163"/>
              <a:ext cx="588219" cy="337619"/>
            </a:xfrm>
            <a:custGeom>
              <a:avLst/>
              <a:gdLst/>
              <a:ahLst/>
              <a:cxnLst/>
              <a:rect l="l" t="t" r="r" b="b"/>
              <a:pathLst>
                <a:path w="11478" h="6588" extrusionOk="0">
                  <a:moveTo>
                    <a:pt x="11142" y="1"/>
                  </a:moveTo>
                  <a:lnTo>
                    <a:pt x="658" y="6043"/>
                  </a:lnTo>
                  <a:lnTo>
                    <a:pt x="307" y="5842"/>
                  </a:lnTo>
                  <a:lnTo>
                    <a:pt x="1" y="6020"/>
                  </a:lnTo>
                  <a:lnTo>
                    <a:pt x="986" y="6587"/>
                  </a:lnTo>
                  <a:lnTo>
                    <a:pt x="1293" y="6408"/>
                  </a:lnTo>
                  <a:lnTo>
                    <a:pt x="968" y="6221"/>
                  </a:lnTo>
                  <a:lnTo>
                    <a:pt x="11478" y="163"/>
                  </a:lnTo>
                  <a:lnTo>
                    <a:pt x="1114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3812;p72">
              <a:extLst>
                <a:ext uri="{FF2B5EF4-FFF2-40B4-BE49-F238E27FC236}">
                  <a16:creationId xmlns:a16="http://schemas.microsoft.com/office/drawing/2014/main" id="{37A9020D-5748-2EAA-F667-5A075835A57E}"/>
                </a:ext>
              </a:extLst>
            </p:cNvPr>
            <p:cNvSpPr/>
            <p:nvPr/>
          </p:nvSpPr>
          <p:spPr>
            <a:xfrm>
              <a:off x="1293084" y="1381041"/>
              <a:ext cx="3266362" cy="1886113"/>
            </a:xfrm>
            <a:custGeom>
              <a:avLst/>
              <a:gdLst/>
              <a:ahLst/>
              <a:cxnLst/>
              <a:rect l="l" t="t" r="r" b="b"/>
              <a:pathLst>
                <a:path w="63737" h="36804" extrusionOk="0">
                  <a:moveTo>
                    <a:pt x="313" y="1"/>
                  </a:moveTo>
                  <a:lnTo>
                    <a:pt x="0" y="182"/>
                  </a:lnTo>
                  <a:lnTo>
                    <a:pt x="63426" y="36804"/>
                  </a:lnTo>
                  <a:lnTo>
                    <a:pt x="63736" y="36621"/>
                  </a:lnTo>
                  <a:lnTo>
                    <a:pt x="31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3813;p72">
              <a:extLst>
                <a:ext uri="{FF2B5EF4-FFF2-40B4-BE49-F238E27FC236}">
                  <a16:creationId xmlns:a16="http://schemas.microsoft.com/office/drawing/2014/main" id="{00E1E5E3-F41C-5D3A-8561-4308172329A1}"/>
                </a:ext>
              </a:extLst>
            </p:cNvPr>
            <p:cNvSpPr/>
            <p:nvPr/>
          </p:nvSpPr>
          <p:spPr>
            <a:xfrm>
              <a:off x="4339950" y="2808589"/>
              <a:ext cx="600364" cy="346279"/>
            </a:xfrm>
            <a:custGeom>
              <a:avLst/>
              <a:gdLst/>
              <a:ahLst/>
              <a:cxnLst/>
              <a:rect l="l" t="t" r="r" b="b"/>
              <a:pathLst>
                <a:path w="11715" h="6757" extrusionOk="0">
                  <a:moveTo>
                    <a:pt x="10715" y="0"/>
                  </a:moveTo>
                  <a:lnTo>
                    <a:pt x="10404" y="181"/>
                  </a:lnTo>
                  <a:lnTo>
                    <a:pt x="10749" y="379"/>
                  </a:lnTo>
                  <a:lnTo>
                    <a:pt x="0" y="6574"/>
                  </a:lnTo>
                  <a:lnTo>
                    <a:pt x="311" y="6757"/>
                  </a:lnTo>
                  <a:lnTo>
                    <a:pt x="11062" y="560"/>
                  </a:lnTo>
                  <a:lnTo>
                    <a:pt x="11404" y="756"/>
                  </a:lnTo>
                  <a:lnTo>
                    <a:pt x="11715" y="575"/>
                  </a:lnTo>
                  <a:lnTo>
                    <a:pt x="1071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3814;p72">
              <a:extLst>
                <a:ext uri="{FF2B5EF4-FFF2-40B4-BE49-F238E27FC236}">
                  <a16:creationId xmlns:a16="http://schemas.microsoft.com/office/drawing/2014/main" id="{7AF00FC3-160C-6488-6491-B835C8B45E26}"/>
                </a:ext>
              </a:extLst>
            </p:cNvPr>
            <p:cNvSpPr/>
            <p:nvPr/>
          </p:nvSpPr>
          <p:spPr>
            <a:xfrm>
              <a:off x="3964152" y="2592428"/>
              <a:ext cx="600313" cy="346228"/>
            </a:xfrm>
            <a:custGeom>
              <a:avLst/>
              <a:gdLst/>
              <a:ahLst/>
              <a:cxnLst/>
              <a:rect l="l" t="t" r="r" b="b"/>
              <a:pathLst>
                <a:path w="11714" h="6756" extrusionOk="0">
                  <a:moveTo>
                    <a:pt x="10715" y="1"/>
                  </a:moveTo>
                  <a:lnTo>
                    <a:pt x="10402" y="180"/>
                  </a:lnTo>
                  <a:lnTo>
                    <a:pt x="10747" y="378"/>
                  </a:lnTo>
                  <a:lnTo>
                    <a:pt x="0" y="6573"/>
                  </a:lnTo>
                  <a:lnTo>
                    <a:pt x="310" y="6756"/>
                  </a:lnTo>
                  <a:lnTo>
                    <a:pt x="11060" y="559"/>
                  </a:lnTo>
                  <a:lnTo>
                    <a:pt x="11404" y="755"/>
                  </a:lnTo>
                  <a:lnTo>
                    <a:pt x="11713" y="574"/>
                  </a:lnTo>
                  <a:lnTo>
                    <a:pt x="1071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3815;p72">
              <a:extLst>
                <a:ext uri="{FF2B5EF4-FFF2-40B4-BE49-F238E27FC236}">
                  <a16:creationId xmlns:a16="http://schemas.microsoft.com/office/drawing/2014/main" id="{DF73FC3A-5D32-6D95-8D97-2CF1B82F2B12}"/>
                </a:ext>
              </a:extLst>
            </p:cNvPr>
            <p:cNvSpPr/>
            <p:nvPr/>
          </p:nvSpPr>
          <p:spPr>
            <a:xfrm>
              <a:off x="3590917" y="2376625"/>
              <a:ext cx="600313" cy="346228"/>
            </a:xfrm>
            <a:custGeom>
              <a:avLst/>
              <a:gdLst/>
              <a:ahLst/>
              <a:cxnLst/>
              <a:rect l="l" t="t" r="r" b="b"/>
              <a:pathLst>
                <a:path w="11714" h="6756" extrusionOk="0">
                  <a:moveTo>
                    <a:pt x="10716" y="0"/>
                  </a:moveTo>
                  <a:lnTo>
                    <a:pt x="10403" y="181"/>
                  </a:lnTo>
                  <a:lnTo>
                    <a:pt x="10748" y="379"/>
                  </a:lnTo>
                  <a:lnTo>
                    <a:pt x="1" y="6574"/>
                  </a:lnTo>
                  <a:lnTo>
                    <a:pt x="310" y="6755"/>
                  </a:lnTo>
                  <a:lnTo>
                    <a:pt x="11061" y="558"/>
                  </a:lnTo>
                  <a:lnTo>
                    <a:pt x="11404" y="756"/>
                  </a:lnTo>
                  <a:lnTo>
                    <a:pt x="11714" y="574"/>
                  </a:lnTo>
                  <a:lnTo>
                    <a:pt x="1071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3816;p72">
              <a:extLst>
                <a:ext uri="{FF2B5EF4-FFF2-40B4-BE49-F238E27FC236}">
                  <a16:creationId xmlns:a16="http://schemas.microsoft.com/office/drawing/2014/main" id="{59FA4801-B777-BB95-BD01-FCE85F42E2CF}"/>
                </a:ext>
              </a:extLst>
            </p:cNvPr>
            <p:cNvSpPr/>
            <p:nvPr/>
          </p:nvSpPr>
          <p:spPr>
            <a:xfrm>
              <a:off x="3217733" y="2160207"/>
              <a:ext cx="600313" cy="346228"/>
            </a:xfrm>
            <a:custGeom>
              <a:avLst/>
              <a:gdLst/>
              <a:ahLst/>
              <a:cxnLst/>
              <a:rect l="l" t="t" r="r" b="b"/>
              <a:pathLst>
                <a:path w="11714" h="6756" extrusionOk="0">
                  <a:moveTo>
                    <a:pt x="10715" y="1"/>
                  </a:moveTo>
                  <a:lnTo>
                    <a:pt x="10403" y="182"/>
                  </a:lnTo>
                  <a:lnTo>
                    <a:pt x="10748" y="380"/>
                  </a:lnTo>
                  <a:lnTo>
                    <a:pt x="0" y="6575"/>
                  </a:lnTo>
                  <a:lnTo>
                    <a:pt x="310" y="6756"/>
                  </a:lnTo>
                  <a:lnTo>
                    <a:pt x="11062" y="559"/>
                  </a:lnTo>
                  <a:lnTo>
                    <a:pt x="11404" y="757"/>
                  </a:lnTo>
                  <a:lnTo>
                    <a:pt x="11713" y="576"/>
                  </a:lnTo>
                  <a:lnTo>
                    <a:pt x="1071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3817;p72">
              <a:extLst>
                <a:ext uri="{FF2B5EF4-FFF2-40B4-BE49-F238E27FC236}">
                  <a16:creationId xmlns:a16="http://schemas.microsoft.com/office/drawing/2014/main" id="{811A26DD-E77D-9589-C31C-E11325818E91}"/>
                </a:ext>
              </a:extLst>
            </p:cNvPr>
            <p:cNvSpPr/>
            <p:nvPr/>
          </p:nvSpPr>
          <p:spPr>
            <a:xfrm>
              <a:off x="2095363" y="1509980"/>
              <a:ext cx="600313" cy="346228"/>
            </a:xfrm>
            <a:custGeom>
              <a:avLst/>
              <a:gdLst/>
              <a:ahLst/>
              <a:cxnLst/>
              <a:rect l="l" t="t" r="r" b="b"/>
              <a:pathLst>
                <a:path w="11714" h="6756" extrusionOk="0">
                  <a:moveTo>
                    <a:pt x="10714" y="1"/>
                  </a:moveTo>
                  <a:lnTo>
                    <a:pt x="10403" y="180"/>
                  </a:lnTo>
                  <a:lnTo>
                    <a:pt x="10748" y="378"/>
                  </a:lnTo>
                  <a:lnTo>
                    <a:pt x="0" y="6573"/>
                  </a:lnTo>
                  <a:lnTo>
                    <a:pt x="310" y="6756"/>
                  </a:lnTo>
                  <a:lnTo>
                    <a:pt x="11060" y="559"/>
                  </a:lnTo>
                  <a:lnTo>
                    <a:pt x="11404" y="755"/>
                  </a:lnTo>
                  <a:lnTo>
                    <a:pt x="11714" y="574"/>
                  </a:lnTo>
                  <a:lnTo>
                    <a:pt x="1071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3818;p72">
              <a:extLst>
                <a:ext uri="{FF2B5EF4-FFF2-40B4-BE49-F238E27FC236}">
                  <a16:creationId xmlns:a16="http://schemas.microsoft.com/office/drawing/2014/main" id="{BCA428DA-6E8F-820F-A35D-A3640FE78076}"/>
                </a:ext>
              </a:extLst>
            </p:cNvPr>
            <p:cNvSpPr/>
            <p:nvPr/>
          </p:nvSpPr>
          <p:spPr>
            <a:xfrm>
              <a:off x="1719463" y="1293767"/>
              <a:ext cx="600416" cy="346228"/>
            </a:xfrm>
            <a:custGeom>
              <a:avLst/>
              <a:gdLst/>
              <a:ahLst/>
              <a:cxnLst/>
              <a:rect l="l" t="t" r="r" b="b"/>
              <a:pathLst>
                <a:path w="11716" h="6756" extrusionOk="0">
                  <a:moveTo>
                    <a:pt x="10716" y="0"/>
                  </a:moveTo>
                  <a:lnTo>
                    <a:pt x="10405" y="180"/>
                  </a:lnTo>
                  <a:lnTo>
                    <a:pt x="10750" y="379"/>
                  </a:lnTo>
                  <a:lnTo>
                    <a:pt x="1" y="6575"/>
                  </a:lnTo>
                  <a:lnTo>
                    <a:pt x="312" y="6755"/>
                  </a:lnTo>
                  <a:lnTo>
                    <a:pt x="11062" y="559"/>
                  </a:lnTo>
                  <a:lnTo>
                    <a:pt x="11404" y="755"/>
                  </a:lnTo>
                  <a:lnTo>
                    <a:pt x="11716" y="574"/>
                  </a:lnTo>
                  <a:lnTo>
                    <a:pt x="1071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3819;p72">
              <a:extLst>
                <a:ext uri="{FF2B5EF4-FFF2-40B4-BE49-F238E27FC236}">
                  <a16:creationId xmlns:a16="http://schemas.microsoft.com/office/drawing/2014/main" id="{ACA1DA06-D891-6C0B-1A45-76417289C10C}"/>
                </a:ext>
              </a:extLst>
            </p:cNvPr>
            <p:cNvSpPr/>
            <p:nvPr/>
          </p:nvSpPr>
          <p:spPr>
            <a:xfrm>
              <a:off x="2841116" y="1943994"/>
              <a:ext cx="600416" cy="346228"/>
            </a:xfrm>
            <a:custGeom>
              <a:avLst/>
              <a:gdLst/>
              <a:ahLst/>
              <a:cxnLst/>
              <a:rect l="l" t="t" r="r" b="b"/>
              <a:pathLst>
                <a:path w="11716" h="6756" extrusionOk="0">
                  <a:moveTo>
                    <a:pt x="10716" y="1"/>
                  </a:moveTo>
                  <a:lnTo>
                    <a:pt x="10405" y="180"/>
                  </a:lnTo>
                  <a:lnTo>
                    <a:pt x="10750" y="378"/>
                  </a:lnTo>
                  <a:lnTo>
                    <a:pt x="1" y="6573"/>
                  </a:lnTo>
                  <a:lnTo>
                    <a:pt x="312" y="6756"/>
                  </a:lnTo>
                  <a:lnTo>
                    <a:pt x="11063" y="559"/>
                  </a:lnTo>
                  <a:lnTo>
                    <a:pt x="11404" y="755"/>
                  </a:lnTo>
                  <a:lnTo>
                    <a:pt x="11716" y="574"/>
                  </a:lnTo>
                  <a:lnTo>
                    <a:pt x="1071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3820;p72">
              <a:extLst>
                <a:ext uri="{FF2B5EF4-FFF2-40B4-BE49-F238E27FC236}">
                  <a16:creationId xmlns:a16="http://schemas.microsoft.com/office/drawing/2014/main" id="{FF557743-CC11-EC75-27C7-4D560176350A}"/>
                </a:ext>
              </a:extLst>
            </p:cNvPr>
            <p:cNvSpPr/>
            <p:nvPr/>
          </p:nvSpPr>
          <p:spPr>
            <a:xfrm>
              <a:off x="2467932" y="1728191"/>
              <a:ext cx="600416" cy="346228"/>
            </a:xfrm>
            <a:custGeom>
              <a:avLst/>
              <a:gdLst/>
              <a:ahLst/>
              <a:cxnLst/>
              <a:rect l="l" t="t" r="r" b="b"/>
              <a:pathLst>
                <a:path w="11716" h="6756" extrusionOk="0">
                  <a:moveTo>
                    <a:pt x="10716" y="0"/>
                  </a:moveTo>
                  <a:lnTo>
                    <a:pt x="10404" y="181"/>
                  </a:lnTo>
                  <a:lnTo>
                    <a:pt x="10749" y="379"/>
                  </a:lnTo>
                  <a:lnTo>
                    <a:pt x="0" y="6574"/>
                  </a:lnTo>
                  <a:lnTo>
                    <a:pt x="312" y="6755"/>
                  </a:lnTo>
                  <a:lnTo>
                    <a:pt x="11062" y="558"/>
                  </a:lnTo>
                  <a:lnTo>
                    <a:pt x="11404" y="756"/>
                  </a:lnTo>
                  <a:lnTo>
                    <a:pt x="11715" y="574"/>
                  </a:lnTo>
                  <a:lnTo>
                    <a:pt x="1071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3821;p72">
              <a:extLst>
                <a:ext uri="{FF2B5EF4-FFF2-40B4-BE49-F238E27FC236}">
                  <a16:creationId xmlns:a16="http://schemas.microsoft.com/office/drawing/2014/main" id="{B95F1664-F2A8-B9F7-8DBD-3B754FA15EB8}"/>
                </a:ext>
              </a:extLst>
            </p:cNvPr>
            <p:cNvSpPr/>
            <p:nvPr/>
          </p:nvSpPr>
          <p:spPr>
            <a:xfrm>
              <a:off x="1346842" y="1075504"/>
              <a:ext cx="600364" cy="346228"/>
            </a:xfrm>
            <a:custGeom>
              <a:avLst/>
              <a:gdLst/>
              <a:ahLst/>
              <a:cxnLst/>
              <a:rect l="l" t="t" r="r" b="b"/>
              <a:pathLst>
                <a:path w="11715" h="6756" extrusionOk="0">
                  <a:moveTo>
                    <a:pt x="10715" y="0"/>
                  </a:moveTo>
                  <a:lnTo>
                    <a:pt x="10404" y="181"/>
                  </a:lnTo>
                  <a:lnTo>
                    <a:pt x="10749" y="379"/>
                  </a:lnTo>
                  <a:lnTo>
                    <a:pt x="0" y="6575"/>
                  </a:lnTo>
                  <a:lnTo>
                    <a:pt x="311" y="6755"/>
                  </a:lnTo>
                  <a:lnTo>
                    <a:pt x="11062" y="558"/>
                  </a:lnTo>
                  <a:lnTo>
                    <a:pt x="11404" y="756"/>
                  </a:lnTo>
                  <a:lnTo>
                    <a:pt x="11715" y="575"/>
                  </a:lnTo>
                  <a:lnTo>
                    <a:pt x="1071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3822;p72">
              <a:extLst>
                <a:ext uri="{FF2B5EF4-FFF2-40B4-BE49-F238E27FC236}">
                  <a16:creationId xmlns:a16="http://schemas.microsoft.com/office/drawing/2014/main" id="{CAC3474E-775B-DF83-B605-3744C4CF469C}"/>
                </a:ext>
              </a:extLst>
            </p:cNvPr>
            <p:cNvSpPr/>
            <p:nvPr/>
          </p:nvSpPr>
          <p:spPr>
            <a:xfrm>
              <a:off x="2976204" y="235200"/>
              <a:ext cx="3695560" cy="2131332"/>
            </a:xfrm>
            <a:custGeom>
              <a:avLst/>
              <a:gdLst/>
              <a:ahLst/>
              <a:cxnLst/>
              <a:rect l="l" t="t" r="r" b="b"/>
              <a:pathLst>
                <a:path w="72112" h="41589" extrusionOk="0">
                  <a:moveTo>
                    <a:pt x="523" y="1"/>
                  </a:moveTo>
                  <a:lnTo>
                    <a:pt x="0" y="303"/>
                  </a:lnTo>
                  <a:lnTo>
                    <a:pt x="71589" y="41588"/>
                  </a:lnTo>
                  <a:lnTo>
                    <a:pt x="72112" y="41286"/>
                  </a:lnTo>
                  <a:lnTo>
                    <a:pt x="523" y="1"/>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3823;p72">
              <a:extLst>
                <a:ext uri="{FF2B5EF4-FFF2-40B4-BE49-F238E27FC236}">
                  <a16:creationId xmlns:a16="http://schemas.microsoft.com/office/drawing/2014/main" id="{C5ED2151-3F0C-2B98-0784-31B4275B5DC9}"/>
                </a:ext>
              </a:extLst>
            </p:cNvPr>
            <p:cNvSpPr/>
            <p:nvPr/>
          </p:nvSpPr>
          <p:spPr>
            <a:xfrm>
              <a:off x="2976204" y="250677"/>
              <a:ext cx="3668757" cy="2262218"/>
            </a:xfrm>
            <a:custGeom>
              <a:avLst/>
              <a:gdLst/>
              <a:ahLst/>
              <a:cxnLst/>
              <a:rect l="l" t="t" r="r" b="b"/>
              <a:pathLst>
                <a:path w="71589" h="44143" extrusionOk="0">
                  <a:moveTo>
                    <a:pt x="0" y="1"/>
                  </a:moveTo>
                  <a:lnTo>
                    <a:pt x="0" y="2857"/>
                  </a:lnTo>
                  <a:lnTo>
                    <a:pt x="71589" y="44143"/>
                  </a:lnTo>
                  <a:lnTo>
                    <a:pt x="71589" y="41286"/>
                  </a:lnTo>
                  <a:lnTo>
                    <a:pt x="0" y="1"/>
                  </a:ln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3824;p72">
              <a:extLst>
                <a:ext uri="{FF2B5EF4-FFF2-40B4-BE49-F238E27FC236}">
                  <a16:creationId xmlns:a16="http://schemas.microsoft.com/office/drawing/2014/main" id="{4E73BED0-ABEA-682D-AF28-CB629CB6C38C}"/>
                </a:ext>
              </a:extLst>
            </p:cNvPr>
            <p:cNvSpPr/>
            <p:nvPr/>
          </p:nvSpPr>
          <p:spPr>
            <a:xfrm>
              <a:off x="6644907" y="2351001"/>
              <a:ext cx="26854" cy="161891"/>
            </a:xfrm>
            <a:custGeom>
              <a:avLst/>
              <a:gdLst/>
              <a:ahLst/>
              <a:cxnLst/>
              <a:rect l="l" t="t" r="r" b="b"/>
              <a:pathLst>
                <a:path w="524" h="3159" extrusionOk="0">
                  <a:moveTo>
                    <a:pt x="524" y="0"/>
                  </a:moveTo>
                  <a:lnTo>
                    <a:pt x="1" y="302"/>
                  </a:lnTo>
                  <a:lnTo>
                    <a:pt x="1" y="3159"/>
                  </a:lnTo>
                  <a:lnTo>
                    <a:pt x="524" y="2857"/>
                  </a:lnTo>
                  <a:lnTo>
                    <a:pt x="524" y="0"/>
                  </a:lnTo>
                  <a:close/>
                </a:path>
              </a:pathLst>
            </a:custGeom>
            <a:solidFill>
              <a:srgbClr val="717B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3825;p72">
              <a:extLst>
                <a:ext uri="{FF2B5EF4-FFF2-40B4-BE49-F238E27FC236}">
                  <a16:creationId xmlns:a16="http://schemas.microsoft.com/office/drawing/2014/main" id="{A4BB8922-722C-C3DC-076F-FE50889CD069}"/>
                </a:ext>
              </a:extLst>
            </p:cNvPr>
            <p:cNvSpPr/>
            <p:nvPr/>
          </p:nvSpPr>
          <p:spPr>
            <a:xfrm>
              <a:off x="2277547" y="235200"/>
              <a:ext cx="752672" cy="432888"/>
            </a:xfrm>
            <a:custGeom>
              <a:avLst/>
              <a:gdLst/>
              <a:ahLst/>
              <a:cxnLst/>
              <a:rect l="l" t="t" r="r" b="b"/>
              <a:pathLst>
                <a:path w="14687" h="8447" extrusionOk="0">
                  <a:moveTo>
                    <a:pt x="14162" y="1"/>
                  </a:moveTo>
                  <a:lnTo>
                    <a:pt x="1" y="8155"/>
                  </a:lnTo>
                  <a:lnTo>
                    <a:pt x="542" y="8447"/>
                  </a:lnTo>
                  <a:lnTo>
                    <a:pt x="14687" y="303"/>
                  </a:lnTo>
                  <a:lnTo>
                    <a:pt x="14162" y="1"/>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3826;p72">
              <a:extLst>
                <a:ext uri="{FF2B5EF4-FFF2-40B4-BE49-F238E27FC236}">
                  <a16:creationId xmlns:a16="http://schemas.microsoft.com/office/drawing/2014/main" id="{EBA01BAB-7859-9F51-2698-79F897E258D7}"/>
                </a:ext>
              </a:extLst>
            </p:cNvPr>
            <p:cNvSpPr/>
            <p:nvPr/>
          </p:nvSpPr>
          <p:spPr>
            <a:xfrm>
              <a:off x="1198635" y="859189"/>
              <a:ext cx="748367" cy="430786"/>
            </a:xfrm>
            <a:custGeom>
              <a:avLst/>
              <a:gdLst/>
              <a:ahLst/>
              <a:cxnLst/>
              <a:rect l="l" t="t" r="r" b="b"/>
              <a:pathLst>
                <a:path w="14603" h="8406" extrusionOk="0">
                  <a:moveTo>
                    <a:pt x="14092" y="1"/>
                  </a:moveTo>
                  <a:lnTo>
                    <a:pt x="1" y="8103"/>
                  </a:lnTo>
                  <a:lnTo>
                    <a:pt x="523" y="8405"/>
                  </a:lnTo>
                  <a:lnTo>
                    <a:pt x="14602" y="312"/>
                  </a:lnTo>
                  <a:lnTo>
                    <a:pt x="14092" y="1"/>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3827;p72">
              <a:extLst>
                <a:ext uri="{FF2B5EF4-FFF2-40B4-BE49-F238E27FC236}">
                  <a16:creationId xmlns:a16="http://schemas.microsoft.com/office/drawing/2014/main" id="{8397F9F2-F68F-7FA8-F8BB-B1525129DC22}"/>
                </a:ext>
              </a:extLst>
            </p:cNvPr>
            <p:cNvSpPr/>
            <p:nvPr/>
          </p:nvSpPr>
          <p:spPr>
            <a:xfrm>
              <a:off x="2305272" y="266256"/>
              <a:ext cx="696607" cy="548297"/>
            </a:xfrm>
            <a:custGeom>
              <a:avLst/>
              <a:gdLst/>
              <a:ahLst/>
              <a:cxnLst/>
              <a:rect l="l" t="t" r="r" b="b"/>
              <a:pathLst>
                <a:path w="13593" h="10699" extrusionOk="0">
                  <a:moveTo>
                    <a:pt x="13592" y="0"/>
                  </a:moveTo>
                  <a:lnTo>
                    <a:pt x="1" y="7841"/>
                  </a:lnTo>
                  <a:lnTo>
                    <a:pt x="1" y="10698"/>
                  </a:lnTo>
                  <a:lnTo>
                    <a:pt x="13592" y="2856"/>
                  </a:lnTo>
                  <a:lnTo>
                    <a:pt x="13592" y="0"/>
                  </a:ln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3828;p72">
              <a:extLst>
                <a:ext uri="{FF2B5EF4-FFF2-40B4-BE49-F238E27FC236}">
                  <a16:creationId xmlns:a16="http://schemas.microsoft.com/office/drawing/2014/main" id="{79FE068B-68F2-1C0D-6F3A-1997640F774F}"/>
                </a:ext>
              </a:extLst>
            </p:cNvPr>
            <p:cNvSpPr/>
            <p:nvPr/>
          </p:nvSpPr>
          <p:spPr>
            <a:xfrm>
              <a:off x="1225437" y="875126"/>
              <a:ext cx="721565" cy="561211"/>
            </a:xfrm>
            <a:custGeom>
              <a:avLst/>
              <a:gdLst/>
              <a:ahLst/>
              <a:cxnLst/>
              <a:rect l="l" t="t" r="r" b="b"/>
              <a:pathLst>
                <a:path w="14080" h="10951" extrusionOk="0">
                  <a:moveTo>
                    <a:pt x="14079" y="1"/>
                  </a:moveTo>
                  <a:lnTo>
                    <a:pt x="0" y="8094"/>
                  </a:lnTo>
                  <a:lnTo>
                    <a:pt x="0" y="10951"/>
                  </a:lnTo>
                  <a:lnTo>
                    <a:pt x="14079" y="2857"/>
                  </a:lnTo>
                  <a:lnTo>
                    <a:pt x="14079" y="1"/>
                  </a:ln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3829;p72">
              <a:extLst>
                <a:ext uri="{FF2B5EF4-FFF2-40B4-BE49-F238E27FC236}">
                  <a16:creationId xmlns:a16="http://schemas.microsoft.com/office/drawing/2014/main" id="{E712629B-2001-2B07-67E7-E49B7F2DE883}"/>
                </a:ext>
              </a:extLst>
            </p:cNvPr>
            <p:cNvSpPr/>
            <p:nvPr/>
          </p:nvSpPr>
          <p:spPr>
            <a:xfrm>
              <a:off x="2277547" y="653123"/>
              <a:ext cx="27776" cy="161430"/>
            </a:xfrm>
            <a:custGeom>
              <a:avLst/>
              <a:gdLst/>
              <a:ahLst/>
              <a:cxnLst/>
              <a:rect l="l" t="t" r="r" b="b"/>
              <a:pathLst>
                <a:path w="542" h="3150" extrusionOk="0">
                  <a:moveTo>
                    <a:pt x="1" y="0"/>
                  </a:moveTo>
                  <a:lnTo>
                    <a:pt x="1" y="2850"/>
                  </a:lnTo>
                  <a:lnTo>
                    <a:pt x="542" y="3149"/>
                  </a:lnTo>
                  <a:lnTo>
                    <a:pt x="542" y="292"/>
                  </a:lnTo>
                  <a:lnTo>
                    <a:pt x="1" y="0"/>
                  </a:lnTo>
                  <a:close/>
                </a:path>
              </a:pathLst>
            </a:custGeom>
            <a:solidFill>
              <a:srgbClr val="717B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3830;p72">
              <a:extLst>
                <a:ext uri="{FF2B5EF4-FFF2-40B4-BE49-F238E27FC236}">
                  <a16:creationId xmlns:a16="http://schemas.microsoft.com/office/drawing/2014/main" id="{7128CBD7-4AF6-8CFD-A00F-0BD234F5F3BE}"/>
                </a:ext>
              </a:extLst>
            </p:cNvPr>
            <p:cNvSpPr/>
            <p:nvPr/>
          </p:nvSpPr>
          <p:spPr>
            <a:xfrm>
              <a:off x="4840279" y="2335063"/>
              <a:ext cx="1831483" cy="1055084"/>
            </a:xfrm>
            <a:custGeom>
              <a:avLst/>
              <a:gdLst/>
              <a:ahLst/>
              <a:cxnLst/>
              <a:rect l="l" t="t" r="r" b="b"/>
              <a:pathLst>
                <a:path w="35738" h="20588" extrusionOk="0">
                  <a:moveTo>
                    <a:pt x="35227" y="0"/>
                  </a:moveTo>
                  <a:lnTo>
                    <a:pt x="0" y="20285"/>
                  </a:lnTo>
                  <a:lnTo>
                    <a:pt x="523" y="20587"/>
                  </a:lnTo>
                  <a:lnTo>
                    <a:pt x="35738" y="311"/>
                  </a:lnTo>
                  <a:lnTo>
                    <a:pt x="35227" y="0"/>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3831;p72">
              <a:extLst>
                <a:ext uri="{FF2B5EF4-FFF2-40B4-BE49-F238E27FC236}">
                  <a16:creationId xmlns:a16="http://schemas.microsoft.com/office/drawing/2014/main" id="{3B5439C2-0406-053A-135C-B3AE8E03B44D}"/>
                </a:ext>
              </a:extLst>
            </p:cNvPr>
            <p:cNvSpPr/>
            <p:nvPr/>
          </p:nvSpPr>
          <p:spPr>
            <a:xfrm>
              <a:off x="4867030" y="2351001"/>
              <a:ext cx="1808422" cy="1185508"/>
            </a:xfrm>
            <a:custGeom>
              <a:avLst/>
              <a:gdLst/>
              <a:ahLst/>
              <a:cxnLst/>
              <a:rect l="l" t="t" r="r" b="b"/>
              <a:pathLst>
                <a:path w="35288" h="23133" extrusionOk="0">
                  <a:moveTo>
                    <a:pt x="35216" y="0"/>
                  </a:moveTo>
                  <a:lnTo>
                    <a:pt x="1" y="20276"/>
                  </a:lnTo>
                  <a:lnTo>
                    <a:pt x="1" y="23132"/>
                  </a:lnTo>
                  <a:lnTo>
                    <a:pt x="35288" y="2844"/>
                  </a:lnTo>
                  <a:lnTo>
                    <a:pt x="35216" y="0"/>
                  </a:ln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3832;p72">
              <a:extLst>
                <a:ext uri="{FF2B5EF4-FFF2-40B4-BE49-F238E27FC236}">
                  <a16:creationId xmlns:a16="http://schemas.microsoft.com/office/drawing/2014/main" id="{8B6C9F9F-C27B-CFA3-9541-5B20C84C684D}"/>
                </a:ext>
              </a:extLst>
            </p:cNvPr>
            <p:cNvSpPr/>
            <p:nvPr/>
          </p:nvSpPr>
          <p:spPr>
            <a:xfrm>
              <a:off x="1198635" y="1258816"/>
              <a:ext cx="3695560" cy="2131332"/>
            </a:xfrm>
            <a:custGeom>
              <a:avLst/>
              <a:gdLst/>
              <a:ahLst/>
              <a:cxnLst/>
              <a:rect l="l" t="t" r="r" b="b"/>
              <a:pathLst>
                <a:path w="72112" h="41589" extrusionOk="0">
                  <a:moveTo>
                    <a:pt x="523" y="0"/>
                  </a:moveTo>
                  <a:lnTo>
                    <a:pt x="1" y="302"/>
                  </a:lnTo>
                  <a:lnTo>
                    <a:pt x="71589" y="41588"/>
                  </a:lnTo>
                  <a:lnTo>
                    <a:pt x="72112" y="41286"/>
                  </a:lnTo>
                  <a:lnTo>
                    <a:pt x="523" y="0"/>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3833;p72">
              <a:extLst>
                <a:ext uri="{FF2B5EF4-FFF2-40B4-BE49-F238E27FC236}">
                  <a16:creationId xmlns:a16="http://schemas.microsoft.com/office/drawing/2014/main" id="{82E5197A-21FC-DF9F-CA2F-92B488C35A2E}"/>
                </a:ext>
              </a:extLst>
            </p:cNvPr>
            <p:cNvSpPr/>
            <p:nvPr/>
          </p:nvSpPr>
          <p:spPr>
            <a:xfrm>
              <a:off x="1198635" y="1274293"/>
              <a:ext cx="3668809" cy="2262218"/>
            </a:xfrm>
            <a:custGeom>
              <a:avLst/>
              <a:gdLst/>
              <a:ahLst/>
              <a:cxnLst/>
              <a:rect l="l" t="t" r="r" b="b"/>
              <a:pathLst>
                <a:path w="71590" h="44143" extrusionOk="0">
                  <a:moveTo>
                    <a:pt x="1" y="0"/>
                  </a:moveTo>
                  <a:lnTo>
                    <a:pt x="1" y="2856"/>
                  </a:lnTo>
                  <a:lnTo>
                    <a:pt x="71589" y="44142"/>
                  </a:lnTo>
                  <a:lnTo>
                    <a:pt x="71589" y="41286"/>
                  </a:lnTo>
                  <a:lnTo>
                    <a:pt x="1" y="0"/>
                  </a:ln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3834;p72">
              <a:extLst>
                <a:ext uri="{FF2B5EF4-FFF2-40B4-BE49-F238E27FC236}">
                  <a16:creationId xmlns:a16="http://schemas.microsoft.com/office/drawing/2014/main" id="{4018B8C7-9CA4-CDE1-9FAB-342F30CEB89D}"/>
                </a:ext>
              </a:extLst>
            </p:cNvPr>
            <p:cNvSpPr/>
            <p:nvPr/>
          </p:nvSpPr>
          <p:spPr>
            <a:xfrm>
              <a:off x="4867389" y="3374566"/>
              <a:ext cx="26802" cy="161942"/>
            </a:xfrm>
            <a:custGeom>
              <a:avLst/>
              <a:gdLst/>
              <a:ahLst/>
              <a:cxnLst/>
              <a:rect l="l" t="t" r="r" b="b"/>
              <a:pathLst>
                <a:path w="523" h="3160" extrusionOk="0">
                  <a:moveTo>
                    <a:pt x="523" y="1"/>
                  </a:moveTo>
                  <a:lnTo>
                    <a:pt x="0" y="303"/>
                  </a:lnTo>
                  <a:lnTo>
                    <a:pt x="0" y="3159"/>
                  </a:lnTo>
                  <a:lnTo>
                    <a:pt x="523" y="2857"/>
                  </a:lnTo>
                  <a:lnTo>
                    <a:pt x="523" y="1"/>
                  </a:lnTo>
                  <a:close/>
                </a:path>
              </a:pathLst>
            </a:custGeom>
            <a:solidFill>
              <a:srgbClr val="717B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3835;p72">
              <a:extLst>
                <a:ext uri="{FF2B5EF4-FFF2-40B4-BE49-F238E27FC236}">
                  <a16:creationId xmlns:a16="http://schemas.microsoft.com/office/drawing/2014/main" id="{59B9E9A1-C101-81A6-EE08-43B1BB6C11B9}"/>
                </a:ext>
              </a:extLst>
            </p:cNvPr>
            <p:cNvSpPr/>
            <p:nvPr/>
          </p:nvSpPr>
          <p:spPr>
            <a:xfrm>
              <a:off x="2104639" y="1049163"/>
              <a:ext cx="266999" cy="145748"/>
            </a:xfrm>
            <a:custGeom>
              <a:avLst/>
              <a:gdLst/>
              <a:ahLst/>
              <a:cxnLst/>
              <a:rect l="l" t="t" r="r" b="b"/>
              <a:pathLst>
                <a:path w="5210" h="2844" extrusionOk="0">
                  <a:moveTo>
                    <a:pt x="1054" y="1"/>
                  </a:moveTo>
                  <a:lnTo>
                    <a:pt x="0" y="609"/>
                  </a:lnTo>
                  <a:lnTo>
                    <a:pt x="3197" y="2455"/>
                  </a:lnTo>
                  <a:lnTo>
                    <a:pt x="2525" y="2843"/>
                  </a:lnTo>
                  <a:lnTo>
                    <a:pt x="5210" y="2843"/>
                  </a:lnTo>
                  <a:lnTo>
                    <a:pt x="4900" y="1473"/>
                  </a:lnTo>
                  <a:lnTo>
                    <a:pt x="4250" y="1847"/>
                  </a:lnTo>
                  <a:lnTo>
                    <a:pt x="105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3836;p72">
              <a:extLst>
                <a:ext uri="{FF2B5EF4-FFF2-40B4-BE49-F238E27FC236}">
                  <a16:creationId xmlns:a16="http://schemas.microsoft.com/office/drawing/2014/main" id="{41190E3B-0A74-93B2-7CC0-86F9BB487369}"/>
                </a:ext>
              </a:extLst>
            </p:cNvPr>
            <p:cNvSpPr/>
            <p:nvPr/>
          </p:nvSpPr>
          <p:spPr>
            <a:xfrm>
              <a:off x="2364924" y="912230"/>
              <a:ext cx="261516" cy="154152"/>
            </a:xfrm>
            <a:custGeom>
              <a:avLst/>
              <a:gdLst/>
              <a:ahLst/>
              <a:cxnLst/>
              <a:rect l="l" t="t" r="r" b="b"/>
              <a:pathLst>
                <a:path w="5103" h="3008" extrusionOk="0">
                  <a:moveTo>
                    <a:pt x="1" y="1"/>
                  </a:moveTo>
                  <a:lnTo>
                    <a:pt x="382" y="1541"/>
                  </a:lnTo>
                  <a:lnTo>
                    <a:pt x="989" y="1190"/>
                  </a:lnTo>
                  <a:lnTo>
                    <a:pt x="4135" y="3007"/>
                  </a:lnTo>
                  <a:lnTo>
                    <a:pt x="5103" y="2447"/>
                  </a:lnTo>
                  <a:lnTo>
                    <a:pt x="1957" y="632"/>
                  </a:lnTo>
                  <a:lnTo>
                    <a:pt x="2564" y="28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3837;p72">
              <a:extLst>
                <a:ext uri="{FF2B5EF4-FFF2-40B4-BE49-F238E27FC236}">
                  <a16:creationId xmlns:a16="http://schemas.microsoft.com/office/drawing/2014/main" id="{2F07F27F-3ED8-B6E4-11C4-DF24DDA29458}"/>
                </a:ext>
              </a:extLst>
            </p:cNvPr>
            <p:cNvSpPr/>
            <p:nvPr/>
          </p:nvSpPr>
          <p:spPr>
            <a:xfrm>
              <a:off x="4314326" y="2335678"/>
              <a:ext cx="266999" cy="145697"/>
            </a:xfrm>
            <a:custGeom>
              <a:avLst/>
              <a:gdLst/>
              <a:ahLst/>
              <a:cxnLst/>
              <a:rect l="l" t="t" r="r" b="b"/>
              <a:pathLst>
                <a:path w="5210" h="2843" extrusionOk="0">
                  <a:moveTo>
                    <a:pt x="1054" y="0"/>
                  </a:moveTo>
                  <a:lnTo>
                    <a:pt x="0" y="609"/>
                  </a:lnTo>
                  <a:lnTo>
                    <a:pt x="3197" y="2453"/>
                  </a:lnTo>
                  <a:lnTo>
                    <a:pt x="2525" y="2843"/>
                  </a:lnTo>
                  <a:lnTo>
                    <a:pt x="5210" y="2843"/>
                  </a:lnTo>
                  <a:lnTo>
                    <a:pt x="4899" y="1471"/>
                  </a:lnTo>
                  <a:lnTo>
                    <a:pt x="4250" y="1846"/>
                  </a:lnTo>
                  <a:lnTo>
                    <a:pt x="105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3838;p72">
              <a:extLst>
                <a:ext uri="{FF2B5EF4-FFF2-40B4-BE49-F238E27FC236}">
                  <a16:creationId xmlns:a16="http://schemas.microsoft.com/office/drawing/2014/main" id="{7AE8B29E-A8F9-6754-180E-C5739C9D4417}"/>
                </a:ext>
              </a:extLst>
            </p:cNvPr>
            <p:cNvSpPr/>
            <p:nvPr/>
          </p:nvSpPr>
          <p:spPr>
            <a:xfrm>
              <a:off x="4574612" y="2198745"/>
              <a:ext cx="261516" cy="154050"/>
            </a:xfrm>
            <a:custGeom>
              <a:avLst/>
              <a:gdLst/>
              <a:ahLst/>
              <a:cxnLst/>
              <a:rect l="l" t="t" r="r" b="b"/>
              <a:pathLst>
                <a:path w="5103" h="3006" extrusionOk="0">
                  <a:moveTo>
                    <a:pt x="1" y="0"/>
                  </a:moveTo>
                  <a:lnTo>
                    <a:pt x="382" y="1539"/>
                  </a:lnTo>
                  <a:lnTo>
                    <a:pt x="989" y="1190"/>
                  </a:lnTo>
                  <a:lnTo>
                    <a:pt x="4134" y="3005"/>
                  </a:lnTo>
                  <a:lnTo>
                    <a:pt x="5103" y="2447"/>
                  </a:lnTo>
                  <a:lnTo>
                    <a:pt x="1957" y="630"/>
                  </a:lnTo>
                  <a:lnTo>
                    <a:pt x="2564" y="281"/>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3839;p72">
              <a:extLst>
                <a:ext uri="{FF2B5EF4-FFF2-40B4-BE49-F238E27FC236}">
                  <a16:creationId xmlns:a16="http://schemas.microsoft.com/office/drawing/2014/main" id="{2F7B59BE-5C34-F4A2-9AD5-4A3598A3440B}"/>
                </a:ext>
              </a:extLst>
            </p:cNvPr>
            <p:cNvSpPr/>
            <p:nvPr/>
          </p:nvSpPr>
          <p:spPr>
            <a:xfrm>
              <a:off x="3345801" y="2457493"/>
              <a:ext cx="15067" cy="21883"/>
            </a:xfrm>
            <a:custGeom>
              <a:avLst/>
              <a:gdLst/>
              <a:ahLst/>
              <a:cxnLst/>
              <a:rect l="l" t="t" r="r" b="b"/>
              <a:pathLst>
                <a:path w="294" h="427" extrusionOk="0">
                  <a:moveTo>
                    <a:pt x="89" y="1"/>
                  </a:moveTo>
                  <a:cubicBezTo>
                    <a:pt x="37" y="1"/>
                    <a:pt x="0" y="49"/>
                    <a:pt x="0" y="129"/>
                  </a:cubicBezTo>
                  <a:cubicBezTo>
                    <a:pt x="0" y="236"/>
                    <a:pt x="66" y="362"/>
                    <a:pt x="146" y="409"/>
                  </a:cubicBezTo>
                  <a:cubicBezTo>
                    <a:pt x="167" y="421"/>
                    <a:pt x="186" y="426"/>
                    <a:pt x="204" y="426"/>
                  </a:cubicBezTo>
                  <a:cubicBezTo>
                    <a:pt x="256" y="426"/>
                    <a:pt x="293" y="378"/>
                    <a:pt x="293" y="297"/>
                  </a:cubicBezTo>
                  <a:cubicBezTo>
                    <a:pt x="293" y="190"/>
                    <a:pt x="227" y="64"/>
                    <a:pt x="146" y="18"/>
                  </a:cubicBezTo>
                  <a:cubicBezTo>
                    <a:pt x="126" y="6"/>
                    <a:pt x="106" y="1"/>
                    <a:pt x="89"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3840;p72">
              <a:extLst>
                <a:ext uri="{FF2B5EF4-FFF2-40B4-BE49-F238E27FC236}">
                  <a16:creationId xmlns:a16="http://schemas.microsoft.com/office/drawing/2014/main" id="{F601ED35-5DB0-BCB8-85CA-061F49D1898C}"/>
                </a:ext>
              </a:extLst>
            </p:cNvPr>
            <p:cNvSpPr/>
            <p:nvPr/>
          </p:nvSpPr>
          <p:spPr>
            <a:xfrm>
              <a:off x="3503950" y="2553941"/>
              <a:ext cx="10916" cy="15733"/>
            </a:xfrm>
            <a:custGeom>
              <a:avLst/>
              <a:gdLst/>
              <a:ahLst/>
              <a:cxnLst/>
              <a:rect l="l" t="t" r="r" b="b"/>
              <a:pathLst>
                <a:path w="213" h="307" extrusionOk="0">
                  <a:moveTo>
                    <a:pt x="65" y="1"/>
                  </a:moveTo>
                  <a:cubicBezTo>
                    <a:pt x="27" y="1"/>
                    <a:pt x="0" y="35"/>
                    <a:pt x="0" y="92"/>
                  </a:cubicBezTo>
                  <a:cubicBezTo>
                    <a:pt x="0" y="171"/>
                    <a:pt x="48" y="260"/>
                    <a:pt x="106" y="293"/>
                  </a:cubicBezTo>
                  <a:cubicBezTo>
                    <a:pt x="121" y="302"/>
                    <a:pt x="136" y="306"/>
                    <a:pt x="148" y="306"/>
                  </a:cubicBezTo>
                  <a:cubicBezTo>
                    <a:pt x="186" y="306"/>
                    <a:pt x="212" y="272"/>
                    <a:pt x="212" y="214"/>
                  </a:cubicBezTo>
                  <a:cubicBezTo>
                    <a:pt x="212" y="137"/>
                    <a:pt x="165" y="46"/>
                    <a:pt x="106" y="13"/>
                  </a:cubicBezTo>
                  <a:cubicBezTo>
                    <a:pt x="92" y="5"/>
                    <a:pt x="78" y="1"/>
                    <a:pt x="65"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3841;p72">
              <a:extLst>
                <a:ext uri="{FF2B5EF4-FFF2-40B4-BE49-F238E27FC236}">
                  <a16:creationId xmlns:a16="http://schemas.microsoft.com/office/drawing/2014/main" id="{1E556CCB-15D7-A039-5244-E9B359B9EA1F}"/>
                </a:ext>
              </a:extLst>
            </p:cNvPr>
            <p:cNvSpPr/>
            <p:nvPr/>
          </p:nvSpPr>
          <p:spPr>
            <a:xfrm>
              <a:off x="3830243" y="2321175"/>
              <a:ext cx="28442" cy="17629"/>
            </a:xfrm>
            <a:custGeom>
              <a:avLst/>
              <a:gdLst/>
              <a:ahLst/>
              <a:cxnLst/>
              <a:rect l="l" t="t" r="r" b="b"/>
              <a:pathLst>
                <a:path w="555" h="344" extrusionOk="0">
                  <a:moveTo>
                    <a:pt x="455" y="1"/>
                  </a:moveTo>
                  <a:cubicBezTo>
                    <a:pt x="418" y="1"/>
                    <a:pt x="369" y="16"/>
                    <a:pt x="310" y="38"/>
                  </a:cubicBezTo>
                  <a:cubicBezTo>
                    <a:pt x="217" y="75"/>
                    <a:pt x="1" y="173"/>
                    <a:pt x="56" y="291"/>
                  </a:cubicBezTo>
                  <a:cubicBezTo>
                    <a:pt x="74" y="329"/>
                    <a:pt x="101" y="343"/>
                    <a:pt x="134" y="343"/>
                  </a:cubicBezTo>
                  <a:cubicBezTo>
                    <a:pt x="201" y="343"/>
                    <a:pt x="291" y="282"/>
                    <a:pt x="367" y="242"/>
                  </a:cubicBezTo>
                  <a:cubicBezTo>
                    <a:pt x="416" y="217"/>
                    <a:pt x="554" y="145"/>
                    <a:pt x="523" y="49"/>
                  </a:cubicBezTo>
                  <a:cubicBezTo>
                    <a:pt x="514" y="15"/>
                    <a:pt x="490" y="1"/>
                    <a:pt x="455"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3842;p72">
              <a:extLst>
                <a:ext uri="{FF2B5EF4-FFF2-40B4-BE49-F238E27FC236}">
                  <a16:creationId xmlns:a16="http://schemas.microsoft.com/office/drawing/2014/main" id="{0162FE81-C986-653E-720A-A12C417A7B31}"/>
                </a:ext>
              </a:extLst>
            </p:cNvPr>
            <p:cNvSpPr/>
            <p:nvPr/>
          </p:nvSpPr>
          <p:spPr>
            <a:xfrm>
              <a:off x="3961641" y="2244765"/>
              <a:ext cx="28391" cy="17527"/>
            </a:xfrm>
            <a:custGeom>
              <a:avLst/>
              <a:gdLst/>
              <a:ahLst/>
              <a:cxnLst/>
              <a:rect l="l" t="t" r="r" b="b"/>
              <a:pathLst>
                <a:path w="554" h="342" extrusionOk="0">
                  <a:moveTo>
                    <a:pt x="455" y="0"/>
                  </a:moveTo>
                  <a:cubicBezTo>
                    <a:pt x="419" y="0"/>
                    <a:pt x="370" y="15"/>
                    <a:pt x="311" y="37"/>
                  </a:cubicBezTo>
                  <a:cubicBezTo>
                    <a:pt x="216" y="74"/>
                    <a:pt x="0" y="172"/>
                    <a:pt x="57" y="290"/>
                  </a:cubicBezTo>
                  <a:cubicBezTo>
                    <a:pt x="75" y="328"/>
                    <a:pt x="102" y="342"/>
                    <a:pt x="135" y="342"/>
                  </a:cubicBezTo>
                  <a:cubicBezTo>
                    <a:pt x="202" y="342"/>
                    <a:pt x="291" y="282"/>
                    <a:pt x="366" y="241"/>
                  </a:cubicBezTo>
                  <a:cubicBezTo>
                    <a:pt x="416" y="215"/>
                    <a:pt x="554" y="145"/>
                    <a:pt x="524" y="48"/>
                  </a:cubicBezTo>
                  <a:cubicBezTo>
                    <a:pt x="514" y="14"/>
                    <a:pt x="490" y="0"/>
                    <a:pt x="455"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6" name="Google Shape;3931;p72">
            <a:extLst>
              <a:ext uri="{FF2B5EF4-FFF2-40B4-BE49-F238E27FC236}">
                <a16:creationId xmlns:a16="http://schemas.microsoft.com/office/drawing/2014/main" id="{B00BE72F-3A66-D62E-9B25-2D813210513E}"/>
              </a:ext>
            </a:extLst>
          </p:cNvPr>
          <p:cNvGrpSpPr/>
          <p:nvPr/>
        </p:nvGrpSpPr>
        <p:grpSpPr>
          <a:xfrm>
            <a:off x="910490" y="3918686"/>
            <a:ext cx="389502" cy="271651"/>
            <a:chOff x="2098484" y="4952499"/>
            <a:chExt cx="712750" cy="513909"/>
          </a:xfrm>
        </p:grpSpPr>
        <p:sp>
          <p:nvSpPr>
            <p:cNvPr id="1627" name="Google Shape;3932;p72">
              <a:extLst>
                <a:ext uri="{FF2B5EF4-FFF2-40B4-BE49-F238E27FC236}">
                  <a16:creationId xmlns:a16="http://schemas.microsoft.com/office/drawing/2014/main" id="{0819744F-FA1A-A58B-E4CB-0FEC75BB4918}"/>
                </a:ext>
              </a:extLst>
            </p:cNvPr>
            <p:cNvSpPr/>
            <p:nvPr/>
          </p:nvSpPr>
          <p:spPr>
            <a:xfrm>
              <a:off x="2382088" y="5320609"/>
              <a:ext cx="78767" cy="64572"/>
            </a:xfrm>
            <a:custGeom>
              <a:avLst/>
              <a:gdLst/>
              <a:ahLst/>
              <a:cxnLst/>
              <a:rect l="l" t="t" r="r" b="b"/>
              <a:pathLst>
                <a:path w="1537" h="1260" extrusionOk="0">
                  <a:moveTo>
                    <a:pt x="589" y="0"/>
                  </a:moveTo>
                  <a:cubicBezTo>
                    <a:pt x="136" y="0"/>
                    <a:pt x="1" y="325"/>
                    <a:pt x="1" y="325"/>
                  </a:cubicBezTo>
                  <a:lnTo>
                    <a:pt x="1031" y="1066"/>
                  </a:lnTo>
                  <a:lnTo>
                    <a:pt x="1368" y="1259"/>
                  </a:lnTo>
                  <a:cubicBezTo>
                    <a:pt x="1368" y="1259"/>
                    <a:pt x="1537" y="925"/>
                    <a:pt x="1509" y="742"/>
                  </a:cubicBezTo>
                  <a:cubicBezTo>
                    <a:pt x="1483" y="562"/>
                    <a:pt x="1217" y="54"/>
                    <a:pt x="686" y="5"/>
                  </a:cubicBezTo>
                  <a:cubicBezTo>
                    <a:pt x="652" y="2"/>
                    <a:pt x="620" y="0"/>
                    <a:pt x="589" y="0"/>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3933;p72">
              <a:extLst>
                <a:ext uri="{FF2B5EF4-FFF2-40B4-BE49-F238E27FC236}">
                  <a16:creationId xmlns:a16="http://schemas.microsoft.com/office/drawing/2014/main" id="{441EE58E-70A5-11CF-2EA3-D3DE85BEDD97}"/>
                </a:ext>
              </a:extLst>
            </p:cNvPr>
            <p:cNvSpPr/>
            <p:nvPr/>
          </p:nvSpPr>
          <p:spPr>
            <a:xfrm>
              <a:off x="2710276" y="5128739"/>
              <a:ext cx="78767" cy="65084"/>
            </a:xfrm>
            <a:custGeom>
              <a:avLst/>
              <a:gdLst/>
              <a:ahLst/>
              <a:cxnLst/>
              <a:rect l="l" t="t" r="r" b="b"/>
              <a:pathLst>
                <a:path w="1537" h="1270" extrusionOk="0">
                  <a:moveTo>
                    <a:pt x="589" y="0"/>
                  </a:moveTo>
                  <a:cubicBezTo>
                    <a:pt x="136" y="0"/>
                    <a:pt x="1" y="326"/>
                    <a:pt x="1" y="326"/>
                  </a:cubicBezTo>
                  <a:lnTo>
                    <a:pt x="1032" y="1068"/>
                  </a:lnTo>
                  <a:lnTo>
                    <a:pt x="1373" y="1270"/>
                  </a:lnTo>
                  <a:cubicBezTo>
                    <a:pt x="1373" y="1270"/>
                    <a:pt x="1537" y="927"/>
                    <a:pt x="1511" y="744"/>
                  </a:cubicBezTo>
                  <a:cubicBezTo>
                    <a:pt x="1485" y="563"/>
                    <a:pt x="1218" y="56"/>
                    <a:pt x="686" y="5"/>
                  </a:cubicBezTo>
                  <a:cubicBezTo>
                    <a:pt x="652" y="2"/>
                    <a:pt x="620" y="0"/>
                    <a:pt x="589" y="0"/>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3934;p72">
              <a:extLst>
                <a:ext uri="{FF2B5EF4-FFF2-40B4-BE49-F238E27FC236}">
                  <a16:creationId xmlns:a16="http://schemas.microsoft.com/office/drawing/2014/main" id="{EC66AB43-58BA-B698-5BA0-74DDF3130BAA}"/>
                </a:ext>
              </a:extLst>
            </p:cNvPr>
            <p:cNvSpPr/>
            <p:nvPr/>
          </p:nvSpPr>
          <p:spPr>
            <a:xfrm>
              <a:off x="2291021" y="5083436"/>
              <a:ext cx="40947" cy="42894"/>
            </a:xfrm>
            <a:custGeom>
              <a:avLst/>
              <a:gdLst/>
              <a:ahLst/>
              <a:cxnLst/>
              <a:rect l="l" t="t" r="r" b="b"/>
              <a:pathLst>
                <a:path w="799" h="837" extrusionOk="0">
                  <a:moveTo>
                    <a:pt x="138" y="0"/>
                  </a:moveTo>
                  <a:cubicBezTo>
                    <a:pt x="107" y="0"/>
                    <a:pt x="79" y="8"/>
                    <a:pt x="54" y="20"/>
                  </a:cubicBezTo>
                  <a:cubicBezTo>
                    <a:pt x="12" y="81"/>
                    <a:pt x="1" y="178"/>
                    <a:pt x="48" y="297"/>
                  </a:cubicBezTo>
                  <a:cubicBezTo>
                    <a:pt x="150" y="549"/>
                    <a:pt x="410" y="837"/>
                    <a:pt x="482" y="837"/>
                  </a:cubicBezTo>
                  <a:cubicBezTo>
                    <a:pt x="531" y="837"/>
                    <a:pt x="700" y="584"/>
                    <a:pt x="798" y="428"/>
                  </a:cubicBezTo>
                  <a:cubicBezTo>
                    <a:pt x="697" y="339"/>
                    <a:pt x="361" y="54"/>
                    <a:pt x="191" y="8"/>
                  </a:cubicBezTo>
                  <a:cubicBezTo>
                    <a:pt x="173" y="3"/>
                    <a:pt x="155" y="0"/>
                    <a:pt x="138" y="0"/>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3935;p72">
              <a:extLst>
                <a:ext uri="{FF2B5EF4-FFF2-40B4-BE49-F238E27FC236}">
                  <a16:creationId xmlns:a16="http://schemas.microsoft.com/office/drawing/2014/main" id="{FA86DC55-9D19-4B8E-C09B-240A6E2E8450}"/>
                </a:ext>
              </a:extLst>
            </p:cNvPr>
            <p:cNvSpPr/>
            <p:nvPr/>
          </p:nvSpPr>
          <p:spPr>
            <a:xfrm>
              <a:off x="2293788" y="5078721"/>
              <a:ext cx="46328" cy="26649"/>
            </a:xfrm>
            <a:custGeom>
              <a:avLst/>
              <a:gdLst/>
              <a:ahLst/>
              <a:cxnLst/>
              <a:rect l="l" t="t" r="r" b="b"/>
              <a:pathLst>
                <a:path w="904" h="520" extrusionOk="0">
                  <a:moveTo>
                    <a:pt x="247" y="1"/>
                  </a:moveTo>
                  <a:cubicBezTo>
                    <a:pt x="145" y="1"/>
                    <a:pt x="39" y="53"/>
                    <a:pt x="0" y="112"/>
                  </a:cubicBezTo>
                  <a:cubicBezTo>
                    <a:pt x="25" y="100"/>
                    <a:pt x="53" y="92"/>
                    <a:pt x="84" y="92"/>
                  </a:cubicBezTo>
                  <a:cubicBezTo>
                    <a:pt x="101" y="92"/>
                    <a:pt x="119" y="95"/>
                    <a:pt x="137" y="100"/>
                  </a:cubicBezTo>
                  <a:cubicBezTo>
                    <a:pt x="307" y="146"/>
                    <a:pt x="643" y="431"/>
                    <a:pt x="744" y="520"/>
                  </a:cubicBezTo>
                  <a:cubicBezTo>
                    <a:pt x="790" y="448"/>
                    <a:pt x="903" y="374"/>
                    <a:pt x="903" y="374"/>
                  </a:cubicBezTo>
                  <a:cubicBezTo>
                    <a:pt x="903" y="374"/>
                    <a:pt x="540" y="119"/>
                    <a:pt x="355" y="24"/>
                  </a:cubicBezTo>
                  <a:cubicBezTo>
                    <a:pt x="322" y="8"/>
                    <a:pt x="285" y="1"/>
                    <a:pt x="247" y="1"/>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3936;p72">
              <a:extLst>
                <a:ext uri="{FF2B5EF4-FFF2-40B4-BE49-F238E27FC236}">
                  <a16:creationId xmlns:a16="http://schemas.microsoft.com/office/drawing/2014/main" id="{0B9948F8-6ED6-7C6E-1167-0CEE378C845F}"/>
                </a:ext>
              </a:extLst>
            </p:cNvPr>
            <p:cNvSpPr/>
            <p:nvPr/>
          </p:nvSpPr>
          <p:spPr>
            <a:xfrm>
              <a:off x="2339809" y="5332601"/>
              <a:ext cx="101983" cy="133807"/>
            </a:xfrm>
            <a:custGeom>
              <a:avLst/>
              <a:gdLst/>
              <a:ahLst/>
              <a:cxnLst/>
              <a:rect l="l" t="t" r="r" b="b"/>
              <a:pathLst>
                <a:path w="1990" h="2611" extrusionOk="0">
                  <a:moveTo>
                    <a:pt x="1174" y="1"/>
                  </a:moveTo>
                  <a:cubicBezTo>
                    <a:pt x="1066" y="1"/>
                    <a:pt x="932" y="35"/>
                    <a:pt x="818" y="101"/>
                  </a:cubicBezTo>
                  <a:cubicBezTo>
                    <a:pt x="367" y="361"/>
                    <a:pt x="1" y="1059"/>
                    <a:pt x="1" y="1661"/>
                  </a:cubicBezTo>
                  <a:cubicBezTo>
                    <a:pt x="1" y="1792"/>
                    <a:pt x="19" y="1907"/>
                    <a:pt x="50" y="2005"/>
                  </a:cubicBezTo>
                  <a:cubicBezTo>
                    <a:pt x="61" y="2037"/>
                    <a:pt x="96" y="2120"/>
                    <a:pt x="117" y="2161"/>
                  </a:cubicBezTo>
                  <a:cubicBezTo>
                    <a:pt x="170" y="2256"/>
                    <a:pt x="285" y="2426"/>
                    <a:pt x="473" y="2531"/>
                  </a:cubicBezTo>
                  <a:cubicBezTo>
                    <a:pt x="584" y="2591"/>
                    <a:pt x="694" y="2610"/>
                    <a:pt x="788" y="2610"/>
                  </a:cubicBezTo>
                  <a:cubicBezTo>
                    <a:pt x="953" y="2610"/>
                    <a:pt x="1073" y="2552"/>
                    <a:pt x="1073" y="2552"/>
                  </a:cubicBezTo>
                  <a:lnTo>
                    <a:pt x="1989" y="668"/>
                  </a:lnTo>
                  <a:cubicBezTo>
                    <a:pt x="1989" y="668"/>
                    <a:pt x="1954" y="306"/>
                    <a:pt x="1698" y="148"/>
                  </a:cubicBezTo>
                  <a:cubicBezTo>
                    <a:pt x="1474" y="9"/>
                    <a:pt x="1258" y="1"/>
                    <a:pt x="1174"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3937;p72">
              <a:extLst>
                <a:ext uri="{FF2B5EF4-FFF2-40B4-BE49-F238E27FC236}">
                  <a16:creationId xmlns:a16="http://schemas.microsoft.com/office/drawing/2014/main" id="{49F1C0ED-E4F1-730B-3B4B-DFB1058CDCB8}"/>
                </a:ext>
              </a:extLst>
            </p:cNvPr>
            <p:cNvSpPr/>
            <p:nvPr/>
          </p:nvSpPr>
          <p:spPr>
            <a:xfrm>
              <a:off x="2359385" y="5343619"/>
              <a:ext cx="83790" cy="121713"/>
            </a:xfrm>
            <a:custGeom>
              <a:avLst/>
              <a:gdLst/>
              <a:ahLst/>
              <a:cxnLst/>
              <a:rect l="l" t="t" r="r" b="b"/>
              <a:pathLst>
                <a:path w="1635" h="2375" extrusionOk="0">
                  <a:moveTo>
                    <a:pt x="1142" y="1"/>
                  </a:moveTo>
                  <a:cubicBezTo>
                    <a:pt x="1043" y="1"/>
                    <a:pt x="933" y="32"/>
                    <a:pt x="818" y="99"/>
                  </a:cubicBezTo>
                  <a:cubicBezTo>
                    <a:pt x="367" y="359"/>
                    <a:pt x="1" y="1057"/>
                    <a:pt x="1" y="1659"/>
                  </a:cubicBezTo>
                  <a:cubicBezTo>
                    <a:pt x="1" y="2107"/>
                    <a:pt x="204" y="2374"/>
                    <a:pt x="493" y="2374"/>
                  </a:cubicBezTo>
                  <a:cubicBezTo>
                    <a:pt x="593" y="2374"/>
                    <a:pt x="703" y="2342"/>
                    <a:pt x="818" y="2276"/>
                  </a:cubicBezTo>
                  <a:cubicBezTo>
                    <a:pt x="1269" y="2015"/>
                    <a:pt x="1635" y="1318"/>
                    <a:pt x="1635" y="717"/>
                  </a:cubicBezTo>
                  <a:cubicBezTo>
                    <a:pt x="1635" y="268"/>
                    <a:pt x="1432" y="1"/>
                    <a:pt x="1142"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3938;p72">
              <a:extLst>
                <a:ext uri="{FF2B5EF4-FFF2-40B4-BE49-F238E27FC236}">
                  <a16:creationId xmlns:a16="http://schemas.microsoft.com/office/drawing/2014/main" id="{562F867E-C519-ABED-9A71-7DA98DE74084}"/>
                </a:ext>
              </a:extLst>
            </p:cNvPr>
            <p:cNvSpPr/>
            <p:nvPr/>
          </p:nvSpPr>
          <p:spPr>
            <a:xfrm>
              <a:off x="2368815" y="5356329"/>
              <a:ext cx="66314" cy="96243"/>
            </a:xfrm>
            <a:custGeom>
              <a:avLst/>
              <a:gdLst/>
              <a:ahLst/>
              <a:cxnLst/>
              <a:rect l="l" t="t" r="r" b="b"/>
              <a:pathLst>
                <a:path w="1294" h="1878" extrusionOk="0">
                  <a:moveTo>
                    <a:pt x="903" y="1"/>
                  </a:moveTo>
                  <a:cubicBezTo>
                    <a:pt x="825" y="1"/>
                    <a:pt x="738" y="25"/>
                    <a:pt x="648" y="78"/>
                  </a:cubicBezTo>
                  <a:cubicBezTo>
                    <a:pt x="290" y="285"/>
                    <a:pt x="1" y="837"/>
                    <a:pt x="1" y="1312"/>
                  </a:cubicBezTo>
                  <a:cubicBezTo>
                    <a:pt x="1" y="1666"/>
                    <a:pt x="162" y="1878"/>
                    <a:pt x="391" y="1878"/>
                  </a:cubicBezTo>
                  <a:cubicBezTo>
                    <a:pt x="470" y="1878"/>
                    <a:pt x="557" y="1853"/>
                    <a:pt x="648" y="1801"/>
                  </a:cubicBezTo>
                  <a:cubicBezTo>
                    <a:pt x="1003" y="1594"/>
                    <a:pt x="1293" y="1042"/>
                    <a:pt x="1293" y="567"/>
                  </a:cubicBezTo>
                  <a:cubicBezTo>
                    <a:pt x="1293" y="213"/>
                    <a:pt x="1132" y="1"/>
                    <a:pt x="903"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3939;p72">
              <a:extLst>
                <a:ext uri="{FF2B5EF4-FFF2-40B4-BE49-F238E27FC236}">
                  <a16:creationId xmlns:a16="http://schemas.microsoft.com/office/drawing/2014/main" id="{D1CC9D48-CAA5-0672-CC15-38E6514B0068}"/>
                </a:ext>
              </a:extLst>
            </p:cNvPr>
            <p:cNvSpPr/>
            <p:nvPr/>
          </p:nvSpPr>
          <p:spPr>
            <a:xfrm>
              <a:off x="2367021" y="5352126"/>
              <a:ext cx="69902" cy="101573"/>
            </a:xfrm>
            <a:custGeom>
              <a:avLst/>
              <a:gdLst/>
              <a:ahLst/>
              <a:cxnLst/>
              <a:rect l="l" t="t" r="r" b="b"/>
              <a:pathLst>
                <a:path w="1364" h="1982" extrusionOk="0">
                  <a:moveTo>
                    <a:pt x="953" y="1"/>
                  </a:moveTo>
                  <a:cubicBezTo>
                    <a:pt x="870" y="1"/>
                    <a:pt x="779" y="27"/>
                    <a:pt x="683" y="83"/>
                  </a:cubicBezTo>
                  <a:cubicBezTo>
                    <a:pt x="305" y="299"/>
                    <a:pt x="0" y="883"/>
                    <a:pt x="0" y="1385"/>
                  </a:cubicBezTo>
                  <a:cubicBezTo>
                    <a:pt x="0" y="1758"/>
                    <a:pt x="170" y="1982"/>
                    <a:pt x="412" y="1982"/>
                  </a:cubicBezTo>
                  <a:cubicBezTo>
                    <a:pt x="495" y="1982"/>
                    <a:pt x="586" y="1955"/>
                    <a:pt x="683" y="1900"/>
                  </a:cubicBezTo>
                  <a:cubicBezTo>
                    <a:pt x="1058" y="1682"/>
                    <a:pt x="1363" y="1099"/>
                    <a:pt x="1363" y="598"/>
                  </a:cubicBezTo>
                  <a:cubicBezTo>
                    <a:pt x="1363" y="224"/>
                    <a:pt x="1194" y="1"/>
                    <a:pt x="9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3940;p72">
              <a:extLst>
                <a:ext uri="{FF2B5EF4-FFF2-40B4-BE49-F238E27FC236}">
                  <a16:creationId xmlns:a16="http://schemas.microsoft.com/office/drawing/2014/main" id="{8D6F39A4-F1D0-B439-1FAA-8E9FA634C3A0}"/>
                </a:ext>
              </a:extLst>
            </p:cNvPr>
            <p:cNvSpPr/>
            <p:nvPr/>
          </p:nvSpPr>
          <p:spPr>
            <a:xfrm>
              <a:off x="2381165" y="5373086"/>
              <a:ext cx="14401" cy="23523"/>
            </a:xfrm>
            <a:custGeom>
              <a:avLst/>
              <a:gdLst/>
              <a:ahLst/>
              <a:cxnLst/>
              <a:rect l="l" t="t" r="r" b="b"/>
              <a:pathLst>
                <a:path w="281" h="459" extrusionOk="0">
                  <a:moveTo>
                    <a:pt x="158" y="1"/>
                  </a:moveTo>
                  <a:cubicBezTo>
                    <a:pt x="100" y="70"/>
                    <a:pt x="46" y="148"/>
                    <a:pt x="0" y="232"/>
                  </a:cubicBezTo>
                  <a:lnTo>
                    <a:pt x="243" y="459"/>
                  </a:lnTo>
                  <a:cubicBezTo>
                    <a:pt x="253" y="436"/>
                    <a:pt x="267" y="416"/>
                    <a:pt x="281" y="396"/>
                  </a:cubicBezTo>
                  <a:cubicBezTo>
                    <a:pt x="266" y="344"/>
                    <a:pt x="207" y="145"/>
                    <a:pt x="158"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3941;p72">
              <a:extLst>
                <a:ext uri="{FF2B5EF4-FFF2-40B4-BE49-F238E27FC236}">
                  <a16:creationId xmlns:a16="http://schemas.microsoft.com/office/drawing/2014/main" id="{646D8E13-257A-57A3-AA6B-D2E3B081CFC2}"/>
                </a:ext>
              </a:extLst>
            </p:cNvPr>
            <p:cNvSpPr/>
            <p:nvPr/>
          </p:nvSpPr>
          <p:spPr>
            <a:xfrm>
              <a:off x="2373324" y="5391228"/>
              <a:ext cx="18552" cy="13888"/>
            </a:xfrm>
            <a:custGeom>
              <a:avLst/>
              <a:gdLst/>
              <a:ahLst/>
              <a:cxnLst/>
              <a:rect l="l" t="t" r="r" b="b"/>
              <a:pathLst>
                <a:path w="362" h="271" extrusionOk="0">
                  <a:moveTo>
                    <a:pt x="92" y="1"/>
                  </a:moveTo>
                  <a:cubicBezTo>
                    <a:pt x="54" y="88"/>
                    <a:pt x="21" y="179"/>
                    <a:pt x="0" y="271"/>
                  </a:cubicBezTo>
                  <a:lnTo>
                    <a:pt x="340" y="249"/>
                  </a:lnTo>
                  <a:lnTo>
                    <a:pt x="343" y="240"/>
                  </a:lnTo>
                  <a:cubicBezTo>
                    <a:pt x="348" y="220"/>
                    <a:pt x="354" y="202"/>
                    <a:pt x="362" y="183"/>
                  </a:cubicBezTo>
                  <a:cubicBezTo>
                    <a:pt x="345" y="171"/>
                    <a:pt x="204" y="70"/>
                    <a:pt x="92"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3942;p72">
              <a:extLst>
                <a:ext uri="{FF2B5EF4-FFF2-40B4-BE49-F238E27FC236}">
                  <a16:creationId xmlns:a16="http://schemas.microsoft.com/office/drawing/2014/main" id="{ECBD51A7-6F45-71E1-4307-51FBACB66CE7}"/>
                </a:ext>
              </a:extLst>
            </p:cNvPr>
            <p:cNvSpPr/>
            <p:nvPr/>
          </p:nvSpPr>
          <p:spPr>
            <a:xfrm>
              <a:off x="2371326" y="5407730"/>
              <a:ext cx="18910" cy="19167"/>
            </a:xfrm>
            <a:custGeom>
              <a:avLst/>
              <a:gdLst/>
              <a:ahLst/>
              <a:cxnLst/>
              <a:rect l="l" t="t" r="r" b="b"/>
              <a:pathLst>
                <a:path w="369" h="374" extrusionOk="0">
                  <a:moveTo>
                    <a:pt x="369" y="1"/>
                  </a:moveTo>
                  <a:cubicBezTo>
                    <a:pt x="332" y="11"/>
                    <a:pt x="149" y="70"/>
                    <a:pt x="8" y="122"/>
                  </a:cubicBezTo>
                  <a:cubicBezTo>
                    <a:pt x="4" y="165"/>
                    <a:pt x="1" y="208"/>
                    <a:pt x="1" y="251"/>
                  </a:cubicBezTo>
                  <a:cubicBezTo>
                    <a:pt x="1" y="295"/>
                    <a:pt x="4" y="335"/>
                    <a:pt x="8" y="373"/>
                  </a:cubicBezTo>
                  <a:lnTo>
                    <a:pt x="369" y="65"/>
                  </a:lnTo>
                  <a:cubicBezTo>
                    <a:pt x="367" y="57"/>
                    <a:pt x="366" y="48"/>
                    <a:pt x="366" y="41"/>
                  </a:cubicBezTo>
                  <a:cubicBezTo>
                    <a:pt x="366" y="27"/>
                    <a:pt x="367" y="13"/>
                    <a:pt x="369"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3943;p72">
              <a:extLst>
                <a:ext uri="{FF2B5EF4-FFF2-40B4-BE49-F238E27FC236}">
                  <a16:creationId xmlns:a16="http://schemas.microsoft.com/office/drawing/2014/main" id="{271E3E13-CD42-DD58-0712-DFFDA3550A67}"/>
                </a:ext>
              </a:extLst>
            </p:cNvPr>
            <p:cNvSpPr/>
            <p:nvPr/>
          </p:nvSpPr>
          <p:spPr>
            <a:xfrm>
              <a:off x="2372914" y="5415366"/>
              <a:ext cx="19372" cy="26034"/>
            </a:xfrm>
            <a:custGeom>
              <a:avLst/>
              <a:gdLst/>
              <a:ahLst/>
              <a:cxnLst/>
              <a:rect l="l" t="t" r="r" b="b"/>
              <a:pathLst>
                <a:path w="378" h="508" extrusionOk="0">
                  <a:moveTo>
                    <a:pt x="353" y="0"/>
                  </a:moveTo>
                  <a:cubicBezTo>
                    <a:pt x="310" y="40"/>
                    <a:pt x="132" y="204"/>
                    <a:pt x="0" y="336"/>
                  </a:cubicBezTo>
                  <a:cubicBezTo>
                    <a:pt x="20" y="405"/>
                    <a:pt x="51" y="463"/>
                    <a:pt x="88" y="508"/>
                  </a:cubicBezTo>
                  <a:lnTo>
                    <a:pt x="378" y="43"/>
                  </a:lnTo>
                  <a:cubicBezTo>
                    <a:pt x="368" y="31"/>
                    <a:pt x="359" y="17"/>
                    <a:pt x="353"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3944;p72">
              <a:extLst>
                <a:ext uri="{FF2B5EF4-FFF2-40B4-BE49-F238E27FC236}">
                  <a16:creationId xmlns:a16="http://schemas.microsoft.com/office/drawing/2014/main" id="{320CB8E5-1A62-A6F0-076F-E3BA2EABA8A8}"/>
                </a:ext>
              </a:extLst>
            </p:cNvPr>
            <p:cNvSpPr/>
            <p:nvPr/>
          </p:nvSpPr>
          <p:spPr>
            <a:xfrm>
              <a:off x="2412990" y="5371651"/>
              <a:ext cx="19525" cy="21831"/>
            </a:xfrm>
            <a:custGeom>
              <a:avLst/>
              <a:gdLst/>
              <a:ahLst/>
              <a:cxnLst/>
              <a:rect l="l" t="t" r="r" b="b"/>
              <a:pathLst>
                <a:path w="381" h="426" extrusionOk="0">
                  <a:moveTo>
                    <a:pt x="342" y="1"/>
                  </a:moveTo>
                  <a:lnTo>
                    <a:pt x="0" y="374"/>
                  </a:lnTo>
                  <a:cubicBezTo>
                    <a:pt x="6" y="389"/>
                    <a:pt x="9" y="406"/>
                    <a:pt x="13" y="426"/>
                  </a:cubicBezTo>
                  <a:cubicBezTo>
                    <a:pt x="46" y="409"/>
                    <a:pt x="236" y="308"/>
                    <a:pt x="380" y="223"/>
                  </a:cubicBezTo>
                  <a:cubicBezTo>
                    <a:pt x="377" y="140"/>
                    <a:pt x="364" y="65"/>
                    <a:pt x="342"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3945;p72">
              <a:extLst>
                <a:ext uri="{FF2B5EF4-FFF2-40B4-BE49-F238E27FC236}">
                  <a16:creationId xmlns:a16="http://schemas.microsoft.com/office/drawing/2014/main" id="{C35B77C9-DAA9-E85E-4C7F-5EE79EB4EA33}"/>
                </a:ext>
              </a:extLst>
            </p:cNvPr>
            <p:cNvSpPr/>
            <p:nvPr/>
          </p:nvSpPr>
          <p:spPr>
            <a:xfrm>
              <a:off x="2409813" y="5360377"/>
              <a:ext cx="18295" cy="27674"/>
            </a:xfrm>
            <a:custGeom>
              <a:avLst/>
              <a:gdLst/>
              <a:ahLst/>
              <a:cxnLst/>
              <a:rect l="l" t="t" r="r" b="b"/>
              <a:pathLst>
                <a:path w="357" h="540" extrusionOk="0">
                  <a:moveTo>
                    <a:pt x="234" y="0"/>
                  </a:moveTo>
                  <a:lnTo>
                    <a:pt x="1" y="512"/>
                  </a:lnTo>
                  <a:cubicBezTo>
                    <a:pt x="13" y="520"/>
                    <a:pt x="24" y="529"/>
                    <a:pt x="33" y="540"/>
                  </a:cubicBezTo>
                  <a:cubicBezTo>
                    <a:pt x="67" y="498"/>
                    <a:pt x="232" y="287"/>
                    <a:pt x="357" y="120"/>
                  </a:cubicBezTo>
                  <a:cubicBezTo>
                    <a:pt x="323" y="68"/>
                    <a:pt x="281" y="26"/>
                    <a:pt x="234"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3946;p72">
              <a:extLst>
                <a:ext uri="{FF2B5EF4-FFF2-40B4-BE49-F238E27FC236}">
                  <a16:creationId xmlns:a16="http://schemas.microsoft.com/office/drawing/2014/main" id="{02676AF1-4BE7-57D7-BD66-F7B0F3D45FBF}"/>
                </a:ext>
              </a:extLst>
            </p:cNvPr>
            <p:cNvSpPr/>
            <p:nvPr/>
          </p:nvSpPr>
          <p:spPr>
            <a:xfrm>
              <a:off x="2404893" y="5358378"/>
              <a:ext cx="12043" cy="27571"/>
            </a:xfrm>
            <a:custGeom>
              <a:avLst/>
              <a:gdLst/>
              <a:ahLst/>
              <a:cxnLst/>
              <a:rect l="l" t="t" r="r" b="b"/>
              <a:pathLst>
                <a:path w="235" h="538" extrusionOk="0">
                  <a:moveTo>
                    <a:pt x="180" y="1"/>
                  </a:moveTo>
                  <a:cubicBezTo>
                    <a:pt x="141" y="1"/>
                    <a:pt x="99" y="8"/>
                    <a:pt x="56" y="22"/>
                  </a:cubicBezTo>
                  <a:lnTo>
                    <a:pt x="0" y="537"/>
                  </a:lnTo>
                  <a:cubicBezTo>
                    <a:pt x="13" y="535"/>
                    <a:pt x="24" y="534"/>
                    <a:pt x="36" y="534"/>
                  </a:cubicBezTo>
                  <a:cubicBezTo>
                    <a:pt x="40" y="534"/>
                    <a:pt x="44" y="534"/>
                    <a:pt x="48" y="534"/>
                  </a:cubicBezTo>
                  <a:cubicBezTo>
                    <a:pt x="74" y="462"/>
                    <a:pt x="169" y="203"/>
                    <a:pt x="235" y="5"/>
                  </a:cubicBezTo>
                  <a:cubicBezTo>
                    <a:pt x="217" y="2"/>
                    <a:pt x="199" y="1"/>
                    <a:pt x="180"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3947;p72">
              <a:extLst>
                <a:ext uri="{FF2B5EF4-FFF2-40B4-BE49-F238E27FC236}">
                  <a16:creationId xmlns:a16="http://schemas.microsoft.com/office/drawing/2014/main" id="{CB9444B9-4004-F133-479D-812F6D03EB24}"/>
                </a:ext>
              </a:extLst>
            </p:cNvPr>
            <p:cNvSpPr/>
            <p:nvPr/>
          </p:nvSpPr>
          <p:spPr>
            <a:xfrm>
              <a:off x="2393106" y="5361607"/>
              <a:ext cx="9686" cy="28032"/>
            </a:xfrm>
            <a:custGeom>
              <a:avLst/>
              <a:gdLst/>
              <a:ahLst/>
              <a:cxnLst/>
              <a:rect l="l" t="t" r="r" b="b"/>
              <a:pathLst>
                <a:path w="189" h="547" extrusionOk="0">
                  <a:moveTo>
                    <a:pt x="189" y="1"/>
                  </a:moveTo>
                  <a:cubicBezTo>
                    <a:pt x="184" y="4"/>
                    <a:pt x="178" y="7"/>
                    <a:pt x="174" y="10"/>
                  </a:cubicBezTo>
                  <a:cubicBezTo>
                    <a:pt x="112" y="44"/>
                    <a:pt x="56" y="90"/>
                    <a:pt x="0" y="143"/>
                  </a:cubicBezTo>
                  <a:lnTo>
                    <a:pt x="109" y="547"/>
                  </a:lnTo>
                  <a:cubicBezTo>
                    <a:pt x="125" y="531"/>
                    <a:pt x="141" y="519"/>
                    <a:pt x="158" y="507"/>
                  </a:cubicBezTo>
                  <a:cubicBezTo>
                    <a:pt x="163" y="441"/>
                    <a:pt x="181" y="188"/>
                    <a:pt x="189"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3948;p72">
              <a:extLst>
                <a:ext uri="{FF2B5EF4-FFF2-40B4-BE49-F238E27FC236}">
                  <a16:creationId xmlns:a16="http://schemas.microsoft.com/office/drawing/2014/main" id="{E51AE593-D322-9BE1-9553-3993B6AA7D0F}"/>
                </a:ext>
              </a:extLst>
            </p:cNvPr>
            <p:cNvSpPr/>
            <p:nvPr/>
          </p:nvSpPr>
          <p:spPr>
            <a:xfrm>
              <a:off x="2410376" y="5405629"/>
              <a:ext cx="17014" cy="18757"/>
            </a:xfrm>
            <a:custGeom>
              <a:avLst/>
              <a:gdLst/>
              <a:ahLst/>
              <a:cxnLst/>
              <a:rect l="l" t="t" r="r" b="b"/>
              <a:pathLst>
                <a:path w="332" h="366" extrusionOk="0">
                  <a:moveTo>
                    <a:pt x="31" y="0"/>
                  </a:moveTo>
                  <a:cubicBezTo>
                    <a:pt x="22" y="23"/>
                    <a:pt x="11" y="48"/>
                    <a:pt x="1" y="69"/>
                  </a:cubicBezTo>
                  <a:cubicBezTo>
                    <a:pt x="25" y="109"/>
                    <a:pt x="123" y="259"/>
                    <a:pt x="202" y="365"/>
                  </a:cubicBezTo>
                  <a:cubicBezTo>
                    <a:pt x="252" y="284"/>
                    <a:pt x="297" y="197"/>
                    <a:pt x="332" y="106"/>
                  </a:cubicBezTo>
                  <a:lnTo>
                    <a:pt x="31"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3949;p72">
              <a:extLst>
                <a:ext uri="{FF2B5EF4-FFF2-40B4-BE49-F238E27FC236}">
                  <a16:creationId xmlns:a16="http://schemas.microsoft.com/office/drawing/2014/main" id="{07BBBE4C-8AA2-8088-7CED-AF4278E2A8FA}"/>
                </a:ext>
              </a:extLst>
            </p:cNvPr>
            <p:cNvSpPr/>
            <p:nvPr/>
          </p:nvSpPr>
          <p:spPr>
            <a:xfrm>
              <a:off x="2413144" y="5390511"/>
              <a:ext cx="19218" cy="13888"/>
            </a:xfrm>
            <a:custGeom>
              <a:avLst/>
              <a:gdLst/>
              <a:ahLst/>
              <a:cxnLst/>
              <a:rect l="l" t="t" r="r" b="b"/>
              <a:pathLst>
                <a:path w="375" h="271" extrusionOk="0">
                  <a:moveTo>
                    <a:pt x="374" y="1"/>
                  </a:moveTo>
                  <a:lnTo>
                    <a:pt x="11" y="148"/>
                  </a:lnTo>
                  <a:cubicBezTo>
                    <a:pt x="10" y="170"/>
                    <a:pt x="5" y="193"/>
                    <a:pt x="0" y="214"/>
                  </a:cubicBezTo>
                  <a:cubicBezTo>
                    <a:pt x="26" y="220"/>
                    <a:pt x="193" y="254"/>
                    <a:pt x="322" y="271"/>
                  </a:cubicBezTo>
                  <a:cubicBezTo>
                    <a:pt x="348" y="180"/>
                    <a:pt x="367" y="90"/>
                    <a:pt x="374"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3950;p72">
              <a:extLst>
                <a:ext uri="{FF2B5EF4-FFF2-40B4-BE49-F238E27FC236}">
                  <a16:creationId xmlns:a16="http://schemas.microsoft.com/office/drawing/2014/main" id="{4E122F70-EB1A-F617-57B5-B423C05D0862}"/>
                </a:ext>
              </a:extLst>
            </p:cNvPr>
            <p:cNvSpPr/>
            <p:nvPr/>
          </p:nvSpPr>
          <p:spPr>
            <a:xfrm>
              <a:off x="2380192" y="5419517"/>
              <a:ext cx="16502" cy="27776"/>
            </a:xfrm>
            <a:custGeom>
              <a:avLst/>
              <a:gdLst/>
              <a:ahLst/>
              <a:cxnLst/>
              <a:rect l="l" t="t" r="r" b="b"/>
              <a:pathLst>
                <a:path w="322" h="542" extrusionOk="0">
                  <a:moveTo>
                    <a:pt x="283" y="1"/>
                  </a:moveTo>
                  <a:cubicBezTo>
                    <a:pt x="262" y="36"/>
                    <a:pt x="111" y="287"/>
                    <a:pt x="1" y="482"/>
                  </a:cubicBezTo>
                  <a:cubicBezTo>
                    <a:pt x="44" y="516"/>
                    <a:pt x="94" y="536"/>
                    <a:pt x="151" y="542"/>
                  </a:cubicBezTo>
                  <a:lnTo>
                    <a:pt x="321" y="11"/>
                  </a:lnTo>
                  <a:cubicBezTo>
                    <a:pt x="309" y="10"/>
                    <a:pt x="294" y="5"/>
                    <a:pt x="283"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3951;p72">
              <a:extLst>
                <a:ext uri="{FF2B5EF4-FFF2-40B4-BE49-F238E27FC236}">
                  <a16:creationId xmlns:a16="http://schemas.microsoft.com/office/drawing/2014/main" id="{E4BBEE61-ADFC-33E2-ECE7-4802ECEE854B}"/>
                </a:ext>
              </a:extLst>
            </p:cNvPr>
            <p:cNvSpPr/>
            <p:nvPr/>
          </p:nvSpPr>
          <p:spPr>
            <a:xfrm>
              <a:off x="2393670" y="5418902"/>
              <a:ext cx="9686" cy="28084"/>
            </a:xfrm>
            <a:custGeom>
              <a:avLst/>
              <a:gdLst/>
              <a:ahLst/>
              <a:cxnLst/>
              <a:rect l="l" t="t" r="r" b="b"/>
              <a:pathLst>
                <a:path w="189" h="548" extrusionOk="0">
                  <a:moveTo>
                    <a:pt x="155" y="0"/>
                  </a:moveTo>
                  <a:cubicBezTo>
                    <a:pt x="138" y="10"/>
                    <a:pt x="123" y="16"/>
                    <a:pt x="107" y="19"/>
                  </a:cubicBezTo>
                  <a:cubicBezTo>
                    <a:pt x="94" y="80"/>
                    <a:pt x="37" y="347"/>
                    <a:pt x="0" y="548"/>
                  </a:cubicBezTo>
                  <a:cubicBezTo>
                    <a:pt x="52" y="537"/>
                    <a:pt x="106" y="517"/>
                    <a:pt x="163" y="485"/>
                  </a:cubicBezTo>
                  <a:cubicBezTo>
                    <a:pt x="170" y="480"/>
                    <a:pt x="179" y="474"/>
                    <a:pt x="189" y="468"/>
                  </a:cubicBezTo>
                  <a:lnTo>
                    <a:pt x="155"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3952;p72">
              <a:extLst>
                <a:ext uri="{FF2B5EF4-FFF2-40B4-BE49-F238E27FC236}">
                  <a16:creationId xmlns:a16="http://schemas.microsoft.com/office/drawing/2014/main" id="{C39A11BE-E38D-D3BB-EF91-58741B432D71}"/>
                </a:ext>
              </a:extLst>
            </p:cNvPr>
            <p:cNvSpPr/>
            <p:nvPr/>
          </p:nvSpPr>
          <p:spPr>
            <a:xfrm>
              <a:off x="2405303" y="5413469"/>
              <a:ext cx="11992" cy="25829"/>
            </a:xfrm>
            <a:custGeom>
              <a:avLst/>
              <a:gdLst/>
              <a:ahLst/>
              <a:cxnLst/>
              <a:rect l="l" t="t" r="r" b="b"/>
              <a:pathLst>
                <a:path w="234" h="504" extrusionOk="0">
                  <a:moveTo>
                    <a:pt x="44" y="1"/>
                  </a:moveTo>
                  <a:cubicBezTo>
                    <a:pt x="31" y="21"/>
                    <a:pt x="15" y="37"/>
                    <a:pt x="0" y="53"/>
                  </a:cubicBezTo>
                  <a:cubicBezTo>
                    <a:pt x="6" y="108"/>
                    <a:pt x="32" y="336"/>
                    <a:pt x="57" y="503"/>
                  </a:cubicBezTo>
                  <a:cubicBezTo>
                    <a:pt x="120" y="450"/>
                    <a:pt x="179" y="384"/>
                    <a:pt x="233" y="310"/>
                  </a:cubicBezTo>
                  <a:lnTo>
                    <a:pt x="44"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3953;p72">
              <a:extLst>
                <a:ext uri="{FF2B5EF4-FFF2-40B4-BE49-F238E27FC236}">
                  <a16:creationId xmlns:a16="http://schemas.microsoft.com/office/drawing/2014/main" id="{E1DADD24-2C58-1FE8-2182-842889E14A80}"/>
                </a:ext>
              </a:extLst>
            </p:cNvPr>
            <p:cNvSpPr/>
            <p:nvPr/>
          </p:nvSpPr>
          <p:spPr>
            <a:xfrm>
              <a:off x="2392952" y="5389844"/>
              <a:ext cx="18039" cy="26187"/>
            </a:xfrm>
            <a:custGeom>
              <a:avLst/>
              <a:gdLst/>
              <a:ahLst/>
              <a:cxnLst/>
              <a:rect l="l" t="t" r="r" b="b"/>
              <a:pathLst>
                <a:path w="352" h="511" extrusionOk="0">
                  <a:moveTo>
                    <a:pt x="246" y="0"/>
                  </a:moveTo>
                  <a:cubicBezTo>
                    <a:pt x="225" y="0"/>
                    <a:pt x="201" y="7"/>
                    <a:pt x="177" y="22"/>
                  </a:cubicBezTo>
                  <a:cubicBezTo>
                    <a:pt x="78" y="77"/>
                    <a:pt x="0" y="227"/>
                    <a:pt x="0" y="356"/>
                  </a:cubicBezTo>
                  <a:cubicBezTo>
                    <a:pt x="0" y="453"/>
                    <a:pt x="44" y="511"/>
                    <a:pt x="106" y="511"/>
                  </a:cubicBezTo>
                  <a:cubicBezTo>
                    <a:pt x="128" y="511"/>
                    <a:pt x="151" y="504"/>
                    <a:pt x="177" y="489"/>
                  </a:cubicBezTo>
                  <a:cubicBezTo>
                    <a:pt x="273" y="434"/>
                    <a:pt x="351" y="284"/>
                    <a:pt x="351" y="153"/>
                  </a:cubicBezTo>
                  <a:cubicBezTo>
                    <a:pt x="351" y="58"/>
                    <a:pt x="308" y="0"/>
                    <a:pt x="246"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3954;p72">
              <a:extLst>
                <a:ext uri="{FF2B5EF4-FFF2-40B4-BE49-F238E27FC236}">
                  <a16:creationId xmlns:a16="http://schemas.microsoft.com/office/drawing/2014/main" id="{320848B3-7C84-E4EB-FB98-43BD4CA883A8}"/>
                </a:ext>
              </a:extLst>
            </p:cNvPr>
            <p:cNvSpPr/>
            <p:nvPr/>
          </p:nvSpPr>
          <p:spPr>
            <a:xfrm>
              <a:off x="2398436" y="5396404"/>
              <a:ext cx="9788" cy="14196"/>
            </a:xfrm>
            <a:custGeom>
              <a:avLst/>
              <a:gdLst/>
              <a:ahLst/>
              <a:cxnLst/>
              <a:rect l="l" t="t" r="r" b="b"/>
              <a:pathLst>
                <a:path w="191" h="277" extrusionOk="0">
                  <a:moveTo>
                    <a:pt x="133" y="1"/>
                  </a:moveTo>
                  <a:cubicBezTo>
                    <a:pt x="121" y="1"/>
                    <a:pt x="109" y="4"/>
                    <a:pt x="96" y="12"/>
                  </a:cubicBezTo>
                  <a:cubicBezTo>
                    <a:pt x="44" y="42"/>
                    <a:pt x="1" y="124"/>
                    <a:pt x="1" y="193"/>
                  </a:cubicBezTo>
                  <a:cubicBezTo>
                    <a:pt x="1" y="245"/>
                    <a:pt x="24" y="276"/>
                    <a:pt x="58" y="276"/>
                  </a:cubicBezTo>
                  <a:cubicBezTo>
                    <a:pt x="70" y="276"/>
                    <a:pt x="82" y="272"/>
                    <a:pt x="96" y="265"/>
                  </a:cubicBezTo>
                  <a:cubicBezTo>
                    <a:pt x="148" y="234"/>
                    <a:pt x="191" y="153"/>
                    <a:pt x="191" y="84"/>
                  </a:cubicBezTo>
                  <a:cubicBezTo>
                    <a:pt x="191" y="32"/>
                    <a:pt x="167" y="1"/>
                    <a:pt x="133"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3955;p72">
              <a:extLst>
                <a:ext uri="{FF2B5EF4-FFF2-40B4-BE49-F238E27FC236}">
                  <a16:creationId xmlns:a16="http://schemas.microsoft.com/office/drawing/2014/main" id="{8F534EA9-E9E7-5439-C838-C73AD87D69BF}"/>
                </a:ext>
              </a:extLst>
            </p:cNvPr>
            <p:cNvSpPr/>
            <p:nvPr/>
          </p:nvSpPr>
          <p:spPr>
            <a:xfrm>
              <a:off x="2668151" y="5138937"/>
              <a:ext cx="101983" cy="133807"/>
            </a:xfrm>
            <a:custGeom>
              <a:avLst/>
              <a:gdLst/>
              <a:ahLst/>
              <a:cxnLst/>
              <a:rect l="l" t="t" r="r" b="b"/>
              <a:pathLst>
                <a:path w="1990" h="2611" extrusionOk="0">
                  <a:moveTo>
                    <a:pt x="1175" y="1"/>
                  </a:moveTo>
                  <a:cubicBezTo>
                    <a:pt x="1068" y="1"/>
                    <a:pt x="932" y="35"/>
                    <a:pt x="818" y="100"/>
                  </a:cubicBezTo>
                  <a:cubicBezTo>
                    <a:pt x="367" y="361"/>
                    <a:pt x="1" y="1060"/>
                    <a:pt x="1" y="1661"/>
                  </a:cubicBezTo>
                  <a:cubicBezTo>
                    <a:pt x="1" y="1792"/>
                    <a:pt x="19" y="1908"/>
                    <a:pt x="51" y="2005"/>
                  </a:cubicBezTo>
                  <a:cubicBezTo>
                    <a:pt x="61" y="2037"/>
                    <a:pt x="96" y="2121"/>
                    <a:pt x="119" y="2163"/>
                  </a:cubicBezTo>
                  <a:cubicBezTo>
                    <a:pt x="170" y="2256"/>
                    <a:pt x="285" y="2428"/>
                    <a:pt x="473" y="2530"/>
                  </a:cubicBezTo>
                  <a:cubicBezTo>
                    <a:pt x="584" y="2591"/>
                    <a:pt x="693" y="2611"/>
                    <a:pt x="788" y="2611"/>
                  </a:cubicBezTo>
                  <a:cubicBezTo>
                    <a:pt x="953" y="2611"/>
                    <a:pt x="1073" y="2552"/>
                    <a:pt x="1073" y="2552"/>
                  </a:cubicBezTo>
                  <a:lnTo>
                    <a:pt x="1989" y="668"/>
                  </a:lnTo>
                  <a:cubicBezTo>
                    <a:pt x="1989" y="668"/>
                    <a:pt x="1956" y="307"/>
                    <a:pt x="1698" y="148"/>
                  </a:cubicBezTo>
                  <a:cubicBezTo>
                    <a:pt x="1474" y="10"/>
                    <a:pt x="1260" y="2"/>
                    <a:pt x="1175"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3956;p72">
              <a:extLst>
                <a:ext uri="{FF2B5EF4-FFF2-40B4-BE49-F238E27FC236}">
                  <a16:creationId xmlns:a16="http://schemas.microsoft.com/office/drawing/2014/main" id="{41D72884-75D5-4559-78D5-DF8640F633CC}"/>
                </a:ext>
              </a:extLst>
            </p:cNvPr>
            <p:cNvSpPr/>
            <p:nvPr/>
          </p:nvSpPr>
          <p:spPr>
            <a:xfrm>
              <a:off x="2687830" y="5149955"/>
              <a:ext cx="83687" cy="121764"/>
            </a:xfrm>
            <a:custGeom>
              <a:avLst/>
              <a:gdLst/>
              <a:ahLst/>
              <a:cxnLst/>
              <a:rect l="l" t="t" r="r" b="b"/>
              <a:pathLst>
                <a:path w="1633" h="2376" extrusionOk="0">
                  <a:moveTo>
                    <a:pt x="1140" y="1"/>
                  </a:moveTo>
                  <a:cubicBezTo>
                    <a:pt x="1040" y="1"/>
                    <a:pt x="931" y="32"/>
                    <a:pt x="816" y="99"/>
                  </a:cubicBezTo>
                  <a:cubicBezTo>
                    <a:pt x="365" y="359"/>
                    <a:pt x="0" y="1058"/>
                    <a:pt x="0" y="1659"/>
                  </a:cubicBezTo>
                  <a:cubicBezTo>
                    <a:pt x="0" y="2107"/>
                    <a:pt x="203" y="2375"/>
                    <a:pt x="492" y="2375"/>
                  </a:cubicBezTo>
                  <a:cubicBezTo>
                    <a:pt x="591" y="2375"/>
                    <a:pt x="701" y="2344"/>
                    <a:pt x="816" y="2277"/>
                  </a:cubicBezTo>
                  <a:cubicBezTo>
                    <a:pt x="1267" y="2017"/>
                    <a:pt x="1633" y="1317"/>
                    <a:pt x="1633" y="716"/>
                  </a:cubicBezTo>
                  <a:cubicBezTo>
                    <a:pt x="1633" y="269"/>
                    <a:pt x="1430" y="1"/>
                    <a:pt x="1140"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3957;p72">
              <a:extLst>
                <a:ext uri="{FF2B5EF4-FFF2-40B4-BE49-F238E27FC236}">
                  <a16:creationId xmlns:a16="http://schemas.microsoft.com/office/drawing/2014/main" id="{E63F9CB7-BA0C-7F17-E7CF-339EB9A177D8}"/>
                </a:ext>
              </a:extLst>
            </p:cNvPr>
            <p:cNvSpPr/>
            <p:nvPr/>
          </p:nvSpPr>
          <p:spPr>
            <a:xfrm>
              <a:off x="2697157" y="5162716"/>
              <a:ext cx="66314" cy="96243"/>
            </a:xfrm>
            <a:custGeom>
              <a:avLst/>
              <a:gdLst/>
              <a:ahLst/>
              <a:cxnLst/>
              <a:rect l="l" t="t" r="r" b="b"/>
              <a:pathLst>
                <a:path w="1294" h="1878" extrusionOk="0">
                  <a:moveTo>
                    <a:pt x="904" y="1"/>
                  </a:moveTo>
                  <a:cubicBezTo>
                    <a:pt x="825" y="1"/>
                    <a:pt x="739" y="26"/>
                    <a:pt x="648" y="78"/>
                  </a:cubicBezTo>
                  <a:cubicBezTo>
                    <a:pt x="290" y="283"/>
                    <a:pt x="1" y="837"/>
                    <a:pt x="1" y="1312"/>
                  </a:cubicBezTo>
                  <a:cubicBezTo>
                    <a:pt x="1" y="1666"/>
                    <a:pt x="161" y="1877"/>
                    <a:pt x="391" y="1877"/>
                  </a:cubicBezTo>
                  <a:cubicBezTo>
                    <a:pt x="469" y="1877"/>
                    <a:pt x="556" y="1852"/>
                    <a:pt x="648" y="1800"/>
                  </a:cubicBezTo>
                  <a:cubicBezTo>
                    <a:pt x="1003" y="1594"/>
                    <a:pt x="1293" y="1041"/>
                    <a:pt x="1293" y="566"/>
                  </a:cubicBezTo>
                  <a:cubicBezTo>
                    <a:pt x="1293" y="212"/>
                    <a:pt x="1132" y="1"/>
                    <a:pt x="904"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3958;p72">
              <a:extLst>
                <a:ext uri="{FF2B5EF4-FFF2-40B4-BE49-F238E27FC236}">
                  <a16:creationId xmlns:a16="http://schemas.microsoft.com/office/drawing/2014/main" id="{AB731E99-FFC7-A214-E483-E67A21B41BC0}"/>
                </a:ext>
              </a:extLst>
            </p:cNvPr>
            <p:cNvSpPr/>
            <p:nvPr/>
          </p:nvSpPr>
          <p:spPr>
            <a:xfrm>
              <a:off x="2695363" y="5158462"/>
              <a:ext cx="69902" cy="101624"/>
            </a:xfrm>
            <a:custGeom>
              <a:avLst/>
              <a:gdLst/>
              <a:ahLst/>
              <a:cxnLst/>
              <a:rect l="l" t="t" r="r" b="b"/>
              <a:pathLst>
                <a:path w="1364" h="1983" extrusionOk="0">
                  <a:moveTo>
                    <a:pt x="953" y="1"/>
                  </a:moveTo>
                  <a:cubicBezTo>
                    <a:pt x="870" y="1"/>
                    <a:pt x="779" y="27"/>
                    <a:pt x="683" y="83"/>
                  </a:cubicBezTo>
                  <a:cubicBezTo>
                    <a:pt x="305" y="301"/>
                    <a:pt x="0" y="883"/>
                    <a:pt x="0" y="1384"/>
                  </a:cubicBezTo>
                  <a:cubicBezTo>
                    <a:pt x="0" y="1759"/>
                    <a:pt x="170" y="1982"/>
                    <a:pt x="412" y="1982"/>
                  </a:cubicBezTo>
                  <a:cubicBezTo>
                    <a:pt x="495" y="1982"/>
                    <a:pt x="586" y="1956"/>
                    <a:pt x="683" y="1901"/>
                  </a:cubicBezTo>
                  <a:cubicBezTo>
                    <a:pt x="1058" y="1683"/>
                    <a:pt x="1363" y="1099"/>
                    <a:pt x="1363" y="598"/>
                  </a:cubicBezTo>
                  <a:cubicBezTo>
                    <a:pt x="1363" y="225"/>
                    <a:pt x="1194" y="1"/>
                    <a:pt x="9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3959;p72">
              <a:extLst>
                <a:ext uri="{FF2B5EF4-FFF2-40B4-BE49-F238E27FC236}">
                  <a16:creationId xmlns:a16="http://schemas.microsoft.com/office/drawing/2014/main" id="{A7B9156D-E22B-0B01-E8F7-7448380E4DC1}"/>
                </a:ext>
              </a:extLst>
            </p:cNvPr>
            <p:cNvSpPr/>
            <p:nvPr/>
          </p:nvSpPr>
          <p:spPr>
            <a:xfrm>
              <a:off x="2709508" y="5179474"/>
              <a:ext cx="14401" cy="23471"/>
            </a:xfrm>
            <a:custGeom>
              <a:avLst/>
              <a:gdLst/>
              <a:ahLst/>
              <a:cxnLst/>
              <a:rect l="l" t="t" r="r" b="b"/>
              <a:pathLst>
                <a:path w="281" h="458" extrusionOk="0">
                  <a:moveTo>
                    <a:pt x="158" y="1"/>
                  </a:moveTo>
                  <a:cubicBezTo>
                    <a:pt x="100" y="70"/>
                    <a:pt x="46" y="148"/>
                    <a:pt x="0" y="231"/>
                  </a:cubicBezTo>
                  <a:lnTo>
                    <a:pt x="243" y="458"/>
                  </a:lnTo>
                  <a:cubicBezTo>
                    <a:pt x="253" y="436"/>
                    <a:pt x="267" y="415"/>
                    <a:pt x="281" y="395"/>
                  </a:cubicBezTo>
                  <a:cubicBezTo>
                    <a:pt x="266" y="344"/>
                    <a:pt x="207" y="143"/>
                    <a:pt x="158"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3960;p72">
              <a:extLst>
                <a:ext uri="{FF2B5EF4-FFF2-40B4-BE49-F238E27FC236}">
                  <a16:creationId xmlns:a16="http://schemas.microsoft.com/office/drawing/2014/main" id="{C80730ED-F4D7-2E81-D34D-5C16234058B8}"/>
                </a:ext>
              </a:extLst>
            </p:cNvPr>
            <p:cNvSpPr/>
            <p:nvPr/>
          </p:nvSpPr>
          <p:spPr>
            <a:xfrm>
              <a:off x="2701667" y="5197667"/>
              <a:ext cx="18552" cy="13837"/>
            </a:xfrm>
            <a:custGeom>
              <a:avLst/>
              <a:gdLst/>
              <a:ahLst/>
              <a:cxnLst/>
              <a:rect l="l" t="t" r="r" b="b"/>
              <a:pathLst>
                <a:path w="362" h="270" extrusionOk="0">
                  <a:moveTo>
                    <a:pt x="92" y="0"/>
                  </a:moveTo>
                  <a:cubicBezTo>
                    <a:pt x="54" y="87"/>
                    <a:pt x="23" y="178"/>
                    <a:pt x="0" y="270"/>
                  </a:cubicBezTo>
                  <a:lnTo>
                    <a:pt x="340" y="247"/>
                  </a:lnTo>
                  <a:lnTo>
                    <a:pt x="343" y="238"/>
                  </a:lnTo>
                  <a:cubicBezTo>
                    <a:pt x="348" y="219"/>
                    <a:pt x="354" y="201"/>
                    <a:pt x="362" y="181"/>
                  </a:cubicBezTo>
                  <a:cubicBezTo>
                    <a:pt x="345" y="170"/>
                    <a:pt x="204" y="68"/>
                    <a:pt x="92"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3961;p72">
              <a:extLst>
                <a:ext uri="{FF2B5EF4-FFF2-40B4-BE49-F238E27FC236}">
                  <a16:creationId xmlns:a16="http://schemas.microsoft.com/office/drawing/2014/main" id="{603C5161-43E1-8F1C-A93C-8F9E308AC55B}"/>
                </a:ext>
              </a:extLst>
            </p:cNvPr>
            <p:cNvSpPr/>
            <p:nvPr/>
          </p:nvSpPr>
          <p:spPr>
            <a:xfrm>
              <a:off x="2699668" y="5214066"/>
              <a:ext cx="18910" cy="19218"/>
            </a:xfrm>
            <a:custGeom>
              <a:avLst/>
              <a:gdLst/>
              <a:ahLst/>
              <a:cxnLst/>
              <a:rect l="l" t="t" r="r" b="b"/>
              <a:pathLst>
                <a:path w="369" h="375" extrusionOk="0">
                  <a:moveTo>
                    <a:pt x="369" y="0"/>
                  </a:moveTo>
                  <a:cubicBezTo>
                    <a:pt x="332" y="13"/>
                    <a:pt x="149" y="69"/>
                    <a:pt x="8" y="122"/>
                  </a:cubicBezTo>
                  <a:cubicBezTo>
                    <a:pt x="4" y="166"/>
                    <a:pt x="1" y="209"/>
                    <a:pt x="1" y="252"/>
                  </a:cubicBezTo>
                  <a:cubicBezTo>
                    <a:pt x="1" y="295"/>
                    <a:pt x="4" y="335"/>
                    <a:pt x="8" y="375"/>
                  </a:cubicBezTo>
                  <a:lnTo>
                    <a:pt x="369" y="66"/>
                  </a:lnTo>
                  <a:cubicBezTo>
                    <a:pt x="367" y="57"/>
                    <a:pt x="367" y="50"/>
                    <a:pt x="367" y="40"/>
                  </a:cubicBezTo>
                  <a:cubicBezTo>
                    <a:pt x="367" y="28"/>
                    <a:pt x="369" y="14"/>
                    <a:pt x="369"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3962;p72">
              <a:extLst>
                <a:ext uri="{FF2B5EF4-FFF2-40B4-BE49-F238E27FC236}">
                  <a16:creationId xmlns:a16="http://schemas.microsoft.com/office/drawing/2014/main" id="{211A0E7A-2A11-B96E-F644-10F612FE817D}"/>
                </a:ext>
              </a:extLst>
            </p:cNvPr>
            <p:cNvSpPr/>
            <p:nvPr/>
          </p:nvSpPr>
          <p:spPr>
            <a:xfrm>
              <a:off x="2701257" y="5221702"/>
              <a:ext cx="19372" cy="26136"/>
            </a:xfrm>
            <a:custGeom>
              <a:avLst/>
              <a:gdLst/>
              <a:ahLst/>
              <a:cxnLst/>
              <a:rect l="l" t="t" r="r" b="b"/>
              <a:pathLst>
                <a:path w="378" h="510" extrusionOk="0">
                  <a:moveTo>
                    <a:pt x="353" y="0"/>
                  </a:moveTo>
                  <a:cubicBezTo>
                    <a:pt x="310" y="40"/>
                    <a:pt x="134" y="206"/>
                    <a:pt x="0" y="336"/>
                  </a:cubicBezTo>
                  <a:cubicBezTo>
                    <a:pt x="20" y="406"/>
                    <a:pt x="51" y="463"/>
                    <a:pt x="88" y="509"/>
                  </a:cubicBezTo>
                  <a:lnTo>
                    <a:pt x="378" y="43"/>
                  </a:lnTo>
                  <a:cubicBezTo>
                    <a:pt x="368" y="31"/>
                    <a:pt x="359" y="17"/>
                    <a:pt x="353"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3963;p72">
              <a:extLst>
                <a:ext uri="{FF2B5EF4-FFF2-40B4-BE49-F238E27FC236}">
                  <a16:creationId xmlns:a16="http://schemas.microsoft.com/office/drawing/2014/main" id="{CF544152-8395-76FF-91A7-9E851794A5A8}"/>
                </a:ext>
              </a:extLst>
            </p:cNvPr>
            <p:cNvSpPr/>
            <p:nvPr/>
          </p:nvSpPr>
          <p:spPr>
            <a:xfrm>
              <a:off x="2741332" y="5178090"/>
              <a:ext cx="19525" cy="21729"/>
            </a:xfrm>
            <a:custGeom>
              <a:avLst/>
              <a:gdLst/>
              <a:ahLst/>
              <a:cxnLst/>
              <a:rect l="l" t="t" r="r" b="b"/>
              <a:pathLst>
                <a:path w="381" h="424" extrusionOk="0">
                  <a:moveTo>
                    <a:pt x="342" y="0"/>
                  </a:moveTo>
                  <a:lnTo>
                    <a:pt x="0" y="371"/>
                  </a:lnTo>
                  <a:cubicBezTo>
                    <a:pt x="6" y="387"/>
                    <a:pt x="9" y="405"/>
                    <a:pt x="13" y="423"/>
                  </a:cubicBezTo>
                  <a:cubicBezTo>
                    <a:pt x="46" y="407"/>
                    <a:pt x="236" y="307"/>
                    <a:pt x="380" y="223"/>
                  </a:cubicBezTo>
                  <a:cubicBezTo>
                    <a:pt x="377" y="138"/>
                    <a:pt x="364" y="63"/>
                    <a:pt x="342"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3964;p72">
              <a:extLst>
                <a:ext uri="{FF2B5EF4-FFF2-40B4-BE49-F238E27FC236}">
                  <a16:creationId xmlns:a16="http://schemas.microsoft.com/office/drawing/2014/main" id="{CE3F9EDC-F4F1-A14D-5ABB-64287B7981D6}"/>
                </a:ext>
              </a:extLst>
            </p:cNvPr>
            <p:cNvSpPr/>
            <p:nvPr/>
          </p:nvSpPr>
          <p:spPr>
            <a:xfrm>
              <a:off x="2738257" y="5166713"/>
              <a:ext cx="18193" cy="27776"/>
            </a:xfrm>
            <a:custGeom>
              <a:avLst/>
              <a:gdLst/>
              <a:ahLst/>
              <a:cxnLst/>
              <a:rect l="l" t="t" r="r" b="b"/>
              <a:pathLst>
                <a:path w="355" h="542" extrusionOk="0">
                  <a:moveTo>
                    <a:pt x="232" y="0"/>
                  </a:moveTo>
                  <a:lnTo>
                    <a:pt x="0" y="512"/>
                  </a:lnTo>
                  <a:cubicBezTo>
                    <a:pt x="11" y="520"/>
                    <a:pt x="22" y="529"/>
                    <a:pt x="31" y="541"/>
                  </a:cubicBezTo>
                  <a:cubicBezTo>
                    <a:pt x="65" y="498"/>
                    <a:pt x="230" y="287"/>
                    <a:pt x="355" y="121"/>
                  </a:cubicBezTo>
                  <a:cubicBezTo>
                    <a:pt x="321" y="67"/>
                    <a:pt x="279" y="28"/>
                    <a:pt x="232"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3965;p72">
              <a:extLst>
                <a:ext uri="{FF2B5EF4-FFF2-40B4-BE49-F238E27FC236}">
                  <a16:creationId xmlns:a16="http://schemas.microsoft.com/office/drawing/2014/main" id="{6EECD15C-A2F2-6DC2-85D3-6E2536DE4FEE}"/>
                </a:ext>
              </a:extLst>
            </p:cNvPr>
            <p:cNvSpPr/>
            <p:nvPr/>
          </p:nvSpPr>
          <p:spPr>
            <a:xfrm>
              <a:off x="2733235" y="5164766"/>
              <a:ext cx="12043" cy="27571"/>
            </a:xfrm>
            <a:custGeom>
              <a:avLst/>
              <a:gdLst/>
              <a:ahLst/>
              <a:cxnLst/>
              <a:rect l="l" t="t" r="r" b="b"/>
              <a:pathLst>
                <a:path w="235" h="538" extrusionOk="0">
                  <a:moveTo>
                    <a:pt x="179" y="1"/>
                  </a:moveTo>
                  <a:cubicBezTo>
                    <a:pt x="140" y="1"/>
                    <a:pt x="99" y="8"/>
                    <a:pt x="56" y="21"/>
                  </a:cubicBezTo>
                  <a:lnTo>
                    <a:pt x="0" y="538"/>
                  </a:lnTo>
                  <a:cubicBezTo>
                    <a:pt x="13" y="534"/>
                    <a:pt x="25" y="533"/>
                    <a:pt x="36" y="533"/>
                  </a:cubicBezTo>
                  <a:cubicBezTo>
                    <a:pt x="40" y="533"/>
                    <a:pt x="44" y="533"/>
                    <a:pt x="48" y="533"/>
                  </a:cubicBezTo>
                  <a:cubicBezTo>
                    <a:pt x="74" y="463"/>
                    <a:pt x="169" y="202"/>
                    <a:pt x="235" y="6"/>
                  </a:cubicBezTo>
                  <a:cubicBezTo>
                    <a:pt x="217" y="2"/>
                    <a:pt x="198" y="1"/>
                    <a:pt x="179"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3966;p72">
              <a:extLst>
                <a:ext uri="{FF2B5EF4-FFF2-40B4-BE49-F238E27FC236}">
                  <a16:creationId xmlns:a16="http://schemas.microsoft.com/office/drawing/2014/main" id="{F97DA8C1-CA48-EC57-0EAF-42B483533044}"/>
                </a:ext>
              </a:extLst>
            </p:cNvPr>
            <p:cNvSpPr/>
            <p:nvPr/>
          </p:nvSpPr>
          <p:spPr>
            <a:xfrm>
              <a:off x="2721448" y="5168045"/>
              <a:ext cx="9686" cy="27981"/>
            </a:xfrm>
            <a:custGeom>
              <a:avLst/>
              <a:gdLst/>
              <a:ahLst/>
              <a:cxnLst/>
              <a:rect l="l" t="t" r="r" b="b"/>
              <a:pathLst>
                <a:path w="189" h="546" extrusionOk="0">
                  <a:moveTo>
                    <a:pt x="189" y="0"/>
                  </a:moveTo>
                  <a:lnTo>
                    <a:pt x="189" y="0"/>
                  </a:lnTo>
                  <a:cubicBezTo>
                    <a:pt x="184" y="3"/>
                    <a:pt x="178" y="5"/>
                    <a:pt x="174" y="8"/>
                  </a:cubicBezTo>
                  <a:cubicBezTo>
                    <a:pt x="114" y="43"/>
                    <a:pt x="56" y="87"/>
                    <a:pt x="0" y="141"/>
                  </a:cubicBezTo>
                  <a:lnTo>
                    <a:pt x="109" y="546"/>
                  </a:lnTo>
                  <a:cubicBezTo>
                    <a:pt x="126" y="531"/>
                    <a:pt x="141" y="517"/>
                    <a:pt x="158" y="506"/>
                  </a:cubicBezTo>
                  <a:cubicBezTo>
                    <a:pt x="163" y="439"/>
                    <a:pt x="181" y="187"/>
                    <a:pt x="189"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3967;p72">
              <a:extLst>
                <a:ext uri="{FF2B5EF4-FFF2-40B4-BE49-F238E27FC236}">
                  <a16:creationId xmlns:a16="http://schemas.microsoft.com/office/drawing/2014/main" id="{BB88BB72-1833-3246-3D9D-23A26A42F43E}"/>
                </a:ext>
              </a:extLst>
            </p:cNvPr>
            <p:cNvSpPr/>
            <p:nvPr/>
          </p:nvSpPr>
          <p:spPr>
            <a:xfrm>
              <a:off x="2738719" y="5212016"/>
              <a:ext cx="17014" cy="18654"/>
            </a:xfrm>
            <a:custGeom>
              <a:avLst/>
              <a:gdLst/>
              <a:ahLst/>
              <a:cxnLst/>
              <a:rect l="l" t="t" r="r" b="b"/>
              <a:pathLst>
                <a:path w="332" h="364" extrusionOk="0">
                  <a:moveTo>
                    <a:pt x="31" y="1"/>
                  </a:moveTo>
                  <a:cubicBezTo>
                    <a:pt x="22" y="24"/>
                    <a:pt x="13" y="47"/>
                    <a:pt x="1" y="68"/>
                  </a:cubicBezTo>
                  <a:cubicBezTo>
                    <a:pt x="27" y="108"/>
                    <a:pt x="123" y="258"/>
                    <a:pt x="201" y="364"/>
                  </a:cubicBezTo>
                  <a:cubicBezTo>
                    <a:pt x="252" y="284"/>
                    <a:pt x="297" y="197"/>
                    <a:pt x="332" y="105"/>
                  </a:cubicBezTo>
                  <a:lnTo>
                    <a:pt x="31"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3968;p72">
              <a:extLst>
                <a:ext uri="{FF2B5EF4-FFF2-40B4-BE49-F238E27FC236}">
                  <a16:creationId xmlns:a16="http://schemas.microsoft.com/office/drawing/2014/main" id="{6C61DD69-D0F7-C2C6-C530-CEDD5B2EC2DF}"/>
                </a:ext>
              </a:extLst>
            </p:cNvPr>
            <p:cNvSpPr/>
            <p:nvPr/>
          </p:nvSpPr>
          <p:spPr>
            <a:xfrm>
              <a:off x="2741486" y="5196847"/>
              <a:ext cx="19218" cy="13888"/>
            </a:xfrm>
            <a:custGeom>
              <a:avLst/>
              <a:gdLst/>
              <a:ahLst/>
              <a:cxnLst/>
              <a:rect l="l" t="t" r="r" b="b"/>
              <a:pathLst>
                <a:path w="375" h="271" extrusionOk="0">
                  <a:moveTo>
                    <a:pt x="374" y="1"/>
                  </a:moveTo>
                  <a:lnTo>
                    <a:pt x="11" y="149"/>
                  </a:lnTo>
                  <a:cubicBezTo>
                    <a:pt x="10" y="171"/>
                    <a:pt x="5" y="192"/>
                    <a:pt x="0" y="215"/>
                  </a:cubicBezTo>
                  <a:cubicBezTo>
                    <a:pt x="28" y="220"/>
                    <a:pt x="193" y="254"/>
                    <a:pt x="322" y="271"/>
                  </a:cubicBezTo>
                  <a:cubicBezTo>
                    <a:pt x="348" y="182"/>
                    <a:pt x="367" y="90"/>
                    <a:pt x="374"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3969;p72">
              <a:extLst>
                <a:ext uri="{FF2B5EF4-FFF2-40B4-BE49-F238E27FC236}">
                  <a16:creationId xmlns:a16="http://schemas.microsoft.com/office/drawing/2014/main" id="{E162B623-CD15-9358-F4CC-1C89E19A5C30}"/>
                </a:ext>
              </a:extLst>
            </p:cNvPr>
            <p:cNvSpPr/>
            <p:nvPr/>
          </p:nvSpPr>
          <p:spPr>
            <a:xfrm>
              <a:off x="2708534" y="5225853"/>
              <a:ext cx="16502" cy="27776"/>
            </a:xfrm>
            <a:custGeom>
              <a:avLst/>
              <a:gdLst/>
              <a:ahLst/>
              <a:cxnLst/>
              <a:rect l="l" t="t" r="r" b="b"/>
              <a:pathLst>
                <a:path w="322" h="542" extrusionOk="0">
                  <a:moveTo>
                    <a:pt x="283" y="0"/>
                  </a:moveTo>
                  <a:cubicBezTo>
                    <a:pt x="262" y="36"/>
                    <a:pt x="111" y="287"/>
                    <a:pt x="1" y="482"/>
                  </a:cubicBezTo>
                  <a:cubicBezTo>
                    <a:pt x="44" y="516"/>
                    <a:pt x="96" y="536"/>
                    <a:pt x="151" y="542"/>
                  </a:cubicBezTo>
                  <a:lnTo>
                    <a:pt x="321" y="13"/>
                  </a:lnTo>
                  <a:cubicBezTo>
                    <a:pt x="309" y="11"/>
                    <a:pt x="295" y="7"/>
                    <a:pt x="283"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3970;p72">
              <a:extLst>
                <a:ext uri="{FF2B5EF4-FFF2-40B4-BE49-F238E27FC236}">
                  <a16:creationId xmlns:a16="http://schemas.microsoft.com/office/drawing/2014/main" id="{48DAAF87-8988-FE32-FF92-0B1938015028}"/>
                </a:ext>
              </a:extLst>
            </p:cNvPr>
            <p:cNvSpPr/>
            <p:nvPr/>
          </p:nvSpPr>
          <p:spPr>
            <a:xfrm>
              <a:off x="2722012" y="5225238"/>
              <a:ext cx="9686" cy="28186"/>
            </a:xfrm>
            <a:custGeom>
              <a:avLst/>
              <a:gdLst/>
              <a:ahLst/>
              <a:cxnLst/>
              <a:rect l="l" t="t" r="r" b="b"/>
              <a:pathLst>
                <a:path w="189" h="550" extrusionOk="0">
                  <a:moveTo>
                    <a:pt x="156" y="0"/>
                  </a:moveTo>
                  <a:cubicBezTo>
                    <a:pt x="140" y="9"/>
                    <a:pt x="123" y="16"/>
                    <a:pt x="107" y="20"/>
                  </a:cubicBezTo>
                  <a:cubicBezTo>
                    <a:pt x="94" y="81"/>
                    <a:pt x="37" y="347"/>
                    <a:pt x="0" y="549"/>
                  </a:cubicBezTo>
                  <a:cubicBezTo>
                    <a:pt x="52" y="538"/>
                    <a:pt x="106" y="518"/>
                    <a:pt x="163" y="485"/>
                  </a:cubicBezTo>
                  <a:cubicBezTo>
                    <a:pt x="172" y="480"/>
                    <a:pt x="179" y="474"/>
                    <a:pt x="189" y="468"/>
                  </a:cubicBezTo>
                  <a:lnTo>
                    <a:pt x="156"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3971;p72">
              <a:extLst>
                <a:ext uri="{FF2B5EF4-FFF2-40B4-BE49-F238E27FC236}">
                  <a16:creationId xmlns:a16="http://schemas.microsoft.com/office/drawing/2014/main" id="{15156460-E2BA-B203-0923-0D9E0B860967}"/>
                </a:ext>
              </a:extLst>
            </p:cNvPr>
            <p:cNvSpPr/>
            <p:nvPr/>
          </p:nvSpPr>
          <p:spPr>
            <a:xfrm>
              <a:off x="2733645" y="5219857"/>
              <a:ext cx="12043" cy="25829"/>
            </a:xfrm>
            <a:custGeom>
              <a:avLst/>
              <a:gdLst/>
              <a:ahLst/>
              <a:cxnLst/>
              <a:rect l="l" t="t" r="r" b="b"/>
              <a:pathLst>
                <a:path w="235" h="504" extrusionOk="0">
                  <a:moveTo>
                    <a:pt x="44" y="1"/>
                  </a:moveTo>
                  <a:cubicBezTo>
                    <a:pt x="31" y="19"/>
                    <a:pt x="15" y="36"/>
                    <a:pt x="0" y="52"/>
                  </a:cubicBezTo>
                  <a:cubicBezTo>
                    <a:pt x="6" y="107"/>
                    <a:pt x="32" y="335"/>
                    <a:pt x="57" y="504"/>
                  </a:cubicBezTo>
                  <a:cubicBezTo>
                    <a:pt x="121" y="449"/>
                    <a:pt x="179" y="384"/>
                    <a:pt x="235" y="311"/>
                  </a:cubicBezTo>
                  <a:lnTo>
                    <a:pt x="44"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3972;p72">
              <a:extLst>
                <a:ext uri="{FF2B5EF4-FFF2-40B4-BE49-F238E27FC236}">
                  <a16:creationId xmlns:a16="http://schemas.microsoft.com/office/drawing/2014/main" id="{DA079320-D7B9-1CCB-D754-66904638DB4D}"/>
                </a:ext>
              </a:extLst>
            </p:cNvPr>
            <p:cNvSpPr/>
            <p:nvPr/>
          </p:nvSpPr>
          <p:spPr>
            <a:xfrm>
              <a:off x="2721295" y="5196129"/>
              <a:ext cx="18039" cy="26290"/>
            </a:xfrm>
            <a:custGeom>
              <a:avLst/>
              <a:gdLst/>
              <a:ahLst/>
              <a:cxnLst/>
              <a:rect l="l" t="t" r="r" b="b"/>
              <a:pathLst>
                <a:path w="352" h="513" extrusionOk="0">
                  <a:moveTo>
                    <a:pt x="246" y="1"/>
                  </a:moveTo>
                  <a:cubicBezTo>
                    <a:pt x="225" y="1"/>
                    <a:pt x="201" y="8"/>
                    <a:pt x="177" y="22"/>
                  </a:cubicBezTo>
                  <a:cubicBezTo>
                    <a:pt x="78" y="79"/>
                    <a:pt x="0" y="229"/>
                    <a:pt x="0" y="358"/>
                  </a:cubicBezTo>
                  <a:cubicBezTo>
                    <a:pt x="0" y="454"/>
                    <a:pt x="44" y="512"/>
                    <a:pt x="107" y="512"/>
                  </a:cubicBezTo>
                  <a:cubicBezTo>
                    <a:pt x="128" y="512"/>
                    <a:pt x="152" y="505"/>
                    <a:pt x="177" y="492"/>
                  </a:cubicBezTo>
                  <a:cubicBezTo>
                    <a:pt x="273" y="435"/>
                    <a:pt x="351" y="285"/>
                    <a:pt x="351" y="156"/>
                  </a:cubicBezTo>
                  <a:cubicBezTo>
                    <a:pt x="351" y="59"/>
                    <a:pt x="308" y="1"/>
                    <a:pt x="246"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3973;p72">
              <a:extLst>
                <a:ext uri="{FF2B5EF4-FFF2-40B4-BE49-F238E27FC236}">
                  <a16:creationId xmlns:a16="http://schemas.microsoft.com/office/drawing/2014/main" id="{2A91902E-7EA9-C2A5-D6BC-F2DA9D5139BB}"/>
                </a:ext>
              </a:extLst>
            </p:cNvPr>
            <p:cNvSpPr/>
            <p:nvPr/>
          </p:nvSpPr>
          <p:spPr>
            <a:xfrm>
              <a:off x="2726778" y="5202791"/>
              <a:ext cx="9788" cy="14144"/>
            </a:xfrm>
            <a:custGeom>
              <a:avLst/>
              <a:gdLst/>
              <a:ahLst/>
              <a:cxnLst/>
              <a:rect l="l" t="t" r="r" b="b"/>
              <a:pathLst>
                <a:path w="191" h="276" extrusionOk="0">
                  <a:moveTo>
                    <a:pt x="134" y="0"/>
                  </a:moveTo>
                  <a:cubicBezTo>
                    <a:pt x="122" y="0"/>
                    <a:pt x="109" y="4"/>
                    <a:pt x="96" y="12"/>
                  </a:cubicBezTo>
                  <a:cubicBezTo>
                    <a:pt x="44" y="41"/>
                    <a:pt x="1" y="122"/>
                    <a:pt x="1" y="193"/>
                  </a:cubicBezTo>
                  <a:cubicBezTo>
                    <a:pt x="1" y="244"/>
                    <a:pt x="24" y="275"/>
                    <a:pt x="58" y="275"/>
                  </a:cubicBezTo>
                  <a:cubicBezTo>
                    <a:pt x="69" y="275"/>
                    <a:pt x="82" y="271"/>
                    <a:pt x="96" y="263"/>
                  </a:cubicBezTo>
                  <a:cubicBezTo>
                    <a:pt x="148" y="234"/>
                    <a:pt x="191" y="153"/>
                    <a:pt x="191" y="83"/>
                  </a:cubicBezTo>
                  <a:cubicBezTo>
                    <a:pt x="191" y="31"/>
                    <a:pt x="167" y="0"/>
                    <a:pt x="134"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3974;p72">
              <a:extLst>
                <a:ext uri="{FF2B5EF4-FFF2-40B4-BE49-F238E27FC236}">
                  <a16:creationId xmlns:a16="http://schemas.microsoft.com/office/drawing/2014/main" id="{F4C2E559-00BF-D1C1-A91C-13F0D9CD8DBE}"/>
                </a:ext>
              </a:extLst>
            </p:cNvPr>
            <p:cNvSpPr/>
            <p:nvPr/>
          </p:nvSpPr>
          <p:spPr>
            <a:xfrm>
              <a:off x="2098484" y="4952499"/>
              <a:ext cx="683437" cy="509195"/>
            </a:xfrm>
            <a:custGeom>
              <a:avLst/>
              <a:gdLst/>
              <a:ahLst/>
              <a:cxnLst/>
              <a:rect l="l" t="t" r="r" b="b"/>
              <a:pathLst>
                <a:path w="13336" h="9936" extrusionOk="0">
                  <a:moveTo>
                    <a:pt x="7962" y="1"/>
                  </a:moveTo>
                  <a:cubicBezTo>
                    <a:pt x="7831" y="1"/>
                    <a:pt x="7612" y="92"/>
                    <a:pt x="7272" y="235"/>
                  </a:cubicBezTo>
                  <a:cubicBezTo>
                    <a:pt x="6594" y="520"/>
                    <a:pt x="5811" y="996"/>
                    <a:pt x="5696" y="1062"/>
                  </a:cubicBezTo>
                  <a:cubicBezTo>
                    <a:pt x="5329" y="1272"/>
                    <a:pt x="5041" y="1607"/>
                    <a:pt x="4863" y="1851"/>
                  </a:cubicBezTo>
                  <a:cubicBezTo>
                    <a:pt x="4434" y="2441"/>
                    <a:pt x="3997" y="3121"/>
                    <a:pt x="3647" y="3463"/>
                  </a:cubicBezTo>
                  <a:cubicBezTo>
                    <a:pt x="3643" y="3467"/>
                    <a:pt x="3638" y="3470"/>
                    <a:pt x="3634" y="3475"/>
                  </a:cubicBezTo>
                  <a:cubicBezTo>
                    <a:pt x="4144" y="3823"/>
                    <a:pt x="4639" y="4186"/>
                    <a:pt x="5165" y="4510"/>
                  </a:cubicBezTo>
                  <a:cubicBezTo>
                    <a:pt x="5728" y="4858"/>
                    <a:pt x="6307" y="5177"/>
                    <a:pt x="6901" y="5471"/>
                  </a:cubicBezTo>
                  <a:cubicBezTo>
                    <a:pt x="6944" y="5492"/>
                    <a:pt x="6917" y="5551"/>
                    <a:pt x="6876" y="5551"/>
                  </a:cubicBezTo>
                  <a:cubicBezTo>
                    <a:pt x="6875" y="5551"/>
                    <a:pt x="6873" y="5551"/>
                    <a:pt x="6872" y="5551"/>
                  </a:cubicBezTo>
                  <a:cubicBezTo>
                    <a:pt x="5946" y="5991"/>
                    <a:pt x="5118" y="6547"/>
                    <a:pt x="4422" y="7308"/>
                  </a:cubicBezTo>
                  <a:cubicBezTo>
                    <a:pt x="4239" y="7505"/>
                    <a:pt x="4068" y="7714"/>
                    <a:pt x="3908" y="7930"/>
                  </a:cubicBezTo>
                  <a:cubicBezTo>
                    <a:pt x="3784" y="8099"/>
                    <a:pt x="3681" y="8324"/>
                    <a:pt x="3514" y="8454"/>
                  </a:cubicBezTo>
                  <a:cubicBezTo>
                    <a:pt x="3410" y="8535"/>
                    <a:pt x="3237" y="8592"/>
                    <a:pt x="3091" y="8592"/>
                  </a:cubicBezTo>
                  <a:cubicBezTo>
                    <a:pt x="3045" y="8592"/>
                    <a:pt x="3002" y="8586"/>
                    <a:pt x="2964" y="8574"/>
                  </a:cubicBezTo>
                  <a:cubicBezTo>
                    <a:pt x="2585" y="8448"/>
                    <a:pt x="1556" y="7898"/>
                    <a:pt x="925" y="7508"/>
                  </a:cubicBezTo>
                  <a:cubicBezTo>
                    <a:pt x="636" y="7331"/>
                    <a:pt x="322" y="7148"/>
                    <a:pt x="37" y="6957"/>
                  </a:cubicBezTo>
                  <a:lnTo>
                    <a:pt x="37" y="6957"/>
                  </a:lnTo>
                  <a:cubicBezTo>
                    <a:pt x="0" y="7185"/>
                    <a:pt x="8" y="7403"/>
                    <a:pt x="61" y="7611"/>
                  </a:cubicBezTo>
                  <a:cubicBezTo>
                    <a:pt x="81" y="7683"/>
                    <a:pt x="133" y="7738"/>
                    <a:pt x="195" y="7778"/>
                  </a:cubicBezTo>
                  <a:lnTo>
                    <a:pt x="3942" y="9935"/>
                  </a:lnTo>
                  <a:cubicBezTo>
                    <a:pt x="3942" y="9935"/>
                    <a:pt x="4535" y="8307"/>
                    <a:pt x="5297" y="7651"/>
                  </a:cubicBezTo>
                  <a:cubicBezTo>
                    <a:pt x="6059" y="6995"/>
                    <a:pt x="8287" y="6819"/>
                    <a:pt x="9177" y="5975"/>
                  </a:cubicBezTo>
                  <a:cubicBezTo>
                    <a:pt x="10068" y="5132"/>
                    <a:pt x="13023" y="2938"/>
                    <a:pt x="13023" y="2938"/>
                  </a:cubicBezTo>
                  <a:lnTo>
                    <a:pt x="13335" y="2382"/>
                  </a:lnTo>
                  <a:lnTo>
                    <a:pt x="9536" y="191"/>
                  </a:lnTo>
                  <a:cubicBezTo>
                    <a:pt x="9458" y="145"/>
                    <a:pt x="9363" y="117"/>
                    <a:pt x="9242" y="116"/>
                  </a:cubicBezTo>
                  <a:cubicBezTo>
                    <a:pt x="9072" y="114"/>
                    <a:pt x="8196" y="4"/>
                    <a:pt x="7965" y="1"/>
                  </a:cubicBezTo>
                  <a:cubicBezTo>
                    <a:pt x="7964" y="1"/>
                    <a:pt x="7963" y="1"/>
                    <a:pt x="7962" y="1"/>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0" name="Google Shape;3975;p72">
              <a:extLst>
                <a:ext uri="{FF2B5EF4-FFF2-40B4-BE49-F238E27FC236}">
                  <a16:creationId xmlns:a16="http://schemas.microsoft.com/office/drawing/2014/main" id="{8C34B435-C5B9-F182-FCB2-9042436CFF2F}"/>
                </a:ext>
              </a:extLst>
            </p:cNvPr>
            <p:cNvSpPr/>
            <p:nvPr/>
          </p:nvSpPr>
          <p:spPr>
            <a:xfrm>
              <a:off x="2100329" y="5130532"/>
              <a:ext cx="354018" cy="262336"/>
            </a:xfrm>
            <a:custGeom>
              <a:avLst/>
              <a:gdLst/>
              <a:ahLst/>
              <a:cxnLst/>
              <a:rect l="l" t="t" r="r" b="b"/>
              <a:pathLst>
                <a:path w="6908" h="5119" extrusionOk="0">
                  <a:moveTo>
                    <a:pt x="3598" y="1"/>
                  </a:moveTo>
                  <a:cubicBezTo>
                    <a:pt x="3319" y="264"/>
                    <a:pt x="2667" y="547"/>
                    <a:pt x="1945" y="985"/>
                  </a:cubicBezTo>
                  <a:cubicBezTo>
                    <a:pt x="1028" y="1542"/>
                    <a:pt x="501" y="2126"/>
                    <a:pt x="180" y="2875"/>
                  </a:cubicBezTo>
                  <a:cubicBezTo>
                    <a:pt x="90" y="3087"/>
                    <a:pt x="30" y="3288"/>
                    <a:pt x="1" y="3483"/>
                  </a:cubicBezTo>
                  <a:cubicBezTo>
                    <a:pt x="286" y="3674"/>
                    <a:pt x="600" y="3857"/>
                    <a:pt x="889" y="4034"/>
                  </a:cubicBezTo>
                  <a:cubicBezTo>
                    <a:pt x="1520" y="4424"/>
                    <a:pt x="2549" y="4974"/>
                    <a:pt x="2928" y="5100"/>
                  </a:cubicBezTo>
                  <a:cubicBezTo>
                    <a:pt x="2966" y="5112"/>
                    <a:pt x="3009" y="5118"/>
                    <a:pt x="3055" y="5118"/>
                  </a:cubicBezTo>
                  <a:cubicBezTo>
                    <a:pt x="3201" y="5118"/>
                    <a:pt x="3374" y="5061"/>
                    <a:pt x="3478" y="4980"/>
                  </a:cubicBezTo>
                  <a:cubicBezTo>
                    <a:pt x="3645" y="4850"/>
                    <a:pt x="3748" y="4625"/>
                    <a:pt x="3872" y="4456"/>
                  </a:cubicBezTo>
                  <a:cubicBezTo>
                    <a:pt x="4032" y="4240"/>
                    <a:pt x="4203" y="4031"/>
                    <a:pt x="4386" y="3834"/>
                  </a:cubicBezTo>
                  <a:cubicBezTo>
                    <a:pt x="5082" y="3073"/>
                    <a:pt x="5910" y="2517"/>
                    <a:pt x="6836" y="2077"/>
                  </a:cubicBezTo>
                  <a:cubicBezTo>
                    <a:pt x="6837" y="2077"/>
                    <a:pt x="6839" y="2077"/>
                    <a:pt x="6840" y="2077"/>
                  </a:cubicBezTo>
                  <a:cubicBezTo>
                    <a:pt x="6881" y="2077"/>
                    <a:pt x="6908" y="2018"/>
                    <a:pt x="6865" y="1997"/>
                  </a:cubicBezTo>
                  <a:cubicBezTo>
                    <a:pt x="6271" y="1703"/>
                    <a:pt x="5692" y="1384"/>
                    <a:pt x="5129" y="1036"/>
                  </a:cubicBezTo>
                  <a:cubicBezTo>
                    <a:pt x="4603" y="712"/>
                    <a:pt x="4108" y="349"/>
                    <a:pt x="3598" y="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3976;p72">
              <a:extLst>
                <a:ext uri="{FF2B5EF4-FFF2-40B4-BE49-F238E27FC236}">
                  <a16:creationId xmlns:a16="http://schemas.microsoft.com/office/drawing/2014/main" id="{807586E4-6C58-2C7A-2A3E-0B086FD4632F}"/>
                </a:ext>
              </a:extLst>
            </p:cNvPr>
            <p:cNvSpPr/>
            <p:nvPr/>
          </p:nvSpPr>
          <p:spPr>
            <a:xfrm>
              <a:off x="2289637" y="5063859"/>
              <a:ext cx="521597" cy="402037"/>
            </a:xfrm>
            <a:custGeom>
              <a:avLst/>
              <a:gdLst/>
              <a:ahLst/>
              <a:cxnLst/>
              <a:rect l="l" t="t" r="r" b="b"/>
              <a:pathLst>
                <a:path w="10178" h="7845" extrusionOk="0">
                  <a:moveTo>
                    <a:pt x="8000" y="0"/>
                  </a:moveTo>
                  <a:cubicBezTo>
                    <a:pt x="7871" y="0"/>
                    <a:pt x="7652" y="92"/>
                    <a:pt x="7312" y="235"/>
                  </a:cubicBezTo>
                  <a:cubicBezTo>
                    <a:pt x="6634" y="521"/>
                    <a:pt x="5851" y="995"/>
                    <a:pt x="5736" y="1061"/>
                  </a:cubicBezTo>
                  <a:cubicBezTo>
                    <a:pt x="5369" y="1271"/>
                    <a:pt x="5081" y="1607"/>
                    <a:pt x="4903" y="1851"/>
                  </a:cubicBezTo>
                  <a:cubicBezTo>
                    <a:pt x="4474" y="2441"/>
                    <a:pt x="4037" y="3120"/>
                    <a:pt x="3686" y="3463"/>
                  </a:cubicBezTo>
                  <a:cubicBezTo>
                    <a:pt x="3413" y="3730"/>
                    <a:pt x="2752" y="4014"/>
                    <a:pt x="2021" y="4458"/>
                  </a:cubicBezTo>
                  <a:cubicBezTo>
                    <a:pt x="1103" y="5015"/>
                    <a:pt x="577" y="5599"/>
                    <a:pt x="256" y="6349"/>
                  </a:cubicBezTo>
                  <a:cubicBezTo>
                    <a:pt x="60" y="6809"/>
                    <a:pt x="0" y="7226"/>
                    <a:pt x="101" y="7611"/>
                  </a:cubicBezTo>
                  <a:cubicBezTo>
                    <a:pt x="142" y="7764"/>
                    <a:pt x="335" y="7844"/>
                    <a:pt x="430" y="7844"/>
                  </a:cubicBezTo>
                  <a:cubicBezTo>
                    <a:pt x="448" y="7844"/>
                    <a:pt x="462" y="7841"/>
                    <a:pt x="471" y="7836"/>
                  </a:cubicBezTo>
                  <a:cubicBezTo>
                    <a:pt x="544" y="7792"/>
                    <a:pt x="649" y="7730"/>
                    <a:pt x="758" y="7666"/>
                  </a:cubicBezTo>
                  <a:cubicBezTo>
                    <a:pt x="756" y="7638"/>
                    <a:pt x="755" y="7612"/>
                    <a:pt x="755" y="7583"/>
                  </a:cubicBezTo>
                  <a:cubicBezTo>
                    <a:pt x="755" y="6674"/>
                    <a:pt x="1306" y="5619"/>
                    <a:pt x="1987" y="5225"/>
                  </a:cubicBezTo>
                  <a:cubicBezTo>
                    <a:pt x="2161" y="5124"/>
                    <a:pt x="2327" y="5077"/>
                    <a:pt x="2477" y="5077"/>
                  </a:cubicBezTo>
                  <a:cubicBezTo>
                    <a:pt x="2915" y="5077"/>
                    <a:pt x="3221" y="5481"/>
                    <a:pt x="3221" y="6157"/>
                  </a:cubicBezTo>
                  <a:cubicBezTo>
                    <a:pt x="3221" y="6186"/>
                    <a:pt x="3220" y="6214"/>
                    <a:pt x="3218" y="6243"/>
                  </a:cubicBezTo>
                  <a:lnTo>
                    <a:pt x="7165" y="3988"/>
                  </a:lnTo>
                  <a:cubicBezTo>
                    <a:pt x="7163" y="3951"/>
                    <a:pt x="7160" y="3914"/>
                    <a:pt x="7160" y="3876"/>
                  </a:cubicBezTo>
                  <a:cubicBezTo>
                    <a:pt x="7160" y="2968"/>
                    <a:pt x="7713" y="1912"/>
                    <a:pt x="8394" y="1519"/>
                  </a:cubicBezTo>
                  <a:cubicBezTo>
                    <a:pt x="8569" y="1419"/>
                    <a:pt x="8735" y="1371"/>
                    <a:pt x="8885" y="1371"/>
                  </a:cubicBezTo>
                  <a:cubicBezTo>
                    <a:pt x="9323" y="1371"/>
                    <a:pt x="9628" y="1775"/>
                    <a:pt x="9628" y="2452"/>
                  </a:cubicBezTo>
                  <a:cubicBezTo>
                    <a:pt x="9628" y="2465"/>
                    <a:pt x="9627" y="2479"/>
                    <a:pt x="9627" y="2493"/>
                  </a:cubicBezTo>
                  <a:cubicBezTo>
                    <a:pt x="9823" y="2308"/>
                    <a:pt x="10090" y="2042"/>
                    <a:pt x="10163" y="1901"/>
                  </a:cubicBezTo>
                  <a:cubicBezTo>
                    <a:pt x="10177" y="1708"/>
                    <a:pt x="10127" y="1363"/>
                    <a:pt x="10094" y="1214"/>
                  </a:cubicBezTo>
                  <a:cubicBezTo>
                    <a:pt x="10035" y="935"/>
                    <a:pt x="9961" y="687"/>
                    <a:pt x="9875" y="540"/>
                  </a:cubicBezTo>
                  <a:cubicBezTo>
                    <a:pt x="9728" y="287"/>
                    <a:pt x="9595" y="120"/>
                    <a:pt x="9282" y="115"/>
                  </a:cubicBezTo>
                  <a:cubicBezTo>
                    <a:pt x="9112" y="114"/>
                    <a:pt x="8235" y="3"/>
                    <a:pt x="8003" y="0"/>
                  </a:cubicBezTo>
                  <a:cubicBezTo>
                    <a:pt x="8002" y="0"/>
                    <a:pt x="8001" y="0"/>
                    <a:pt x="8000" y="0"/>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3977;p72">
              <a:extLst>
                <a:ext uri="{FF2B5EF4-FFF2-40B4-BE49-F238E27FC236}">
                  <a16:creationId xmlns:a16="http://schemas.microsoft.com/office/drawing/2014/main" id="{EB593B63-2BD7-9939-D36A-881788050CCE}"/>
                </a:ext>
              </a:extLst>
            </p:cNvPr>
            <p:cNvSpPr/>
            <p:nvPr/>
          </p:nvSpPr>
          <p:spPr>
            <a:xfrm>
              <a:off x="2656518" y="5134068"/>
              <a:ext cx="126581" cy="134166"/>
            </a:xfrm>
            <a:custGeom>
              <a:avLst/>
              <a:gdLst/>
              <a:ahLst/>
              <a:cxnLst/>
              <a:rect l="l" t="t" r="r" b="b"/>
              <a:pathLst>
                <a:path w="2470" h="2618" extrusionOk="0">
                  <a:moveTo>
                    <a:pt x="1726" y="1"/>
                  </a:moveTo>
                  <a:cubicBezTo>
                    <a:pt x="1576" y="1"/>
                    <a:pt x="1410" y="49"/>
                    <a:pt x="1235" y="149"/>
                  </a:cubicBezTo>
                  <a:cubicBezTo>
                    <a:pt x="554" y="542"/>
                    <a:pt x="1" y="1598"/>
                    <a:pt x="1" y="2506"/>
                  </a:cubicBezTo>
                  <a:cubicBezTo>
                    <a:pt x="1" y="2544"/>
                    <a:pt x="4" y="2581"/>
                    <a:pt x="6" y="2618"/>
                  </a:cubicBezTo>
                  <a:lnTo>
                    <a:pt x="174" y="2521"/>
                  </a:lnTo>
                  <a:cubicBezTo>
                    <a:pt x="174" y="2497"/>
                    <a:pt x="173" y="2474"/>
                    <a:pt x="173" y="2449"/>
                  </a:cubicBezTo>
                  <a:cubicBezTo>
                    <a:pt x="173" y="1621"/>
                    <a:pt x="676" y="658"/>
                    <a:pt x="1298" y="300"/>
                  </a:cubicBezTo>
                  <a:cubicBezTo>
                    <a:pt x="1457" y="208"/>
                    <a:pt x="1608" y="165"/>
                    <a:pt x="1745" y="165"/>
                  </a:cubicBezTo>
                  <a:cubicBezTo>
                    <a:pt x="2144" y="165"/>
                    <a:pt x="2423" y="533"/>
                    <a:pt x="2423" y="1151"/>
                  </a:cubicBezTo>
                  <a:cubicBezTo>
                    <a:pt x="2423" y="1155"/>
                    <a:pt x="2422" y="1161"/>
                    <a:pt x="2422" y="1166"/>
                  </a:cubicBezTo>
                  <a:cubicBezTo>
                    <a:pt x="2437" y="1154"/>
                    <a:pt x="2452" y="1138"/>
                    <a:pt x="2468" y="1123"/>
                  </a:cubicBezTo>
                  <a:cubicBezTo>
                    <a:pt x="2468" y="1109"/>
                    <a:pt x="2469" y="1095"/>
                    <a:pt x="2469" y="1082"/>
                  </a:cubicBezTo>
                  <a:cubicBezTo>
                    <a:pt x="2469" y="405"/>
                    <a:pt x="2164" y="1"/>
                    <a:pt x="1726" y="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3978;p72">
              <a:extLst>
                <a:ext uri="{FF2B5EF4-FFF2-40B4-BE49-F238E27FC236}">
                  <a16:creationId xmlns:a16="http://schemas.microsoft.com/office/drawing/2014/main" id="{F93BA3A3-EAB2-AEEE-80F9-C5C640737066}"/>
                </a:ext>
              </a:extLst>
            </p:cNvPr>
            <p:cNvSpPr/>
            <p:nvPr/>
          </p:nvSpPr>
          <p:spPr>
            <a:xfrm>
              <a:off x="2328278" y="5323991"/>
              <a:ext cx="126479" cy="132731"/>
            </a:xfrm>
            <a:custGeom>
              <a:avLst/>
              <a:gdLst/>
              <a:ahLst/>
              <a:cxnLst/>
              <a:rect l="l" t="t" r="r" b="b"/>
              <a:pathLst>
                <a:path w="2468" h="2590" extrusionOk="0">
                  <a:moveTo>
                    <a:pt x="1723" y="1"/>
                  </a:moveTo>
                  <a:cubicBezTo>
                    <a:pt x="1573" y="1"/>
                    <a:pt x="1407" y="48"/>
                    <a:pt x="1233" y="149"/>
                  </a:cubicBezTo>
                  <a:cubicBezTo>
                    <a:pt x="552" y="543"/>
                    <a:pt x="1" y="1598"/>
                    <a:pt x="1" y="2507"/>
                  </a:cubicBezTo>
                  <a:cubicBezTo>
                    <a:pt x="1" y="2536"/>
                    <a:pt x="2" y="2562"/>
                    <a:pt x="4" y="2590"/>
                  </a:cubicBezTo>
                  <a:cubicBezTo>
                    <a:pt x="60" y="2558"/>
                    <a:pt x="117" y="2524"/>
                    <a:pt x="172" y="2492"/>
                  </a:cubicBezTo>
                  <a:cubicBezTo>
                    <a:pt x="171" y="2475"/>
                    <a:pt x="169" y="2459"/>
                    <a:pt x="169" y="2443"/>
                  </a:cubicBezTo>
                  <a:cubicBezTo>
                    <a:pt x="169" y="1615"/>
                    <a:pt x="674" y="652"/>
                    <a:pt x="1294" y="293"/>
                  </a:cubicBezTo>
                  <a:cubicBezTo>
                    <a:pt x="1454" y="201"/>
                    <a:pt x="1605" y="158"/>
                    <a:pt x="1742" y="158"/>
                  </a:cubicBezTo>
                  <a:cubicBezTo>
                    <a:pt x="2141" y="158"/>
                    <a:pt x="2420" y="527"/>
                    <a:pt x="2420" y="1144"/>
                  </a:cubicBezTo>
                  <a:cubicBezTo>
                    <a:pt x="2420" y="1159"/>
                    <a:pt x="2418" y="1176"/>
                    <a:pt x="2418" y="1193"/>
                  </a:cubicBezTo>
                  <a:lnTo>
                    <a:pt x="2464" y="1167"/>
                  </a:lnTo>
                  <a:cubicBezTo>
                    <a:pt x="2466" y="1138"/>
                    <a:pt x="2467" y="1110"/>
                    <a:pt x="2467" y="1081"/>
                  </a:cubicBezTo>
                  <a:cubicBezTo>
                    <a:pt x="2467" y="405"/>
                    <a:pt x="2161" y="1"/>
                    <a:pt x="1723" y="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3979;p72">
              <a:extLst>
                <a:ext uri="{FF2B5EF4-FFF2-40B4-BE49-F238E27FC236}">
                  <a16:creationId xmlns:a16="http://schemas.microsoft.com/office/drawing/2014/main" id="{1B111A7D-0598-2A9E-25B6-CB1C3C94C809}"/>
                </a:ext>
              </a:extLst>
            </p:cNvPr>
            <p:cNvSpPr/>
            <p:nvPr/>
          </p:nvSpPr>
          <p:spPr>
            <a:xfrm>
              <a:off x="2320283" y="5041618"/>
              <a:ext cx="222363" cy="180186"/>
            </a:xfrm>
            <a:custGeom>
              <a:avLst/>
              <a:gdLst/>
              <a:ahLst/>
              <a:cxnLst/>
              <a:rect l="l" t="t" r="r" b="b"/>
              <a:pathLst>
                <a:path w="4339" h="3516" extrusionOk="0">
                  <a:moveTo>
                    <a:pt x="1004" y="0"/>
                  </a:moveTo>
                  <a:cubicBezTo>
                    <a:pt x="618" y="514"/>
                    <a:pt x="134" y="1257"/>
                    <a:pt x="0" y="1501"/>
                  </a:cubicBezTo>
                  <a:cubicBezTo>
                    <a:pt x="420" y="1722"/>
                    <a:pt x="2547" y="2956"/>
                    <a:pt x="3186" y="3516"/>
                  </a:cubicBezTo>
                  <a:cubicBezTo>
                    <a:pt x="3186" y="3516"/>
                    <a:pt x="3692" y="2786"/>
                    <a:pt x="3854" y="2554"/>
                  </a:cubicBezTo>
                  <a:cubicBezTo>
                    <a:pt x="3980" y="2377"/>
                    <a:pt x="4339" y="1875"/>
                    <a:pt x="4339" y="1875"/>
                  </a:cubicBezTo>
                  <a:cubicBezTo>
                    <a:pt x="4339" y="1875"/>
                    <a:pt x="2777" y="1098"/>
                    <a:pt x="1966" y="630"/>
                  </a:cubicBezTo>
                  <a:cubicBezTo>
                    <a:pt x="1469" y="342"/>
                    <a:pt x="1164" y="124"/>
                    <a:pt x="1004" y="0"/>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3980;p72">
              <a:extLst>
                <a:ext uri="{FF2B5EF4-FFF2-40B4-BE49-F238E27FC236}">
                  <a16:creationId xmlns:a16="http://schemas.microsoft.com/office/drawing/2014/main" id="{0E5C7318-9269-7666-8D7F-935D25BA03C5}"/>
                </a:ext>
              </a:extLst>
            </p:cNvPr>
            <p:cNvSpPr/>
            <p:nvPr/>
          </p:nvSpPr>
          <p:spPr>
            <a:xfrm>
              <a:off x="2299374" y="5035776"/>
              <a:ext cx="184235" cy="196329"/>
            </a:xfrm>
            <a:custGeom>
              <a:avLst/>
              <a:gdLst/>
              <a:ahLst/>
              <a:cxnLst/>
              <a:rect l="l" t="t" r="r" b="b"/>
              <a:pathLst>
                <a:path w="3595" h="3831" extrusionOk="0">
                  <a:moveTo>
                    <a:pt x="1274" y="1"/>
                  </a:moveTo>
                  <a:lnTo>
                    <a:pt x="0" y="1876"/>
                  </a:lnTo>
                  <a:cubicBezTo>
                    <a:pt x="0" y="1876"/>
                    <a:pt x="161" y="2113"/>
                    <a:pt x="1262" y="2751"/>
                  </a:cubicBezTo>
                  <a:cubicBezTo>
                    <a:pt x="2440" y="3432"/>
                    <a:pt x="3433" y="3831"/>
                    <a:pt x="3433" y="3831"/>
                  </a:cubicBezTo>
                  <a:lnTo>
                    <a:pt x="3594" y="3630"/>
                  </a:lnTo>
                  <a:cubicBezTo>
                    <a:pt x="2955" y="3070"/>
                    <a:pt x="828" y="1836"/>
                    <a:pt x="408" y="1615"/>
                  </a:cubicBezTo>
                  <a:cubicBezTo>
                    <a:pt x="542" y="1371"/>
                    <a:pt x="1026" y="628"/>
                    <a:pt x="1412" y="114"/>
                  </a:cubicBezTo>
                  <a:cubicBezTo>
                    <a:pt x="1317" y="41"/>
                    <a:pt x="1274" y="1"/>
                    <a:pt x="1274" y="1"/>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3981;p72">
              <a:extLst>
                <a:ext uri="{FF2B5EF4-FFF2-40B4-BE49-F238E27FC236}">
                  <a16:creationId xmlns:a16="http://schemas.microsoft.com/office/drawing/2014/main" id="{88955122-F4DF-A764-E1AA-759CC56570AD}"/>
                </a:ext>
              </a:extLst>
            </p:cNvPr>
            <p:cNvSpPr/>
            <p:nvPr/>
          </p:nvSpPr>
          <p:spPr>
            <a:xfrm>
              <a:off x="2337861" y="5035776"/>
              <a:ext cx="204785" cy="108081"/>
            </a:xfrm>
            <a:custGeom>
              <a:avLst/>
              <a:gdLst/>
              <a:ahLst/>
              <a:cxnLst/>
              <a:rect l="l" t="t" r="r" b="b"/>
              <a:pathLst>
                <a:path w="3996" h="2109" extrusionOk="0">
                  <a:moveTo>
                    <a:pt x="523" y="1"/>
                  </a:moveTo>
                  <a:lnTo>
                    <a:pt x="1" y="772"/>
                  </a:lnTo>
                  <a:cubicBezTo>
                    <a:pt x="1" y="772"/>
                    <a:pt x="206" y="931"/>
                    <a:pt x="1275" y="1397"/>
                  </a:cubicBezTo>
                  <a:cubicBezTo>
                    <a:pt x="2196" y="1801"/>
                    <a:pt x="3910" y="2109"/>
                    <a:pt x="3910" y="2109"/>
                  </a:cubicBezTo>
                  <a:lnTo>
                    <a:pt x="3996" y="1989"/>
                  </a:lnTo>
                  <a:cubicBezTo>
                    <a:pt x="3996" y="1989"/>
                    <a:pt x="2253" y="1109"/>
                    <a:pt x="1802" y="846"/>
                  </a:cubicBezTo>
                  <a:cubicBezTo>
                    <a:pt x="1063" y="413"/>
                    <a:pt x="523" y="1"/>
                    <a:pt x="523" y="1"/>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3982;p72">
              <a:extLst>
                <a:ext uri="{FF2B5EF4-FFF2-40B4-BE49-F238E27FC236}">
                  <a16:creationId xmlns:a16="http://schemas.microsoft.com/office/drawing/2014/main" id="{26695287-290A-34D4-6D95-B05EB0D0A36B}"/>
                </a:ext>
              </a:extLst>
            </p:cNvPr>
            <p:cNvSpPr/>
            <p:nvPr/>
          </p:nvSpPr>
          <p:spPr>
            <a:xfrm>
              <a:off x="2297427" y="5035007"/>
              <a:ext cx="247218" cy="197098"/>
            </a:xfrm>
            <a:custGeom>
              <a:avLst/>
              <a:gdLst/>
              <a:ahLst/>
              <a:cxnLst/>
              <a:rect l="l" t="t" r="r" b="b"/>
              <a:pathLst>
                <a:path w="4824" h="3846" extrusionOk="0">
                  <a:moveTo>
                    <a:pt x="1329" y="0"/>
                  </a:moveTo>
                  <a:cubicBezTo>
                    <a:pt x="1277" y="0"/>
                    <a:pt x="1221" y="58"/>
                    <a:pt x="1110" y="198"/>
                  </a:cubicBezTo>
                  <a:cubicBezTo>
                    <a:pt x="940" y="417"/>
                    <a:pt x="0" y="1865"/>
                    <a:pt x="0" y="1865"/>
                  </a:cubicBezTo>
                  <a:lnTo>
                    <a:pt x="40" y="1891"/>
                  </a:lnTo>
                  <a:cubicBezTo>
                    <a:pt x="40" y="1891"/>
                    <a:pt x="802" y="835"/>
                    <a:pt x="911" y="660"/>
                  </a:cubicBezTo>
                  <a:cubicBezTo>
                    <a:pt x="1044" y="447"/>
                    <a:pt x="1228" y="169"/>
                    <a:pt x="1299" y="129"/>
                  </a:cubicBezTo>
                  <a:cubicBezTo>
                    <a:pt x="1301" y="128"/>
                    <a:pt x="1304" y="127"/>
                    <a:pt x="1308" y="127"/>
                  </a:cubicBezTo>
                  <a:cubicBezTo>
                    <a:pt x="1417" y="127"/>
                    <a:pt x="2138" y="672"/>
                    <a:pt x="2793" y="1035"/>
                  </a:cubicBezTo>
                  <a:cubicBezTo>
                    <a:pt x="3471" y="1409"/>
                    <a:pt x="4503" y="1857"/>
                    <a:pt x="4612" y="1931"/>
                  </a:cubicBezTo>
                  <a:cubicBezTo>
                    <a:pt x="4721" y="2004"/>
                    <a:pt x="4667" y="2043"/>
                    <a:pt x="4534" y="2262"/>
                  </a:cubicBezTo>
                  <a:cubicBezTo>
                    <a:pt x="4400" y="2481"/>
                    <a:pt x="3724" y="3372"/>
                    <a:pt x="3632" y="3513"/>
                  </a:cubicBezTo>
                  <a:cubicBezTo>
                    <a:pt x="3588" y="3582"/>
                    <a:pt x="3462" y="3766"/>
                    <a:pt x="3433" y="3830"/>
                  </a:cubicBezTo>
                  <a:cubicBezTo>
                    <a:pt x="3451" y="3843"/>
                    <a:pt x="3471" y="3846"/>
                    <a:pt x="3471" y="3846"/>
                  </a:cubicBezTo>
                  <a:cubicBezTo>
                    <a:pt x="3471" y="3846"/>
                    <a:pt x="4143" y="3004"/>
                    <a:pt x="4291" y="2802"/>
                  </a:cubicBezTo>
                  <a:cubicBezTo>
                    <a:pt x="4406" y="2644"/>
                    <a:pt x="4665" y="2296"/>
                    <a:pt x="4785" y="2122"/>
                  </a:cubicBezTo>
                  <a:cubicBezTo>
                    <a:pt x="4819" y="2075"/>
                    <a:pt x="4823" y="1951"/>
                    <a:pt x="4753" y="1905"/>
                  </a:cubicBezTo>
                  <a:cubicBezTo>
                    <a:pt x="4710" y="1876"/>
                    <a:pt x="4653" y="1846"/>
                    <a:pt x="4589" y="1817"/>
                  </a:cubicBezTo>
                  <a:cubicBezTo>
                    <a:pt x="4415" y="1739"/>
                    <a:pt x="2954" y="988"/>
                    <a:pt x="2399" y="660"/>
                  </a:cubicBezTo>
                  <a:cubicBezTo>
                    <a:pt x="1844" y="332"/>
                    <a:pt x="1446" y="59"/>
                    <a:pt x="1377" y="16"/>
                  </a:cubicBezTo>
                  <a:cubicBezTo>
                    <a:pt x="1360" y="6"/>
                    <a:pt x="1345" y="0"/>
                    <a:pt x="1329"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3983;p72">
              <a:extLst>
                <a:ext uri="{FF2B5EF4-FFF2-40B4-BE49-F238E27FC236}">
                  <a16:creationId xmlns:a16="http://schemas.microsoft.com/office/drawing/2014/main" id="{1646DA5D-2EDB-1E01-6517-2EC27F0915A1}"/>
                </a:ext>
              </a:extLst>
            </p:cNvPr>
            <p:cNvSpPr/>
            <p:nvPr/>
          </p:nvSpPr>
          <p:spPr>
            <a:xfrm>
              <a:off x="2535728" y="5090713"/>
              <a:ext cx="173268" cy="135345"/>
            </a:xfrm>
            <a:custGeom>
              <a:avLst/>
              <a:gdLst/>
              <a:ahLst/>
              <a:cxnLst/>
              <a:rect l="l" t="t" r="r" b="b"/>
              <a:pathLst>
                <a:path w="3381" h="2641" extrusionOk="0">
                  <a:moveTo>
                    <a:pt x="3013" y="1"/>
                  </a:moveTo>
                  <a:cubicBezTo>
                    <a:pt x="2968" y="1"/>
                    <a:pt x="2916" y="10"/>
                    <a:pt x="2858" y="30"/>
                  </a:cubicBezTo>
                  <a:cubicBezTo>
                    <a:pt x="2533" y="140"/>
                    <a:pt x="2215" y="313"/>
                    <a:pt x="1909" y="467"/>
                  </a:cubicBezTo>
                  <a:cubicBezTo>
                    <a:pt x="1401" y="723"/>
                    <a:pt x="926" y="1029"/>
                    <a:pt x="435" y="1313"/>
                  </a:cubicBezTo>
                  <a:cubicBezTo>
                    <a:pt x="325" y="1469"/>
                    <a:pt x="164" y="1719"/>
                    <a:pt x="0" y="1980"/>
                  </a:cubicBezTo>
                  <a:lnTo>
                    <a:pt x="0" y="2641"/>
                  </a:lnTo>
                  <a:cubicBezTo>
                    <a:pt x="135" y="2565"/>
                    <a:pt x="278" y="2487"/>
                    <a:pt x="411" y="2414"/>
                  </a:cubicBezTo>
                  <a:cubicBezTo>
                    <a:pt x="782" y="2210"/>
                    <a:pt x="1930" y="1549"/>
                    <a:pt x="2456" y="1255"/>
                  </a:cubicBezTo>
                  <a:cubicBezTo>
                    <a:pt x="2700" y="1120"/>
                    <a:pt x="3114" y="887"/>
                    <a:pt x="3381" y="733"/>
                  </a:cubicBezTo>
                  <a:cubicBezTo>
                    <a:pt x="3369" y="432"/>
                    <a:pt x="3330" y="1"/>
                    <a:pt x="3013" y="1"/>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3984;p72">
              <a:extLst>
                <a:ext uri="{FF2B5EF4-FFF2-40B4-BE49-F238E27FC236}">
                  <a16:creationId xmlns:a16="http://schemas.microsoft.com/office/drawing/2014/main" id="{62B27459-B805-D40A-7E6C-801E683F6792}"/>
                </a:ext>
              </a:extLst>
            </p:cNvPr>
            <p:cNvSpPr/>
            <p:nvPr/>
          </p:nvSpPr>
          <p:spPr>
            <a:xfrm>
              <a:off x="2558020" y="5074211"/>
              <a:ext cx="163685" cy="83790"/>
            </a:xfrm>
            <a:custGeom>
              <a:avLst/>
              <a:gdLst/>
              <a:ahLst/>
              <a:cxnLst/>
              <a:rect l="l" t="t" r="r" b="b"/>
              <a:pathLst>
                <a:path w="3194" h="1635" extrusionOk="0">
                  <a:moveTo>
                    <a:pt x="2707" y="0"/>
                  </a:moveTo>
                  <a:cubicBezTo>
                    <a:pt x="2706" y="0"/>
                    <a:pt x="2706" y="1"/>
                    <a:pt x="2705" y="1"/>
                  </a:cubicBezTo>
                  <a:cubicBezTo>
                    <a:pt x="2575" y="4"/>
                    <a:pt x="2314" y="94"/>
                    <a:pt x="1911" y="304"/>
                  </a:cubicBezTo>
                  <a:cubicBezTo>
                    <a:pt x="1673" y="428"/>
                    <a:pt x="1173" y="680"/>
                    <a:pt x="937" y="821"/>
                  </a:cubicBezTo>
                  <a:cubicBezTo>
                    <a:pt x="677" y="979"/>
                    <a:pt x="352" y="1166"/>
                    <a:pt x="46" y="1572"/>
                  </a:cubicBezTo>
                  <a:cubicBezTo>
                    <a:pt x="33" y="1590"/>
                    <a:pt x="17" y="1612"/>
                    <a:pt x="0" y="1635"/>
                  </a:cubicBezTo>
                  <a:cubicBezTo>
                    <a:pt x="491" y="1351"/>
                    <a:pt x="966" y="1045"/>
                    <a:pt x="1474" y="789"/>
                  </a:cubicBezTo>
                  <a:cubicBezTo>
                    <a:pt x="1780" y="635"/>
                    <a:pt x="2098" y="462"/>
                    <a:pt x="2423" y="352"/>
                  </a:cubicBezTo>
                  <a:cubicBezTo>
                    <a:pt x="2481" y="332"/>
                    <a:pt x="2533" y="323"/>
                    <a:pt x="2578" y="323"/>
                  </a:cubicBezTo>
                  <a:cubicBezTo>
                    <a:pt x="2895" y="323"/>
                    <a:pt x="2934" y="754"/>
                    <a:pt x="2946" y="1055"/>
                  </a:cubicBezTo>
                  <a:cubicBezTo>
                    <a:pt x="3076" y="980"/>
                    <a:pt x="3171" y="925"/>
                    <a:pt x="3194" y="910"/>
                  </a:cubicBezTo>
                  <a:lnTo>
                    <a:pt x="3188" y="240"/>
                  </a:lnTo>
                  <a:cubicBezTo>
                    <a:pt x="3072" y="104"/>
                    <a:pt x="2816" y="0"/>
                    <a:pt x="2707" y="0"/>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3985;p72">
              <a:extLst>
                <a:ext uri="{FF2B5EF4-FFF2-40B4-BE49-F238E27FC236}">
                  <a16:creationId xmlns:a16="http://schemas.microsoft.com/office/drawing/2014/main" id="{76A1AD3E-B385-3920-5651-BC23CED6E6CC}"/>
                </a:ext>
              </a:extLst>
            </p:cNvPr>
            <p:cNvSpPr/>
            <p:nvPr/>
          </p:nvSpPr>
          <p:spPr>
            <a:xfrm>
              <a:off x="2499342" y="5227236"/>
              <a:ext cx="25624" cy="12299"/>
            </a:xfrm>
            <a:custGeom>
              <a:avLst/>
              <a:gdLst/>
              <a:ahLst/>
              <a:cxnLst/>
              <a:rect l="l" t="t" r="r" b="b"/>
              <a:pathLst>
                <a:path w="500" h="240" extrusionOk="0">
                  <a:moveTo>
                    <a:pt x="223" y="0"/>
                  </a:moveTo>
                  <a:cubicBezTo>
                    <a:pt x="178" y="0"/>
                    <a:pt x="134" y="3"/>
                    <a:pt x="101" y="12"/>
                  </a:cubicBezTo>
                  <a:cubicBezTo>
                    <a:pt x="6" y="39"/>
                    <a:pt x="0" y="180"/>
                    <a:pt x="75" y="225"/>
                  </a:cubicBezTo>
                  <a:cubicBezTo>
                    <a:pt x="93" y="236"/>
                    <a:pt x="127" y="240"/>
                    <a:pt x="167" y="240"/>
                  </a:cubicBezTo>
                  <a:cubicBezTo>
                    <a:pt x="297" y="240"/>
                    <a:pt x="500" y="199"/>
                    <a:pt x="500" y="199"/>
                  </a:cubicBezTo>
                  <a:lnTo>
                    <a:pt x="405" y="12"/>
                  </a:lnTo>
                  <a:cubicBezTo>
                    <a:pt x="405" y="12"/>
                    <a:pt x="313" y="0"/>
                    <a:pt x="223"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3986;p72">
              <a:extLst>
                <a:ext uri="{FF2B5EF4-FFF2-40B4-BE49-F238E27FC236}">
                  <a16:creationId xmlns:a16="http://schemas.microsoft.com/office/drawing/2014/main" id="{CFC5F9FE-6B4A-DFB8-F5C9-E0D017C66779}"/>
                </a:ext>
              </a:extLst>
            </p:cNvPr>
            <p:cNvSpPr/>
            <p:nvPr/>
          </p:nvSpPr>
          <p:spPr>
            <a:xfrm>
              <a:off x="2665896" y="5079234"/>
              <a:ext cx="26290" cy="96448"/>
            </a:xfrm>
            <a:custGeom>
              <a:avLst/>
              <a:gdLst/>
              <a:ahLst/>
              <a:cxnLst/>
              <a:rect l="l" t="t" r="r" b="b"/>
              <a:pathLst>
                <a:path w="513" h="1882" extrusionOk="0">
                  <a:moveTo>
                    <a:pt x="312" y="1"/>
                  </a:moveTo>
                  <a:lnTo>
                    <a:pt x="40" y="129"/>
                  </a:lnTo>
                  <a:cubicBezTo>
                    <a:pt x="40" y="129"/>
                    <a:pt x="0" y="1100"/>
                    <a:pt x="51" y="1673"/>
                  </a:cubicBezTo>
                  <a:cubicBezTo>
                    <a:pt x="64" y="1826"/>
                    <a:pt x="103" y="1882"/>
                    <a:pt x="153" y="1882"/>
                  </a:cubicBezTo>
                  <a:cubicBezTo>
                    <a:pt x="291" y="1882"/>
                    <a:pt x="513" y="1456"/>
                    <a:pt x="513" y="1456"/>
                  </a:cubicBezTo>
                  <a:lnTo>
                    <a:pt x="312" y="1"/>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3987;p72">
              <a:extLst>
                <a:ext uri="{FF2B5EF4-FFF2-40B4-BE49-F238E27FC236}">
                  <a16:creationId xmlns:a16="http://schemas.microsoft.com/office/drawing/2014/main" id="{5AFA345E-7204-A308-BBB9-7DCC8F923193}"/>
                </a:ext>
              </a:extLst>
            </p:cNvPr>
            <p:cNvSpPr/>
            <p:nvPr/>
          </p:nvSpPr>
          <p:spPr>
            <a:xfrm>
              <a:off x="2673276" y="5082360"/>
              <a:ext cx="9071" cy="86198"/>
            </a:xfrm>
            <a:custGeom>
              <a:avLst/>
              <a:gdLst/>
              <a:ahLst/>
              <a:cxnLst/>
              <a:rect l="l" t="t" r="r" b="b"/>
              <a:pathLst>
                <a:path w="177" h="1682" extrusionOk="0">
                  <a:moveTo>
                    <a:pt x="53" y="1"/>
                  </a:moveTo>
                  <a:lnTo>
                    <a:pt x="1" y="13"/>
                  </a:lnTo>
                  <a:lnTo>
                    <a:pt x="86" y="1681"/>
                  </a:lnTo>
                  <a:lnTo>
                    <a:pt x="177" y="1595"/>
                  </a:lnTo>
                  <a:lnTo>
                    <a:pt x="53" y="1"/>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3988;p72">
              <a:extLst>
                <a:ext uri="{FF2B5EF4-FFF2-40B4-BE49-F238E27FC236}">
                  <a16:creationId xmlns:a16="http://schemas.microsoft.com/office/drawing/2014/main" id="{02D17539-5C4A-385D-8957-5F80080880B4}"/>
                </a:ext>
              </a:extLst>
            </p:cNvPr>
            <p:cNvSpPr/>
            <p:nvPr/>
          </p:nvSpPr>
          <p:spPr>
            <a:xfrm>
              <a:off x="2535728" y="5072623"/>
              <a:ext cx="185977" cy="125761"/>
            </a:xfrm>
            <a:custGeom>
              <a:avLst/>
              <a:gdLst/>
              <a:ahLst/>
              <a:cxnLst/>
              <a:rect l="l" t="t" r="r" b="b"/>
              <a:pathLst>
                <a:path w="3629" h="2454" extrusionOk="0">
                  <a:moveTo>
                    <a:pt x="3145" y="0"/>
                  </a:moveTo>
                  <a:cubicBezTo>
                    <a:pt x="2997" y="0"/>
                    <a:pt x="2514" y="230"/>
                    <a:pt x="1979" y="498"/>
                  </a:cubicBezTo>
                  <a:cubicBezTo>
                    <a:pt x="1430" y="772"/>
                    <a:pt x="882" y="1123"/>
                    <a:pt x="739" y="1286"/>
                  </a:cubicBezTo>
                  <a:cubicBezTo>
                    <a:pt x="359" y="1723"/>
                    <a:pt x="0" y="2333"/>
                    <a:pt x="0" y="2333"/>
                  </a:cubicBezTo>
                  <a:lnTo>
                    <a:pt x="0" y="2454"/>
                  </a:lnTo>
                  <a:cubicBezTo>
                    <a:pt x="0" y="2454"/>
                    <a:pt x="626" y="1505"/>
                    <a:pt x="912" y="1247"/>
                  </a:cubicBezTo>
                  <a:cubicBezTo>
                    <a:pt x="1064" y="1109"/>
                    <a:pt x="1711" y="732"/>
                    <a:pt x="2195" y="485"/>
                  </a:cubicBezTo>
                  <a:cubicBezTo>
                    <a:pt x="2636" y="261"/>
                    <a:pt x="3007" y="88"/>
                    <a:pt x="3148" y="88"/>
                  </a:cubicBezTo>
                  <a:cubicBezTo>
                    <a:pt x="3156" y="88"/>
                    <a:pt x="3163" y="89"/>
                    <a:pt x="3169" y="90"/>
                  </a:cubicBezTo>
                  <a:cubicBezTo>
                    <a:pt x="3296" y="111"/>
                    <a:pt x="3493" y="260"/>
                    <a:pt x="3542" y="295"/>
                  </a:cubicBezTo>
                  <a:lnTo>
                    <a:pt x="3548" y="988"/>
                  </a:lnTo>
                  <a:lnTo>
                    <a:pt x="3629" y="941"/>
                  </a:lnTo>
                  <a:lnTo>
                    <a:pt x="3623" y="240"/>
                  </a:lnTo>
                  <a:cubicBezTo>
                    <a:pt x="3623" y="240"/>
                    <a:pt x="3312" y="35"/>
                    <a:pt x="3166" y="2"/>
                  </a:cubicBezTo>
                  <a:cubicBezTo>
                    <a:pt x="3160" y="1"/>
                    <a:pt x="3153" y="0"/>
                    <a:pt x="3145"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3989;p72">
              <a:extLst>
                <a:ext uri="{FF2B5EF4-FFF2-40B4-BE49-F238E27FC236}">
                  <a16:creationId xmlns:a16="http://schemas.microsoft.com/office/drawing/2014/main" id="{113BB845-AE03-F36C-1700-B8B8425017BA}"/>
                </a:ext>
              </a:extLst>
            </p:cNvPr>
            <p:cNvSpPr/>
            <p:nvPr/>
          </p:nvSpPr>
          <p:spPr>
            <a:xfrm>
              <a:off x="2138150" y="5327835"/>
              <a:ext cx="110336" cy="82918"/>
            </a:xfrm>
            <a:custGeom>
              <a:avLst/>
              <a:gdLst/>
              <a:ahLst/>
              <a:cxnLst/>
              <a:rect l="l" t="t" r="r" b="b"/>
              <a:pathLst>
                <a:path w="2153" h="1618" extrusionOk="0">
                  <a:moveTo>
                    <a:pt x="94" y="0"/>
                  </a:moveTo>
                  <a:lnTo>
                    <a:pt x="94" y="0"/>
                  </a:lnTo>
                  <a:cubicBezTo>
                    <a:pt x="37" y="2"/>
                    <a:pt x="0" y="45"/>
                    <a:pt x="5" y="177"/>
                  </a:cubicBezTo>
                  <a:cubicBezTo>
                    <a:pt x="13" y="425"/>
                    <a:pt x="31" y="595"/>
                    <a:pt x="175" y="698"/>
                  </a:cubicBezTo>
                  <a:cubicBezTo>
                    <a:pt x="319" y="801"/>
                    <a:pt x="919" y="1152"/>
                    <a:pt x="1435" y="1442"/>
                  </a:cubicBezTo>
                  <a:cubicBezTo>
                    <a:pt x="1666" y="1572"/>
                    <a:pt x="1823" y="1618"/>
                    <a:pt x="1931" y="1618"/>
                  </a:cubicBezTo>
                  <a:cubicBezTo>
                    <a:pt x="2053" y="1618"/>
                    <a:pt x="2114" y="1559"/>
                    <a:pt x="2153" y="1498"/>
                  </a:cubicBezTo>
                  <a:lnTo>
                    <a:pt x="2153" y="1498"/>
                  </a:lnTo>
                  <a:cubicBezTo>
                    <a:pt x="2118" y="1519"/>
                    <a:pt x="2073" y="1533"/>
                    <a:pt x="2014" y="1533"/>
                  </a:cubicBezTo>
                  <a:cubicBezTo>
                    <a:pt x="1905" y="1533"/>
                    <a:pt x="1749" y="1487"/>
                    <a:pt x="1518" y="1357"/>
                  </a:cubicBezTo>
                  <a:cubicBezTo>
                    <a:pt x="1001" y="1068"/>
                    <a:pt x="402" y="716"/>
                    <a:pt x="258" y="612"/>
                  </a:cubicBezTo>
                  <a:cubicBezTo>
                    <a:pt x="112" y="509"/>
                    <a:pt x="95" y="339"/>
                    <a:pt x="88" y="91"/>
                  </a:cubicBezTo>
                  <a:cubicBezTo>
                    <a:pt x="86" y="54"/>
                    <a:pt x="89" y="25"/>
                    <a:pt x="94"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3990;p72">
              <a:extLst>
                <a:ext uri="{FF2B5EF4-FFF2-40B4-BE49-F238E27FC236}">
                  <a16:creationId xmlns:a16="http://schemas.microsoft.com/office/drawing/2014/main" id="{C0E3D4E4-BAA0-EFC5-1D60-FF1D3D66D2D5}"/>
                </a:ext>
              </a:extLst>
            </p:cNvPr>
            <p:cNvSpPr/>
            <p:nvPr/>
          </p:nvSpPr>
          <p:spPr>
            <a:xfrm>
              <a:off x="2142557" y="5327835"/>
              <a:ext cx="116229" cy="78614"/>
            </a:xfrm>
            <a:custGeom>
              <a:avLst/>
              <a:gdLst/>
              <a:ahLst/>
              <a:cxnLst/>
              <a:rect l="l" t="t" r="r" b="b"/>
              <a:pathLst>
                <a:path w="2268" h="1534" extrusionOk="0">
                  <a:moveTo>
                    <a:pt x="8" y="0"/>
                  </a:moveTo>
                  <a:cubicBezTo>
                    <a:pt x="3" y="25"/>
                    <a:pt x="0" y="54"/>
                    <a:pt x="2" y="91"/>
                  </a:cubicBezTo>
                  <a:cubicBezTo>
                    <a:pt x="9" y="339"/>
                    <a:pt x="26" y="509"/>
                    <a:pt x="172" y="612"/>
                  </a:cubicBezTo>
                  <a:cubicBezTo>
                    <a:pt x="316" y="716"/>
                    <a:pt x="915" y="1068"/>
                    <a:pt x="1432" y="1357"/>
                  </a:cubicBezTo>
                  <a:cubicBezTo>
                    <a:pt x="1663" y="1487"/>
                    <a:pt x="1819" y="1533"/>
                    <a:pt x="1928" y="1533"/>
                  </a:cubicBezTo>
                  <a:cubicBezTo>
                    <a:pt x="1987" y="1533"/>
                    <a:pt x="2032" y="1519"/>
                    <a:pt x="2067" y="1498"/>
                  </a:cubicBezTo>
                  <a:cubicBezTo>
                    <a:pt x="2070" y="1492"/>
                    <a:pt x="2073" y="1488"/>
                    <a:pt x="2076" y="1481"/>
                  </a:cubicBezTo>
                  <a:cubicBezTo>
                    <a:pt x="2119" y="1406"/>
                    <a:pt x="2268" y="1236"/>
                    <a:pt x="2076" y="1149"/>
                  </a:cubicBezTo>
                  <a:cubicBezTo>
                    <a:pt x="1866" y="1052"/>
                    <a:pt x="641" y="371"/>
                    <a:pt x="187" y="79"/>
                  </a:cubicBezTo>
                  <a:cubicBezTo>
                    <a:pt x="123" y="37"/>
                    <a:pt x="58" y="0"/>
                    <a:pt x="8"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3991;p72">
              <a:extLst>
                <a:ext uri="{FF2B5EF4-FFF2-40B4-BE49-F238E27FC236}">
                  <a16:creationId xmlns:a16="http://schemas.microsoft.com/office/drawing/2014/main" id="{5CF67B31-7B71-CB91-6F08-B85211F8702A}"/>
                </a:ext>
              </a:extLst>
            </p:cNvPr>
            <p:cNvSpPr/>
            <p:nvPr/>
          </p:nvSpPr>
          <p:spPr>
            <a:xfrm>
              <a:off x="2140815" y="5331064"/>
              <a:ext cx="112949" cy="66212"/>
            </a:xfrm>
            <a:custGeom>
              <a:avLst/>
              <a:gdLst/>
              <a:ahLst/>
              <a:cxnLst/>
              <a:rect l="l" t="t" r="r" b="b"/>
              <a:pathLst>
                <a:path w="2204" h="1292" extrusionOk="0">
                  <a:moveTo>
                    <a:pt x="2" y="0"/>
                  </a:moveTo>
                  <a:lnTo>
                    <a:pt x="2" y="0"/>
                  </a:lnTo>
                  <a:cubicBezTo>
                    <a:pt x="4" y="29"/>
                    <a:pt x="2" y="59"/>
                    <a:pt x="0" y="89"/>
                  </a:cubicBezTo>
                  <a:cubicBezTo>
                    <a:pt x="295" y="299"/>
                    <a:pt x="577" y="460"/>
                    <a:pt x="923" y="670"/>
                  </a:cubicBezTo>
                  <a:cubicBezTo>
                    <a:pt x="1274" y="882"/>
                    <a:pt x="1905" y="1192"/>
                    <a:pt x="2185" y="1291"/>
                  </a:cubicBezTo>
                  <a:cubicBezTo>
                    <a:pt x="2191" y="1277"/>
                    <a:pt x="2199" y="1254"/>
                    <a:pt x="2204" y="1239"/>
                  </a:cubicBezTo>
                  <a:cubicBezTo>
                    <a:pt x="1805" y="1037"/>
                    <a:pt x="1343" y="810"/>
                    <a:pt x="957" y="592"/>
                  </a:cubicBezTo>
                  <a:cubicBezTo>
                    <a:pt x="595" y="385"/>
                    <a:pt x="310" y="184"/>
                    <a:pt x="2"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3992;p72">
              <a:extLst>
                <a:ext uri="{FF2B5EF4-FFF2-40B4-BE49-F238E27FC236}">
                  <a16:creationId xmlns:a16="http://schemas.microsoft.com/office/drawing/2014/main" id="{4D0FD36A-9609-2B42-5A4C-85437F903F42}"/>
                </a:ext>
              </a:extLst>
            </p:cNvPr>
            <p:cNvSpPr/>
            <p:nvPr/>
          </p:nvSpPr>
          <p:spPr>
            <a:xfrm>
              <a:off x="2140866" y="5342133"/>
              <a:ext cx="108440" cy="63752"/>
            </a:xfrm>
            <a:custGeom>
              <a:avLst/>
              <a:gdLst/>
              <a:ahLst/>
              <a:cxnLst/>
              <a:rect l="l" t="t" r="r" b="b"/>
              <a:pathLst>
                <a:path w="2116" h="1244" extrusionOk="0">
                  <a:moveTo>
                    <a:pt x="1" y="0"/>
                  </a:moveTo>
                  <a:lnTo>
                    <a:pt x="1" y="0"/>
                  </a:lnTo>
                  <a:cubicBezTo>
                    <a:pt x="6" y="37"/>
                    <a:pt x="12" y="73"/>
                    <a:pt x="19" y="109"/>
                  </a:cubicBezTo>
                  <a:cubicBezTo>
                    <a:pt x="291" y="298"/>
                    <a:pt x="558" y="450"/>
                    <a:pt x="878" y="644"/>
                  </a:cubicBezTo>
                  <a:cubicBezTo>
                    <a:pt x="1206" y="842"/>
                    <a:pt x="1779" y="1126"/>
                    <a:pt x="2083" y="1244"/>
                  </a:cubicBezTo>
                  <a:cubicBezTo>
                    <a:pt x="2100" y="1225"/>
                    <a:pt x="2104" y="1210"/>
                    <a:pt x="2115" y="1192"/>
                  </a:cubicBezTo>
                  <a:cubicBezTo>
                    <a:pt x="1727" y="994"/>
                    <a:pt x="1286" y="776"/>
                    <a:pt x="913" y="566"/>
                  </a:cubicBezTo>
                  <a:cubicBezTo>
                    <a:pt x="567" y="370"/>
                    <a:pt x="292" y="178"/>
                    <a:pt x="1"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3993;p72">
              <a:extLst>
                <a:ext uri="{FF2B5EF4-FFF2-40B4-BE49-F238E27FC236}">
                  <a16:creationId xmlns:a16="http://schemas.microsoft.com/office/drawing/2014/main" id="{5C7A5D84-E5A6-EFAF-7864-DBD835E1629A}"/>
                </a:ext>
              </a:extLst>
            </p:cNvPr>
            <p:cNvSpPr/>
            <p:nvPr/>
          </p:nvSpPr>
          <p:spPr>
            <a:xfrm>
              <a:off x="2294967" y="5232873"/>
              <a:ext cx="161071" cy="131399"/>
            </a:xfrm>
            <a:custGeom>
              <a:avLst/>
              <a:gdLst/>
              <a:ahLst/>
              <a:cxnLst/>
              <a:rect l="l" t="t" r="r" b="b"/>
              <a:pathLst>
                <a:path w="3143" h="2564" extrusionOk="0">
                  <a:moveTo>
                    <a:pt x="3106" y="1"/>
                  </a:moveTo>
                  <a:cubicBezTo>
                    <a:pt x="3101" y="1"/>
                    <a:pt x="3096" y="2"/>
                    <a:pt x="3091" y="5"/>
                  </a:cubicBezTo>
                  <a:cubicBezTo>
                    <a:pt x="2512" y="300"/>
                    <a:pt x="1912" y="682"/>
                    <a:pt x="1400" y="1082"/>
                  </a:cubicBezTo>
                  <a:cubicBezTo>
                    <a:pt x="902" y="1472"/>
                    <a:pt x="333" y="1950"/>
                    <a:pt x="14" y="2505"/>
                  </a:cubicBezTo>
                  <a:cubicBezTo>
                    <a:pt x="0" y="2529"/>
                    <a:pt x="39" y="2563"/>
                    <a:pt x="67" y="2563"/>
                  </a:cubicBezTo>
                  <a:cubicBezTo>
                    <a:pt x="76" y="2563"/>
                    <a:pt x="83" y="2560"/>
                    <a:pt x="88" y="2553"/>
                  </a:cubicBezTo>
                  <a:cubicBezTo>
                    <a:pt x="260" y="2266"/>
                    <a:pt x="476" y="2030"/>
                    <a:pt x="713" y="1792"/>
                  </a:cubicBezTo>
                  <a:cubicBezTo>
                    <a:pt x="931" y="1576"/>
                    <a:pt x="1224" y="1378"/>
                    <a:pt x="1466" y="1188"/>
                  </a:cubicBezTo>
                  <a:cubicBezTo>
                    <a:pt x="1994" y="774"/>
                    <a:pt x="2585" y="455"/>
                    <a:pt x="3119" y="52"/>
                  </a:cubicBezTo>
                  <a:cubicBezTo>
                    <a:pt x="3142" y="34"/>
                    <a:pt x="3129" y="1"/>
                    <a:pt x="3106" y="1"/>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3994;p72">
              <a:extLst>
                <a:ext uri="{FF2B5EF4-FFF2-40B4-BE49-F238E27FC236}">
                  <a16:creationId xmlns:a16="http://schemas.microsoft.com/office/drawing/2014/main" id="{E3D609F5-A303-1261-93EC-FDB7C1F902E4}"/>
                </a:ext>
              </a:extLst>
            </p:cNvPr>
            <p:cNvSpPr/>
            <p:nvPr/>
          </p:nvSpPr>
          <p:spPr>
            <a:xfrm>
              <a:off x="2127542" y="5139142"/>
              <a:ext cx="161071" cy="131399"/>
            </a:xfrm>
            <a:custGeom>
              <a:avLst/>
              <a:gdLst/>
              <a:ahLst/>
              <a:cxnLst/>
              <a:rect l="l" t="t" r="r" b="b"/>
              <a:pathLst>
                <a:path w="3143" h="2564" extrusionOk="0">
                  <a:moveTo>
                    <a:pt x="3104" y="1"/>
                  </a:moveTo>
                  <a:cubicBezTo>
                    <a:pt x="3100" y="1"/>
                    <a:pt x="3095" y="2"/>
                    <a:pt x="3090" y="4"/>
                  </a:cubicBezTo>
                  <a:cubicBezTo>
                    <a:pt x="2510" y="302"/>
                    <a:pt x="1911" y="682"/>
                    <a:pt x="1399" y="1082"/>
                  </a:cubicBezTo>
                  <a:cubicBezTo>
                    <a:pt x="900" y="1472"/>
                    <a:pt x="333" y="1952"/>
                    <a:pt x="14" y="2505"/>
                  </a:cubicBezTo>
                  <a:cubicBezTo>
                    <a:pt x="0" y="2530"/>
                    <a:pt x="39" y="2563"/>
                    <a:pt x="66" y="2563"/>
                  </a:cubicBezTo>
                  <a:cubicBezTo>
                    <a:pt x="75" y="2563"/>
                    <a:pt x="82" y="2560"/>
                    <a:pt x="86" y="2553"/>
                  </a:cubicBezTo>
                  <a:cubicBezTo>
                    <a:pt x="259" y="2267"/>
                    <a:pt x="476" y="2030"/>
                    <a:pt x="712" y="1794"/>
                  </a:cubicBezTo>
                  <a:cubicBezTo>
                    <a:pt x="929" y="1576"/>
                    <a:pt x="1224" y="1378"/>
                    <a:pt x="1466" y="1188"/>
                  </a:cubicBezTo>
                  <a:cubicBezTo>
                    <a:pt x="1993" y="774"/>
                    <a:pt x="2585" y="455"/>
                    <a:pt x="3119" y="52"/>
                  </a:cubicBezTo>
                  <a:cubicBezTo>
                    <a:pt x="3142" y="35"/>
                    <a:pt x="3129" y="1"/>
                    <a:pt x="3104" y="1"/>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3995;p72">
              <a:extLst>
                <a:ext uri="{FF2B5EF4-FFF2-40B4-BE49-F238E27FC236}">
                  <a16:creationId xmlns:a16="http://schemas.microsoft.com/office/drawing/2014/main" id="{5F2914D0-235F-C7FC-2C44-4CC5491C879D}"/>
                </a:ext>
              </a:extLst>
            </p:cNvPr>
            <p:cNvSpPr/>
            <p:nvPr/>
          </p:nvSpPr>
          <p:spPr>
            <a:xfrm>
              <a:off x="2255199" y="5353305"/>
              <a:ext cx="50735" cy="82150"/>
            </a:xfrm>
            <a:custGeom>
              <a:avLst/>
              <a:gdLst/>
              <a:ahLst/>
              <a:cxnLst/>
              <a:rect l="l" t="t" r="r" b="b"/>
              <a:pathLst>
                <a:path w="990" h="1603" extrusionOk="0">
                  <a:moveTo>
                    <a:pt x="513" y="0"/>
                  </a:moveTo>
                  <a:cubicBezTo>
                    <a:pt x="513" y="0"/>
                    <a:pt x="261" y="296"/>
                    <a:pt x="145" y="584"/>
                  </a:cubicBezTo>
                  <a:cubicBezTo>
                    <a:pt x="1" y="940"/>
                    <a:pt x="36" y="1305"/>
                    <a:pt x="36" y="1305"/>
                  </a:cubicBezTo>
                  <a:lnTo>
                    <a:pt x="528" y="1602"/>
                  </a:lnTo>
                  <a:cubicBezTo>
                    <a:pt x="528" y="1602"/>
                    <a:pt x="514" y="1244"/>
                    <a:pt x="657" y="860"/>
                  </a:cubicBezTo>
                  <a:cubicBezTo>
                    <a:pt x="824" y="410"/>
                    <a:pt x="990" y="267"/>
                    <a:pt x="990" y="267"/>
                  </a:cubicBezTo>
                  <a:lnTo>
                    <a:pt x="51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3996;p72">
              <a:extLst>
                <a:ext uri="{FF2B5EF4-FFF2-40B4-BE49-F238E27FC236}">
                  <a16:creationId xmlns:a16="http://schemas.microsoft.com/office/drawing/2014/main" id="{854D8EA4-8D10-7A14-300E-C55A2811484F}"/>
                </a:ext>
              </a:extLst>
            </p:cNvPr>
            <p:cNvSpPr/>
            <p:nvPr/>
          </p:nvSpPr>
          <p:spPr>
            <a:xfrm>
              <a:off x="2223067" y="5253270"/>
              <a:ext cx="145748" cy="88504"/>
            </a:xfrm>
            <a:custGeom>
              <a:avLst/>
              <a:gdLst/>
              <a:ahLst/>
              <a:cxnLst/>
              <a:rect l="l" t="t" r="r" b="b"/>
              <a:pathLst>
                <a:path w="2844" h="1727" extrusionOk="0">
                  <a:moveTo>
                    <a:pt x="2843" y="1"/>
                  </a:moveTo>
                  <a:cubicBezTo>
                    <a:pt x="2843" y="1"/>
                    <a:pt x="1718" y="267"/>
                    <a:pt x="1190" y="559"/>
                  </a:cubicBezTo>
                  <a:cubicBezTo>
                    <a:pt x="571" y="900"/>
                    <a:pt x="116" y="1239"/>
                    <a:pt x="1" y="1436"/>
                  </a:cubicBezTo>
                  <a:cubicBezTo>
                    <a:pt x="223" y="1609"/>
                    <a:pt x="496" y="1727"/>
                    <a:pt x="496" y="1727"/>
                  </a:cubicBezTo>
                  <a:cubicBezTo>
                    <a:pt x="496" y="1727"/>
                    <a:pt x="875" y="1278"/>
                    <a:pt x="1377" y="900"/>
                  </a:cubicBezTo>
                  <a:cubicBezTo>
                    <a:pt x="1880" y="522"/>
                    <a:pt x="2843" y="1"/>
                    <a:pt x="2843" y="1"/>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3997;p72">
              <a:extLst>
                <a:ext uri="{FF2B5EF4-FFF2-40B4-BE49-F238E27FC236}">
                  <a16:creationId xmlns:a16="http://schemas.microsoft.com/office/drawing/2014/main" id="{5F34593E-F73D-B776-0636-86AB33B96DB0}"/>
                </a:ext>
              </a:extLst>
            </p:cNvPr>
            <p:cNvSpPr/>
            <p:nvPr/>
          </p:nvSpPr>
          <p:spPr>
            <a:xfrm>
              <a:off x="2171461" y="5188391"/>
              <a:ext cx="83790" cy="121662"/>
            </a:xfrm>
            <a:custGeom>
              <a:avLst/>
              <a:gdLst/>
              <a:ahLst/>
              <a:cxnLst/>
              <a:rect l="l" t="t" r="r" b="b"/>
              <a:pathLst>
                <a:path w="1635" h="2374" extrusionOk="0">
                  <a:moveTo>
                    <a:pt x="1635" y="0"/>
                  </a:moveTo>
                  <a:lnTo>
                    <a:pt x="1635" y="0"/>
                  </a:lnTo>
                  <a:cubicBezTo>
                    <a:pt x="1635" y="0"/>
                    <a:pt x="1254" y="230"/>
                    <a:pt x="931" y="636"/>
                  </a:cubicBezTo>
                  <a:cubicBezTo>
                    <a:pt x="350" y="1365"/>
                    <a:pt x="0" y="2130"/>
                    <a:pt x="0" y="2130"/>
                  </a:cubicBezTo>
                  <a:cubicBezTo>
                    <a:pt x="0" y="2130"/>
                    <a:pt x="246" y="2275"/>
                    <a:pt x="445" y="2373"/>
                  </a:cubicBezTo>
                  <a:cubicBezTo>
                    <a:pt x="503" y="2150"/>
                    <a:pt x="676" y="1716"/>
                    <a:pt x="859" y="1306"/>
                  </a:cubicBezTo>
                  <a:cubicBezTo>
                    <a:pt x="1207" y="526"/>
                    <a:pt x="1635" y="0"/>
                    <a:pt x="1635" y="0"/>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3998;p72">
              <a:extLst>
                <a:ext uri="{FF2B5EF4-FFF2-40B4-BE49-F238E27FC236}">
                  <a16:creationId xmlns:a16="http://schemas.microsoft.com/office/drawing/2014/main" id="{3A65AE8B-19B9-430C-5389-DC4A3A9B2516}"/>
                </a:ext>
              </a:extLst>
            </p:cNvPr>
            <p:cNvSpPr/>
            <p:nvPr/>
          </p:nvSpPr>
          <p:spPr>
            <a:xfrm>
              <a:off x="2262835" y="5153542"/>
              <a:ext cx="103264" cy="54425"/>
            </a:xfrm>
            <a:custGeom>
              <a:avLst/>
              <a:gdLst/>
              <a:ahLst/>
              <a:cxnLst/>
              <a:rect l="l" t="t" r="r" b="b"/>
              <a:pathLst>
                <a:path w="2015" h="1062" extrusionOk="0">
                  <a:moveTo>
                    <a:pt x="526" y="1"/>
                  </a:moveTo>
                  <a:cubicBezTo>
                    <a:pt x="525" y="1"/>
                    <a:pt x="0" y="289"/>
                    <a:pt x="404" y="587"/>
                  </a:cubicBezTo>
                  <a:cubicBezTo>
                    <a:pt x="809" y="885"/>
                    <a:pt x="1283" y="1062"/>
                    <a:pt x="1795" y="1062"/>
                  </a:cubicBezTo>
                  <a:cubicBezTo>
                    <a:pt x="1841" y="1062"/>
                    <a:pt x="1887" y="1060"/>
                    <a:pt x="1934" y="1057"/>
                  </a:cubicBezTo>
                  <a:cubicBezTo>
                    <a:pt x="1990" y="1054"/>
                    <a:pt x="2015" y="979"/>
                    <a:pt x="1963" y="947"/>
                  </a:cubicBezTo>
                  <a:cubicBezTo>
                    <a:pt x="1399" y="593"/>
                    <a:pt x="816" y="199"/>
                    <a:pt x="52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3999;p72">
              <a:extLst>
                <a:ext uri="{FF2B5EF4-FFF2-40B4-BE49-F238E27FC236}">
                  <a16:creationId xmlns:a16="http://schemas.microsoft.com/office/drawing/2014/main" id="{D3076AAB-C19A-5AF9-D715-312BA4F30A6B}"/>
                </a:ext>
              </a:extLst>
            </p:cNvPr>
            <p:cNvSpPr/>
            <p:nvPr/>
          </p:nvSpPr>
          <p:spPr>
            <a:xfrm>
              <a:off x="2364869" y="4954702"/>
              <a:ext cx="264130" cy="76051"/>
            </a:xfrm>
            <a:custGeom>
              <a:avLst/>
              <a:gdLst/>
              <a:ahLst/>
              <a:cxnLst/>
              <a:rect l="l" t="t" r="r" b="b"/>
              <a:pathLst>
                <a:path w="5154" h="1484" extrusionOk="0">
                  <a:moveTo>
                    <a:pt x="2561" y="1"/>
                  </a:moveTo>
                  <a:cubicBezTo>
                    <a:pt x="2561" y="1"/>
                    <a:pt x="1982" y="224"/>
                    <a:pt x="1398" y="516"/>
                  </a:cubicBezTo>
                  <a:cubicBezTo>
                    <a:pt x="841" y="792"/>
                    <a:pt x="214" y="1155"/>
                    <a:pt x="1" y="1411"/>
                  </a:cubicBezTo>
                  <a:cubicBezTo>
                    <a:pt x="98" y="1461"/>
                    <a:pt x="213" y="1482"/>
                    <a:pt x="344" y="1482"/>
                  </a:cubicBezTo>
                  <a:cubicBezTo>
                    <a:pt x="844" y="1482"/>
                    <a:pt x="1590" y="1189"/>
                    <a:pt x="2549" y="1120"/>
                  </a:cubicBezTo>
                  <a:cubicBezTo>
                    <a:pt x="2722" y="1107"/>
                    <a:pt x="2888" y="1099"/>
                    <a:pt x="3054" y="1099"/>
                  </a:cubicBezTo>
                  <a:cubicBezTo>
                    <a:pt x="3344" y="1099"/>
                    <a:pt x="3632" y="1124"/>
                    <a:pt x="3952" y="1192"/>
                  </a:cubicBezTo>
                  <a:cubicBezTo>
                    <a:pt x="4625" y="1336"/>
                    <a:pt x="5154" y="1483"/>
                    <a:pt x="5154" y="1483"/>
                  </a:cubicBezTo>
                  <a:lnTo>
                    <a:pt x="2561" y="1"/>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4000;p72">
              <a:extLst>
                <a:ext uri="{FF2B5EF4-FFF2-40B4-BE49-F238E27FC236}">
                  <a16:creationId xmlns:a16="http://schemas.microsoft.com/office/drawing/2014/main" id="{C79AD4BA-17A6-C9D5-8ABE-FCB308498CC7}"/>
                </a:ext>
              </a:extLst>
            </p:cNvPr>
            <p:cNvSpPr/>
            <p:nvPr/>
          </p:nvSpPr>
          <p:spPr>
            <a:xfrm>
              <a:off x="2479048" y="4966797"/>
              <a:ext cx="50889" cy="25931"/>
            </a:xfrm>
            <a:custGeom>
              <a:avLst/>
              <a:gdLst/>
              <a:ahLst/>
              <a:cxnLst/>
              <a:rect l="l" t="t" r="r" b="b"/>
              <a:pathLst>
                <a:path w="993" h="506" extrusionOk="0">
                  <a:moveTo>
                    <a:pt x="237" y="1"/>
                  </a:moveTo>
                  <a:cubicBezTo>
                    <a:pt x="193" y="1"/>
                    <a:pt x="148" y="9"/>
                    <a:pt x="103" y="27"/>
                  </a:cubicBezTo>
                  <a:cubicBezTo>
                    <a:pt x="93" y="30"/>
                    <a:pt x="21" y="91"/>
                    <a:pt x="19" y="122"/>
                  </a:cubicBezTo>
                  <a:cubicBezTo>
                    <a:pt x="1" y="162"/>
                    <a:pt x="11" y="208"/>
                    <a:pt x="73" y="246"/>
                  </a:cubicBezTo>
                  <a:cubicBezTo>
                    <a:pt x="178" y="312"/>
                    <a:pt x="760" y="505"/>
                    <a:pt x="873" y="505"/>
                  </a:cubicBezTo>
                  <a:cubicBezTo>
                    <a:pt x="993" y="505"/>
                    <a:pt x="967" y="450"/>
                    <a:pt x="922" y="396"/>
                  </a:cubicBezTo>
                  <a:cubicBezTo>
                    <a:pt x="825" y="275"/>
                    <a:pt x="666" y="179"/>
                    <a:pt x="548" y="107"/>
                  </a:cubicBezTo>
                  <a:cubicBezTo>
                    <a:pt x="452" y="49"/>
                    <a:pt x="346" y="1"/>
                    <a:pt x="23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4001;p72">
              <a:extLst>
                <a:ext uri="{FF2B5EF4-FFF2-40B4-BE49-F238E27FC236}">
                  <a16:creationId xmlns:a16="http://schemas.microsoft.com/office/drawing/2014/main" id="{1C1BE3B3-D122-E3F8-1369-28D93F5B0FB9}"/>
                </a:ext>
              </a:extLst>
            </p:cNvPr>
            <p:cNvSpPr/>
            <p:nvPr/>
          </p:nvSpPr>
          <p:spPr>
            <a:xfrm>
              <a:off x="2453219" y="5200690"/>
              <a:ext cx="213343" cy="156869"/>
            </a:xfrm>
            <a:custGeom>
              <a:avLst/>
              <a:gdLst/>
              <a:ahLst/>
              <a:cxnLst/>
              <a:rect l="l" t="t" r="r" b="b"/>
              <a:pathLst>
                <a:path w="4163" h="3061" extrusionOk="0">
                  <a:moveTo>
                    <a:pt x="4163" y="1"/>
                  </a:moveTo>
                  <a:cubicBezTo>
                    <a:pt x="4163" y="1"/>
                    <a:pt x="3689" y="180"/>
                    <a:pt x="2387" y="862"/>
                  </a:cubicBezTo>
                  <a:cubicBezTo>
                    <a:pt x="1357" y="1402"/>
                    <a:pt x="925" y="1623"/>
                    <a:pt x="0" y="2445"/>
                  </a:cubicBezTo>
                  <a:cubicBezTo>
                    <a:pt x="290" y="2544"/>
                    <a:pt x="328" y="3061"/>
                    <a:pt x="328" y="3061"/>
                  </a:cubicBezTo>
                  <a:cubicBezTo>
                    <a:pt x="328" y="3061"/>
                    <a:pt x="2873" y="1591"/>
                    <a:pt x="3856" y="1040"/>
                  </a:cubicBezTo>
                  <a:cubicBezTo>
                    <a:pt x="3885" y="663"/>
                    <a:pt x="3957" y="363"/>
                    <a:pt x="4163" y="1"/>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4002;p72">
              <a:extLst>
                <a:ext uri="{FF2B5EF4-FFF2-40B4-BE49-F238E27FC236}">
                  <a16:creationId xmlns:a16="http://schemas.microsoft.com/office/drawing/2014/main" id="{3950806F-B240-D018-4813-9D9ED6A8867E}"/>
                </a:ext>
              </a:extLst>
            </p:cNvPr>
            <p:cNvSpPr/>
            <p:nvPr/>
          </p:nvSpPr>
          <p:spPr>
            <a:xfrm>
              <a:off x="2538136" y="5231592"/>
              <a:ext cx="9071" cy="84251"/>
            </a:xfrm>
            <a:custGeom>
              <a:avLst/>
              <a:gdLst/>
              <a:ahLst/>
              <a:cxnLst/>
              <a:rect l="l" t="t" r="r" b="b"/>
              <a:pathLst>
                <a:path w="177" h="1644" extrusionOk="0">
                  <a:moveTo>
                    <a:pt x="51" y="0"/>
                  </a:moveTo>
                  <a:lnTo>
                    <a:pt x="1" y="13"/>
                  </a:lnTo>
                  <a:lnTo>
                    <a:pt x="85" y="1644"/>
                  </a:lnTo>
                  <a:lnTo>
                    <a:pt x="177" y="1595"/>
                  </a:lnTo>
                  <a:lnTo>
                    <a:pt x="51" y="0"/>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4003;p72">
              <a:extLst>
                <a:ext uri="{FF2B5EF4-FFF2-40B4-BE49-F238E27FC236}">
                  <a16:creationId xmlns:a16="http://schemas.microsoft.com/office/drawing/2014/main" id="{86E12281-ADF2-0CC3-99E3-A1A0CC75BB0A}"/>
                </a:ext>
              </a:extLst>
            </p:cNvPr>
            <p:cNvSpPr/>
            <p:nvPr/>
          </p:nvSpPr>
          <p:spPr>
            <a:xfrm>
              <a:off x="2643193" y="5164714"/>
              <a:ext cx="28955" cy="17885"/>
            </a:xfrm>
            <a:custGeom>
              <a:avLst/>
              <a:gdLst/>
              <a:ahLst/>
              <a:cxnLst/>
              <a:rect l="l" t="t" r="r" b="b"/>
              <a:pathLst>
                <a:path w="565" h="349" extrusionOk="0">
                  <a:moveTo>
                    <a:pt x="464" y="0"/>
                  </a:moveTo>
                  <a:cubicBezTo>
                    <a:pt x="427" y="0"/>
                    <a:pt x="378" y="16"/>
                    <a:pt x="318" y="39"/>
                  </a:cubicBezTo>
                  <a:cubicBezTo>
                    <a:pt x="221" y="76"/>
                    <a:pt x="0" y="175"/>
                    <a:pt x="57" y="295"/>
                  </a:cubicBezTo>
                  <a:cubicBezTo>
                    <a:pt x="76" y="334"/>
                    <a:pt x="104" y="348"/>
                    <a:pt x="137" y="348"/>
                  </a:cubicBezTo>
                  <a:cubicBezTo>
                    <a:pt x="206" y="348"/>
                    <a:pt x="297" y="286"/>
                    <a:pt x="374" y="246"/>
                  </a:cubicBezTo>
                  <a:cubicBezTo>
                    <a:pt x="424" y="220"/>
                    <a:pt x="565" y="148"/>
                    <a:pt x="534" y="48"/>
                  </a:cubicBezTo>
                  <a:cubicBezTo>
                    <a:pt x="523" y="14"/>
                    <a:pt x="500" y="0"/>
                    <a:pt x="464"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4004;p72">
              <a:extLst>
                <a:ext uri="{FF2B5EF4-FFF2-40B4-BE49-F238E27FC236}">
                  <a16:creationId xmlns:a16="http://schemas.microsoft.com/office/drawing/2014/main" id="{ECF68552-1F89-A496-D347-4C6DC30A49B4}"/>
                </a:ext>
              </a:extLst>
            </p:cNvPr>
            <p:cNvSpPr/>
            <p:nvPr/>
          </p:nvSpPr>
          <p:spPr>
            <a:xfrm>
              <a:off x="2515024" y="5207045"/>
              <a:ext cx="54886" cy="51555"/>
            </a:xfrm>
            <a:custGeom>
              <a:avLst/>
              <a:gdLst/>
              <a:ahLst/>
              <a:cxnLst/>
              <a:rect l="l" t="t" r="r" b="b"/>
              <a:pathLst>
                <a:path w="1071" h="1006" extrusionOk="0">
                  <a:moveTo>
                    <a:pt x="120" y="0"/>
                  </a:moveTo>
                  <a:cubicBezTo>
                    <a:pt x="92" y="0"/>
                    <a:pt x="63" y="11"/>
                    <a:pt x="31" y="38"/>
                  </a:cubicBezTo>
                  <a:cubicBezTo>
                    <a:pt x="21" y="47"/>
                    <a:pt x="12" y="58"/>
                    <a:pt x="1" y="69"/>
                  </a:cubicBezTo>
                  <a:cubicBezTo>
                    <a:pt x="133" y="119"/>
                    <a:pt x="473" y="320"/>
                    <a:pt x="665" y="504"/>
                  </a:cubicBezTo>
                  <a:cubicBezTo>
                    <a:pt x="838" y="671"/>
                    <a:pt x="921" y="863"/>
                    <a:pt x="881" y="1005"/>
                  </a:cubicBezTo>
                  <a:cubicBezTo>
                    <a:pt x="1053" y="984"/>
                    <a:pt x="1071" y="837"/>
                    <a:pt x="962" y="619"/>
                  </a:cubicBezTo>
                  <a:cubicBezTo>
                    <a:pt x="829" y="357"/>
                    <a:pt x="513" y="177"/>
                    <a:pt x="294" y="73"/>
                  </a:cubicBezTo>
                  <a:cubicBezTo>
                    <a:pt x="231" y="43"/>
                    <a:pt x="177" y="0"/>
                    <a:pt x="120" y="0"/>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4005;p72">
              <a:extLst>
                <a:ext uri="{FF2B5EF4-FFF2-40B4-BE49-F238E27FC236}">
                  <a16:creationId xmlns:a16="http://schemas.microsoft.com/office/drawing/2014/main" id="{6CB97613-24B7-EB38-95F8-621EDE2C6A79}"/>
                </a:ext>
              </a:extLst>
            </p:cNvPr>
            <p:cNvSpPr/>
            <p:nvPr/>
          </p:nvSpPr>
          <p:spPr>
            <a:xfrm>
              <a:off x="2507490" y="5210530"/>
              <a:ext cx="54732" cy="48173"/>
            </a:xfrm>
            <a:custGeom>
              <a:avLst/>
              <a:gdLst/>
              <a:ahLst/>
              <a:cxnLst/>
              <a:rect l="l" t="t" r="r" b="b"/>
              <a:pathLst>
                <a:path w="1068" h="940" extrusionOk="0">
                  <a:moveTo>
                    <a:pt x="148" y="1"/>
                  </a:moveTo>
                  <a:cubicBezTo>
                    <a:pt x="97" y="56"/>
                    <a:pt x="56" y="128"/>
                    <a:pt x="39" y="209"/>
                  </a:cubicBezTo>
                  <a:cubicBezTo>
                    <a:pt x="1" y="390"/>
                    <a:pt x="79" y="609"/>
                    <a:pt x="404" y="762"/>
                  </a:cubicBezTo>
                  <a:cubicBezTo>
                    <a:pt x="665" y="887"/>
                    <a:pt x="855" y="940"/>
                    <a:pt x="981" y="940"/>
                  </a:cubicBezTo>
                  <a:cubicBezTo>
                    <a:pt x="998" y="940"/>
                    <a:pt x="1013" y="939"/>
                    <a:pt x="1028" y="937"/>
                  </a:cubicBezTo>
                  <a:cubicBezTo>
                    <a:pt x="1068" y="795"/>
                    <a:pt x="985" y="603"/>
                    <a:pt x="812" y="436"/>
                  </a:cubicBezTo>
                  <a:cubicBezTo>
                    <a:pt x="620" y="252"/>
                    <a:pt x="280" y="51"/>
                    <a:pt x="148" y="1"/>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4006;p72">
              <a:extLst>
                <a:ext uri="{FF2B5EF4-FFF2-40B4-BE49-F238E27FC236}">
                  <a16:creationId xmlns:a16="http://schemas.microsoft.com/office/drawing/2014/main" id="{0254F7E6-1341-2BB8-82DD-F07DD1DBD697}"/>
                </a:ext>
              </a:extLst>
            </p:cNvPr>
            <p:cNvSpPr/>
            <p:nvPr/>
          </p:nvSpPr>
          <p:spPr>
            <a:xfrm>
              <a:off x="2452194" y="5256499"/>
              <a:ext cx="213292" cy="128682"/>
            </a:xfrm>
            <a:custGeom>
              <a:avLst/>
              <a:gdLst/>
              <a:ahLst/>
              <a:cxnLst/>
              <a:rect l="l" t="t" r="r" b="b"/>
              <a:pathLst>
                <a:path w="4162" h="2511" extrusionOk="0">
                  <a:moveTo>
                    <a:pt x="4092" y="0"/>
                  </a:moveTo>
                  <a:lnTo>
                    <a:pt x="46" y="2292"/>
                  </a:lnTo>
                  <a:lnTo>
                    <a:pt x="0" y="2510"/>
                  </a:lnTo>
                  <a:lnTo>
                    <a:pt x="4161" y="132"/>
                  </a:lnTo>
                  <a:lnTo>
                    <a:pt x="4092" y="0"/>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4007;p72">
              <a:extLst>
                <a:ext uri="{FF2B5EF4-FFF2-40B4-BE49-F238E27FC236}">
                  <a16:creationId xmlns:a16="http://schemas.microsoft.com/office/drawing/2014/main" id="{503E1992-3809-6CF2-AF6D-A328B57338B9}"/>
                </a:ext>
              </a:extLst>
            </p:cNvPr>
            <p:cNvSpPr/>
            <p:nvPr/>
          </p:nvSpPr>
          <p:spPr>
            <a:xfrm>
              <a:off x="2520558" y="4959417"/>
              <a:ext cx="212728" cy="102597"/>
            </a:xfrm>
            <a:custGeom>
              <a:avLst/>
              <a:gdLst/>
              <a:ahLst/>
              <a:cxnLst/>
              <a:rect l="l" t="t" r="r" b="b"/>
              <a:pathLst>
                <a:path w="4151" h="2002" extrusionOk="0">
                  <a:moveTo>
                    <a:pt x="0" y="1"/>
                  </a:moveTo>
                  <a:lnTo>
                    <a:pt x="3349" y="1926"/>
                  </a:lnTo>
                  <a:lnTo>
                    <a:pt x="4150" y="2001"/>
                  </a:lnTo>
                  <a:lnTo>
                    <a:pt x="4150" y="2001"/>
                  </a:lnTo>
                  <a:lnTo>
                    <a:pt x="854" y="106"/>
                  </a:lnTo>
                  <a:lnTo>
                    <a:pt x="0" y="1"/>
                  </a:ln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4008;p72">
              <a:extLst>
                <a:ext uri="{FF2B5EF4-FFF2-40B4-BE49-F238E27FC236}">
                  <a16:creationId xmlns:a16="http://schemas.microsoft.com/office/drawing/2014/main" id="{D57C9C3C-5D04-BE97-01EE-1612CB56CA01}"/>
                </a:ext>
              </a:extLst>
            </p:cNvPr>
            <p:cNvSpPr/>
            <p:nvPr/>
          </p:nvSpPr>
          <p:spPr>
            <a:xfrm>
              <a:off x="2299528" y="5426281"/>
              <a:ext cx="8866" cy="20448"/>
            </a:xfrm>
            <a:custGeom>
              <a:avLst/>
              <a:gdLst/>
              <a:ahLst/>
              <a:cxnLst/>
              <a:rect l="l" t="t" r="r" b="b"/>
              <a:pathLst>
                <a:path w="173" h="399" extrusionOk="0">
                  <a:moveTo>
                    <a:pt x="105" y="1"/>
                  </a:moveTo>
                  <a:cubicBezTo>
                    <a:pt x="100" y="1"/>
                    <a:pt x="95" y="3"/>
                    <a:pt x="91" y="7"/>
                  </a:cubicBezTo>
                  <a:cubicBezTo>
                    <a:pt x="0" y="91"/>
                    <a:pt x="56" y="287"/>
                    <a:pt x="106" y="381"/>
                  </a:cubicBezTo>
                  <a:cubicBezTo>
                    <a:pt x="112" y="392"/>
                    <a:pt x="126" y="399"/>
                    <a:pt x="139" y="399"/>
                  </a:cubicBezTo>
                  <a:cubicBezTo>
                    <a:pt x="152" y="399"/>
                    <a:pt x="164" y="392"/>
                    <a:pt x="164" y="375"/>
                  </a:cubicBezTo>
                  <a:cubicBezTo>
                    <a:pt x="172" y="261"/>
                    <a:pt x="148" y="135"/>
                    <a:pt x="131" y="23"/>
                  </a:cubicBezTo>
                  <a:cubicBezTo>
                    <a:pt x="129" y="11"/>
                    <a:pt x="117" y="1"/>
                    <a:pt x="105" y="1"/>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4009;p72">
              <a:extLst>
                <a:ext uri="{FF2B5EF4-FFF2-40B4-BE49-F238E27FC236}">
                  <a16:creationId xmlns:a16="http://schemas.microsoft.com/office/drawing/2014/main" id="{951EFE73-C233-97C0-0A3D-236FC3730437}"/>
                </a:ext>
              </a:extLst>
            </p:cNvPr>
            <p:cNvSpPr/>
            <p:nvPr/>
          </p:nvSpPr>
          <p:spPr>
            <a:xfrm>
              <a:off x="2312237" y="5437709"/>
              <a:ext cx="7790" cy="14452"/>
            </a:xfrm>
            <a:custGeom>
              <a:avLst/>
              <a:gdLst/>
              <a:ahLst/>
              <a:cxnLst/>
              <a:rect l="l" t="t" r="r" b="b"/>
              <a:pathLst>
                <a:path w="152" h="282" extrusionOk="0">
                  <a:moveTo>
                    <a:pt x="137" y="1"/>
                  </a:moveTo>
                  <a:cubicBezTo>
                    <a:pt x="132" y="1"/>
                    <a:pt x="126" y="3"/>
                    <a:pt x="122" y="7"/>
                  </a:cubicBezTo>
                  <a:cubicBezTo>
                    <a:pt x="73" y="72"/>
                    <a:pt x="5" y="173"/>
                    <a:pt x="1" y="254"/>
                  </a:cubicBezTo>
                  <a:cubicBezTo>
                    <a:pt x="1" y="268"/>
                    <a:pt x="15" y="281"/>
                    <a:pt x="29" y="281"/>
                  </a:cubicBezTo>
                  <a:cubicBezTo>
                    <a:pt x="33" y="281"/>
                    <a:pt x="37" y="280"/>
                    <a:pt x="41" y="277"/>
                  </a:cubicBezTo>
                  <a:cubicBezTo>
                    <a:pt x="113" y="225"/>
                    <a:pt x="146" y="103"/>
                    <a:pt x="151" y="15"/>
                  </a:cubicBezTo>
                  <a:cubicBezTo>
                    <a:pt x="152" y="5"/>
                    <a:pt x="145" y="1"/>
                    <a:pt x="137" y="1"/>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4010;p72">
              <a:extLst>
                <a:ext uri="{FF2B5EF4-FFF2-40B4-BE49-F238E27FC236}">
                  <a16:creationId xmlns:a16="http://schemas.microsoft.com/office/drawing/2014/main" id="{AEE8A373-8278-2409-4445-F8B54792F1E8}"/>
                </a:ext>
              </a:extLst>
            </p:cNvPr>
            <p:cNvSpPr/>
            <p:nvPr/>
          </p:nvSpPr>
          <p:spPr>
            <a:xfrm>
              <a:off x="2631253" y="5234872"/>
              <a:ext cx="10352" cy="11633"/>
            </a:xfrm>
            <a:custGeom>
              <a:avLst/>
              <a:gdLst/>
              <a:ahLst/>
              <a:cxnLst/>
              <a:rect l="l" t="t" r="r" b="b"/>
              <a:pathLst>
                <a:path w="202" h="227" extrusionOk="0">
                  <a:moveTo>
                    <a:pt x="29" y="0"/>
                  </a:moveTo>
                  <a:cubicBezTo>
                    <a:pt x="15" y="0"/>
                    <a:pt x="0" y="17"/>
                    <a:pt x="3" y="33"/>
                  </a:cubicBezTo>
                  <a:cubicBezTo>
                    <a:pt x="16" y="108"/>
                    <a:pt x="85" y="226"/>
                    <a:pt x="170" y="226"/>
                  </a:cubicBezTo>
                  <a:cubicBezTo>
                    <a:pt x="186" y="226"/>
                    <a:pt x="201" y="209"/>
                    <a:pt x="195" y="192"/>
                  </a:cubicBezTo>
                  <a:cubicBezTo>
                    <a:pt x="183" y="156"/>
                    <a:pt x="158" y="142"/>
                    <a:pt x="131" y="114"/>
                  </a:cubicBezTo>
                  <a:cubicBezTo>
                    <a:pt x="98" y="82"/>
                    <a:pt x="74" y="44"/>
                    <a:pt x="45" y="8"/>
                  </a:cubicBezTo>
                  <a:cubicBezTo>
                    <a:pt x="40" y="3"/>
                    <a:pt x="35" y="0"/>
                    <a:pt x="29" y="0"/>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4011;p72">
              <a:extLst>
                <a:ext uri="{FF2B5EF4-FFF2-40B4-BE49-F238E27FC236}">
                  <a16:creationId xmlns:a16="http://schemas.microsoft.com/office/drawing/2014/main" id="{5F37CD6C-F2BD-4CC5-9D87-F489854B637E}"/>
                </a:ext>
              </a:extLst>
            </p:cNvPr>
            <p:cNvSpPr/>
            <p:nvPr/>
          </p:nvSpPr>
          <p:spPr>
            <a:xfrm>
              <a:off x="2623053" y="5240714"/>
              <a:ext cx="7943" cy="16758"/>
            </a:xfrm>
            <a:custGeom>
              <a:avLst/>
              <a:gdLst/>
              <a:ahLst/>
              <a:cxnLst/>
              <a:rect l="l" t="t" r="r" b="b"/>
              <a:pathLst>
                <a:path w="155" h="327" extrusionOk="0">
                  <a:moveTo>
                    <a:pt x="119" y="1"/>
                  </a:moveTo>
                  <a:cubicBezTo>
                    <a:pt x="108" y="1"/>
                    <a:pt x="98" y="7"/>
                    <a:pt x="94" y="20"/>
                  </a:cubicBezTo>
                  <a:cubicBezTo>
                    <a:pt x="81" y="78"/>
                    <a:pt x="64" y="135"/>
                    <a:pt x="39" y="190"/>
                  </a:cubicBezTo>
                  <a:cubicBezTo>
                    <a:pt x="21" y="233"/>
                    <a:pt x="1" y="262"/>
                    <a:pt x="9" y="308"/>
                  </a:cubicBezTo>
                  <a:cubicBezTo>
                    <a:pt x="10" y="318"/>
                    <a:pt x="21" y="326"/>
                    <a:pt x="31" y="326"/>
                  </a:cubicBezTo>
                  <a:cubicBezTo>
                    <a:pt x="34" y="326"/>
                    <a:pt x="36" y="326"/>
                    <a:pt x="38" y="325"/>
                  </a:cubicBezTo>
                  <a:cubicBezTo>
                    <a:pt x="139" y="292"/>
                    <a:pt x="154" y="118"/>
                    <a:pt x="148" y="26"/>
                  </a:cubicBezTo>
                  <a:cubicBezTo>
                    <a:pt x="147" y="10"/>
                    <a:pt x="133" y="1"/>
                    <a:pt x="119" y="1"/>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4012;p72">
              <a:extLst>
                <a:ext uri="{FF2B5EF4-FFF2-40B4-BE49-F238E27FC236}">
                  <a16:creationId xmlns:a16="http://schemas.microsoft.com/office/drawing/2014/main" id="{EA3976CC-0387-5F79-963A-1F27EE7F1F01}"/>
                </a:ext>
              </a:extLst>
            </p:cNvPr>
            <p:cNvSpPr/>
            <p:nvPr/>
          </p:nvSpPr>
          <p:spPr>
            <a:xfrm>
              <a:off x="2456755" y="5341723"/>
              <a:ext cx="19987" cy="8097"/>
            </a:xfrm>
            <a:custGeom>
              <a:avLst/>
              <a:gdLst/>
              <a:ahLst/>
              <a:cxnLst/>
              <a:rect l="l" t="t" r="r" b="b"/>
              <a:pathLst>
                <a:path w="390" h="158" extrusionOk="0">
                  <a:moveTo>
                    <a:pt x="19" y="0"/>
                  </a:moveTo>
                  <a:cubicBezTo>
                    <a:pt x="15" y="0"/>
                    <a:pt x="11" y="0"/>
                    <a:pt x="6" y="1"/>
                  </a:cubicBezTo>
                  <a:cubicBezTo>
                    <a:pt x="3" y="1"/>
                    <a:pt x="0" y="4"/>
                    <a:pt x="0" y="8"/>
                  </a:cubicBezTo>
                  <a:cubicBezTo>
                    <a:pt x="35" y="109"/>
                    <a:pt x="196" y="158"/>
                    <a:pt x="310" y="158"/>
                  </a:cubicBezTo>
                  <a:cubicBezTo>
                    <a:pt x="331" y="158"/>
                    <a:pt x="351" y="156"/>
                    <a:pt x="368" y="153"/>
                  </a:cubicBezTo>
                  <a:cubicBezTo>
                    <a:pt x="385" y="150"/>
                    <a:pt x="390" y="123"/>
                    <a:pt x="374" y="116"/>
                  </a:cubicBezTo>
                  <a:cubicBezTo>
                    <a:pt x="313" y="88"/>
                    <a:pt x="250" y="74"/>
                    <a:pt x="187" y="53"/>
                  </a:cubicBezTo>
                  <a:cubicBezTo>
                    <a:pt x="136" y="34"/>
                    <a:pt x="76" y="0"/>
                    <a:pt x="19" y="0"/>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4013;p72">
              <a:extLst>
                <a:ext uri="{FF2B5EF4-FFF2-40B4-BE49-F238E27FC236}">
                  <a16:creationId xmlns:a16="http://schemas.microsoft.com/office/drawing/2014/main" id="{A9B8F396-5D7C-A396-3D0E-D7E4B4A9B3AB}"/>
                </a:ext>
              </a:extLst>
            </p:cNvPr>
            <p:cNvSpPr/>
            <p:nvPr/>
          </p:nvSpPr>
          <p:spPr>
            <a:xfrm>
              <a:off x="2570986" y="5273205"/>
              <a:ext cx="10198" cy="17475"/>
            </a:xfrm>
            <a:custGeom>
              <a:avLst/>
              <a:gdLst/>
              <a:ahLst/>
              <a:cxnLst/>
              <a:rect l="l" t="t" r="r" b="b"/>
              <a:pathLst>
                <a:path w="199" h="341" extrusionOk="0">
                  <a:moveTo>
                    <a:pt x="174" y="0"/>
                  </a:moveTo>
                  <a:cubicBezTo>
                    <a:pt x="168" y="0"/>
                    <a:pt x="161" y="3"/>
                    <a:pt x="157" y="10"/>
                  </a:cubicBezTo>
                  <a:cubicBezTo>
                    <a:pt x="115" y="73"/>
                    <a:pt x="76" y="134"/>
                    <a:pt x="43" y="202"/>
                  </a:cubicBezTo>
                  <a:cubicBezTo>
                    <a:pt x="20" y="248"/>
                    <a:pt x="0" y="280"/>
                    <a:pt x="26" y="327"/>
                  </a:cubicBezTo>
                  <a:cubicBezTo>
                    <a:pt x="31" y="336"/>
                    <a:pt x="40" y="341"/>
                    <a:pt x="49" y="341"/>
                  </a:cubicBezTo>
                  <a:cubicBezTo>
                    <a:pt x="51" y="341"/>
                    <a:pt x="53" y="340"/>
                    <a:pt x="56" y="340"/>
                  </a:cubicBezTo>
                  <a:cubicBezTo>
                    <a:pt x="108" y="326"/>
                    <a:pt x="118" y="288"/>
                    <a:pt x="135" y="240"/>
                  </a:cubicBezTo>
                  <a:cubicBezTo>
                    <a:pt x="161" y="170"/>
                    <a:pt x="178" y="99"/>
                    <a:pt x="195" y="25"/>
                  </a:cubicBezTo>
                  <a:cubicBezTo>
                    <a:pt x="198" y="11"/>
                    <a:pt x="186" y="0"/>
                    <a:pt x="174" y="0"/>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4014;p72">
              <a:extLst>
                <a:ext uri="{FF2B5EF4-FFF2-40B4-BE49-F238E27FC236}">
                  <a16:creationId xmlns:a16="http://schemas.microsoft.com/office/drawing/2014/main" id="{A4669578-B33E-7FAC-3775-F42D2EBEC4A5}"/>
                </a:ext>
              </a:extLst>
            </p:cNvPr>
            <p:cNvSpPr/>
            <p:nvPr/>
          </p:nvSpPr>
          <p:spPr>
            <a:xfrm>
              <a:off x="2526144" y="5303851"/>
              <a:ext cx="10403" cy="16707"/>
            </a:xfrm>
            <a:custGeom>
              <a:avLst/>
              <a:gdLst/>
              <a:ahLst/>
              <a:cxnLst/>
              <a:rect l="l" t="t" r="r" b="b"/>
              <a:pathLst>
                <a:path w="203" h="326" extrusionOk="0">
                  <a:moveTo>
                    <a:pt x="139" y="0"/>
                  </a:moveTo>
                  <a:cubicBezTo>
                    <a:pt x="133" y="0"/>
                    <a:pt x="126" y="5"/>
                    <a:pt x="124" y="10"/>
                  </a:cubicBezTo>
                  <a:cubicBezTo>
                    <a:pt x="106" y="55"/>
                    <a:pt x="98" y="101"/>
                    <a:pt x="81" y="143"/>
                  </a:cubicBezTo>
                  <a:cubicBezTo>
                    <a:pt x="61" y="193"/>
                    <a:pt x="34" y="235"/>
                    <a:pt x="11" y="283"/>
                  </a:cubicBezTo>
                  <a:cubicBezTo>
                    <a:pt x="1" y="302"/>
                    <a:pt x="15" y="325"/>
                    <a:pt x="35" y="325"/>
                  </a:cubicBezTo>
                  <a:cubicBezTo>
                    <a:pt x="39" y="325"/>
                    <a:pt x="44" y="324"/>
                    <a:pt x="49" y="321"/>
                  </a:cubicBezTo>
                  <a:cubicBezTo>
                    <a:pt x="146" y="261"/>
                    <a:pt x="202" y="113"/>
                    <a:pt x="150" y="7"/>
                  </a:cubicBezTo>
                  <a:cubicBezTo>
                    <a:pt x="148" y="2"/>
                    <a:pt x="144" y="0"/>
                    <a:pt x="139" y="0"/>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4015;p72">
              <a:extLst>
                <a:ext uri="{FF2B5EF4-FFF2-40B4-BE49-F238E27FC236}">
                  <a16:creationId xmlns:a16="http://schemas.microsoft.com/office/drawing/2014/main" id="{E73CE885-92FA-27F2-1C28-79DFDCEFF34D}"/>
                </a:ext>
              </a:extLst>
            </p:cNvPr>
            <p:cNvSpPr/>
            <p:nvPr/>
          </p:nvSpPr>
          <p:spPr>
            <a:xfrm>
              <a:off x="2505543" y="5307695"/>
              <a:ext cx="12402" cy="9020"/>
            </a:xfrm>
            <a:custGeom>
              <a:avLst/>
              <a:gdLst/>
              <a:ahLst/>
              <a:cxnLst/>
              <a:rect l="l" t="t" r="r" b="b"/>
              <a:pathLst>
                <a:path w="242" h="176" extrusionOk="0">
                  <a:moveTo>
                    <a:pt x="20" y="1"/>
                  </a:moveTo>
                  <a:cubicBezTo>
                    <a:pt x="10" y="1"/>
                    <a:pt x="1" y="11"/>
                    <a:pt x="3" y="21"/>
                  </a:cubicBezTo>
                  <a:cubicBezTo>
                    <a:pt x="31" y="93"/>
                    <a:pt x="114" y="157"/>
                    <a:pt x="189" y="174"/>
                  </a:cubicBezTo>
                  <a:cubicBezTo>
                    <a:pt x="192" y="175"/>
                    <a:pt x="195" y="175"/>
                    <a:pt x="198" y="175"/>
                  </a:cubicBezTo>
                  <a:cubicBezTo>
                    <a:pt x="231" y="175"/>
                    <a:pt x="242" y="132"/>
                    <a:pt x="215" y="111"/>
                  </a:cubicBezTo>
                  <a:cubicBezTo>
                    <a:pt x="160" y="72"/>
                    <a:pt x="86" y="26"/>
                    <a:pt x="23" y="1"/>
                  </a:cubicBezTo>
                  <a:cubicBezTo>
                    <a:pt x="22" y="1"/>
                    <a:pt x="21" y="1"/>
                    <a:pt x="20" y="1"/>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4016;p72">
              <a:extLst>
                <a:ext uri="{FF2B5EF4-FFF2-40B4-BE49-F238E27FC236}">
                  <a16:creationId xmlns:a16="http://schemas.microsoft.com/office/drawing/2014/main" id="{EA1FDEBB-7D6F-5C81-97FF-9EB15C6BB87F}"/>
                </a:ext>
              </a:extLst>
            </p:cNvPr>
            <p:cNvSpPr/>
            <p:nvPr/>
          </p:nvSpPr>
          <p:spPr>
            <a:xfrm>
              <a:off x="2792426" y="5151954"/>
              <a:ext cx="8507" cy="18193"/>
            </a:xfrm>
            <a:custGeom>
              <a:avLst/>
              <a:gdLst/>
              <a:ahLst/>
              <a:cxnLst/>
              <a:rect l="l" t="t" r="r" b="b"/>
              <a:pathLst>
                <a:path w="166" h="355" extrusionOk="0">
                  <a:moveTo>
                    <a:pt x="77" y="0"/>
                  </a:moveTo>
                  <a:cubicBezTo>
                    <a:pt x="67" y="0"/>
                    <a:pt x="58" y="6"/>
                    <a:pt x="60" y="18"/>
                  </a:cubicBezTo>
                  <a:cubicBezTo>
                    <a:pt x="64" y="72"/>
                    <a:pt x="69" y="124"/>
                    <a:pt x="55" y="176"/>
                  </a:cubicBezTo>
                  <a:cubicBezTo>
                    <a:pt x="44" y="224"/>
                    <a:pt x="9" y="265"/>
                    <a:pt x="3" y="313"/>
                  </a:cubicBezTo>
                  <a:cubicBezTo>
                    <a:pt x="0" y="331"/>
                    <a:pt x="12" y="355"/>
                    <a:pt x="32" y="355"/>
                  </a:cubicBezTo>
                  <a:cubicBezTo>
                    <a:pt x="35" y="355"/>
                    <a:pt x="39" y="354"/>
                    <a:pt x="43" y="352"/>
                  </a:cubicBezTo>
                  <a:cubicBezTo>
                    <a:pt x="164" y="303"/>
                    <a:pt x="165" y="101"/>
                    <a:pt x="96" y="9"/>
                  </a:cubicBezTo>
                  <a:cubicBezTo>
                    <a:pt x="92" y="3"/>
                    <a:pt x="85" y="0"/>
                    <a:pt x="77" y="0"/>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4017;p72">
              <a:extLst>
                <a:ext uri="{FF2B5EF4-FFF2-40B4-BE49-F238E27FC236}">
                  <a16:creationId xmlns:a16="http://schemas.microsoft.com/office/drawing/2014/main" id="{91A1CC13-B2C8-C91F-A9FE-E307A2952F3F}"/>
                </a:ext>
              </a:extLst>
            </p:cNvPr>
            <p:cNvSpPr/>
            <p:nvPr/>
          </p:nvSpPr>
          <p:spPr>
            <a:xfrm>
              <a:off x="2776591" y="5147393"/>
              <a:ext cx="9430" cy="16092"/>
            </a:xfrm>
            <a:custGeom>
              <a:avLst/>
              <a:gdLst/>
              <a:ahLst/>
              <a:cxnLst/>
              <a:rect l="l" t="t" r="r" b="b"/>
              <a:pathLst>
                <a:path w="184" h="314" extrusionOk="0">
                  <a:moveTo>
                    <a:pt x="21" y="1"/>
                  </a:moveTo>
                  <a:cubicBezTo>
                    <a:pt x="10" y="1"/>
                    <a:pt x="1" y="13"/>
                    <a:pt x="7" y="24"/>
                  </a:cubicBezTo>
                  <a:cubicBezTo>
                    <a:pt x="54" y="113"/>
                    <a:pt x="70" y="192"/>
                    <a:pt x="82" y="290"/>
                  </a:cubicBezTo>
                  <a:cubicBezTo>
                    <a:pt x="84" y="303"/>
                    <a:pt x="96" y="314"/>
                    <a:pt x="108" y="314"/>
                  </a:cubicBezTo>
                  <a:cubicBezTo>
                    <a:pt x="115" y="314"/>
                    <a:pt x="122" y="310"/>
                    <a:pt x="126" y="302"/>
                  </a:cubicBezTo>
                  <a:cubicBezTo>
                    <a:pt x="183" y="198"/>
                    <a:pt x="131" y="57"/>
                    <a:pt x="28" y="3"/>
                  </a:cubicBezTo>
                  <a:cubicBezTo>
                    <a:pt x="26" y="2"/>
                    <a:pt x="23" y="1"/>
                    <a:pt x="21" y="1"/>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4018;p72">
              <a:extLst>
                <a:ext uri="{FF2B5EF4-FFF2-40B4-BE49-F238E27FC236}">
                  <a16:creationId xmlns:a16="http://schemas.microsoft.com/office/drawing/2014/main" id="{B4DF8DA2-C9C5-30C6-C47C-EE7F915FACB0}"/>
                </a:ext>
              </a:extLst>
            </p:cNvPr>
            <p:cNvSpPr/>
            <p:nvPr/>
          </p:nvSpPr>
          <p:spPr>
            <a:xfrm>
              <a:off x="2778179" y="5082360"/>
              <a:ext cx="28801" cy="52119"/>
            </a:xfrm>
            <a:custGeom>
              <a:avLst/>
              <a:gdLst/>
              <a:ahLst/>
              <a:cxnLst/>
              <a:rect l="l" t="t" r="r" b="b"/>
              <a:pathLst>
                <a:path w="562" h="1017" extrusionOk="0">
                  <a:moveTo>
                    <a:pt x="227" y="1"/>
                  </a:moveTo>
                  <a:cubicBezTo>
                    <a:pt x="227" y="1"/>
                    <a:pt x="117" y="150"/>
                    <a:pt x="72" y="199"/>
                  </a:cubicBezTo>
                  <a:cubicBezTo>
                    <a:pt x="0" y="282"/>
                    <a:pt x="74" y="418"/>
                    <a:pt x="152" y="620"/>
                  </a:cubicBezTo>
                  <a:cubicBezTo>
                    <a:pt x="215" y="784"/>
                    <a:pt x="269" y="1016"/>
                    <a:pt x="355" y="1016"/>
                  </a:cubicBezTo>
                  <a:cubicBezTo>
                    <a:pt x="363" y="1016"/>
                    <a:pt x="372" y="1014"/>
                    <a:pt x="381" y="1010"/>
                  </a:cubicBezTo>
                  <a:cubicBezTo>
                    <a:pt x="471" y="965"/>
                    <a:pt x="561" y="853"/>
                    <a:pt x="561" y="853"/>
                  </a:cubicBezTo>
                  <a:cubicBezTo>
                    <a:pt x="561" y="853"/>
                    <a:pt x="503" y="579"/>
                    <a:pt x="420" y="347"/>
                  </a:cubicBezTo>
                  <a:cubicBezTo>
                    <a:pt x="338" y="117"/>
                    <a:pt x="227" y="1"/>
                    <a:pt x="227" y="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4019;p72">
              <a:extLst>
                <a:ext uri="{FF2B5EF4-FFF2-40B4-BE49-F238E27FC236}">
                  <a16:creationId xmlns:a16="http://schemas.microsoft.com/office/drawing/2014/main" id="{866BEAC2-BF29-09C6-0E78-F1E351066499}"/>
                </a:ext>
              </a:extLst>
            </p:cNvPr>
            <p:cNvSpPr/>
            <p:nvPr/>
          </p:nvSpPr>
          <p:spPr>
            <a:xfrm>
              <a:off x="2151679" y="5343158"/>
              <a:ext cx="71439" cy="65033"/>
            </a:xfrm>
            <a:custGeom>
              <a:avLst/>
              <a:gdLst/>
              <a:ahLst/>
              <a:cxnLst/>
              <a:rect l="l" t="t" r="r" b="b"/>
              <a:pathLst>
                <a:path w="1394" h="1269" extrusionOk="0">
                  <a:moveTo>
                    <a:pt x="0" y="0"/>
                  </a:moveTo>
                  <a:lnTo>
                    <a:pt x="0" y="463"/>
                  </a:lnTo>
                  <a:lnTo>
                    <a:pt x="1394" y="1268"/>
                  </a:lnTo>
                  <a:lnTo>
                    <a:pt x="1394" y="804"/>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15" name="Google Shape;3845;p72">
            <a:extLst>
              <a:ext uri="{FF2B5EF4-FFF2-40B4-BE49-F238E27FC236}">
                <a16:creationId xmlns:a16="http://schemas.microsoft.com/office/drawing/2014/main" id="{F032B9F6-0AE4-B486-8A74-3CB30B969484}"/>
              </a:ext>
            </a:extLst>
          </p:cNvPr>
          <p:cNvGrpSpPr/>
          <p:nvPr/>
        </p:nvGrpSpPr>
        <p:grpSpPr>
          <a:xfrm>
            <a:off x="-86135" y="3872285"/>
            <a:ext cx="467798" cy="281965"/>
            <a:chOff x="944550" y="4206031"/>
            <a:chExt cx="772761" cy="530667"/>
          </a:xfrm>
        </p:grpSpPr>
        <p:sp>
          <p:nvSpPr>
            <p:cNvPr id="1716" name="Google Shape;3846;p72">
              <a:extLst>
                <a:ext uri="{FF2B5EF4-FFF2-40B4-BE49-F238E27FC236}">
                  <a16:creationId xmlns:a16="http://schemas.microsoft.com/office/drawing/2014/main" id="{B1208221-0E8A-134B-FD02-2E61A132719B}"/>
                </a:ext>
              </a:extLst>
            </p:cNvPr>
            <p:cNvSpPr/>
            <p:nvPr/>
          </p:nvSpPr>
          <p:spPr>
            <a:xfrm>
              <a:off x="1253418" y="4582597"/>
              <a:ext cx="83175" cy="68262"/>
            </a:xfrm>
            <a:custGeom>
              <a:avLst/>
              <a:gdLst/>
              <a:ahLst/>
              <a:cxnLst/>
              <a:rect l="l" t="t" r="r" b="b"/>
              <a:pathLst>
                <a:path w="1623" h="1332" extrusionOk="0">
                  <a:moveTo>
                    <a:pt x="621" y="0"/>
                  </a:moveTo>
                  <a:cubicBezTo>
                    <a:pt x="143" y="0"/>
                    <a:pt x="0" y="344"/>
                    <a:pt x="0" y="344"/>
                  </a:cubicBezTo>
                  <a:lnTo>
                    <a:pt x="1089" y="1128"/>
                  </a:lnTo>
                  <a:lnTo>
                    <a:pt x="1446" y="1332"/>
                  </a:lnTo>
                  <a:cubicBezTo>
                    <a:pt x="1446" y="1332"/>
                    <a:pt x="1622" y="979"/>
                    <a:pt x="1595" y="786"/>
                  </a:cubicBezTo>
                  <a:cubicBezTo>
                    <a:pt x="1567" y="594"/>
                    <a:pt x="1285" y="59"/>
                    <a:pt x="724" y="5"/>
                  </a:cubicBezTo>
                  <a:cubicBezTo>
                    <a:pt x="688" y="2"/>
                    <a:pt x="654" y="0"/>
                    <a:pt x="621" y="0"/>
                  </a:cubicBez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3847;p72">
              <a:extLst>
                <a:ext uri="{FF2B5EF4-FFF2-40B4-BE49-F238E27FC236}">
                  <a16:creationId xmlns:a16="http://schemas.microsoft.com/office/drawing/2014/main" id="{4C0514E6-4694-AD21-48EF-1A6EF6FFAAEE}"/>
                </a:ext>
              </a:extLst>
            </p:cNvPr>
            <p:cNvSpPr/>
            <p:nvPr/>
          </p:nvSpPr>
          <p:spPr>
            <a:xfrm>
              <a:off x="1591088" y="4381194"/>
              <a:ext cx="83277" cy="68825"/>
            </a:xfrm>
            <a:custGeom>
              <a:avLst/>
              <a:gdLst/>
              <a:ahLst/>
              <a:cxnLst/>
              <a:rect l="l" t="t" r="r" b="b"/>
              <a:pathLst>
                <a:path w="1625" h="1343" extrusionOk="0">
                  <a:moveTo>
                    <a:pt x="623" y="1"/>
                  </a:moveTo>
                  <a:cubicBezTo>
                    <a:pt x="144" y="1"/>
                    <a:pt x="1" y="345"/>
                    <a:pt x="1" y="345"/>
                  </a:cubicBezTo>
                  <a:lnTo>
                    <a:pt x="1091" y="1128"/>
                  </a:lnTo>
                  <a:lnTo>
                    <a:pt x="1451" y="1343"/>
                  </a:lnTo>
                  <a:cubicBezTo>
                    <a:pt x="1451" y="1343"/>
                    <a:pt x="1624" y="978"/>
                    <a:pt x="1597" y="786"/>
                  </a:cubicBezTo>
                  <a:cubicBezTo>
                    <a:pt x="1567" y="595"/>
                    <a:pt x="1287" y="58"/>
                    <a:pt x="726" y="6"/>
                  </a:cubicBezTo>
                  <a:cubicBezTo>
                    <a:pt x="690" y="3"/>
                    <a:pt x="656" y="1"/>
                    <a:pt x="623" y="1"/>
                  </a:cubicBez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3848;p72">
              <a:extLst>
                <a:ext uri="{FF2B5EF4-FFF2-40B4-BE49-F238E27FC236}">
                  <a16:creationId xmlns:a16="http://schemas.microsoft.com/office/drawing/2014/main" id="{F1052402-F4D8-5E41-CF78-43E21E4517D0}"/>
                </a:ext>
              </a:extLst>
            </p:cNvPr>
            <p:cNvSpPr/>
            <p:nvPr/>
          </p:nvSpPr>
          <p:spPr>
            <a:xfrm>
              <a:off x="1208679" y="4595357"/>
              <a:ext cx="107773" cy="141341"/>
            </a:xfrm>
            <a:custGeom>
              <a:avLst/>
              <a:gdLst/>
              <a:ahLst/>
              <a:cxnLst/>
              <a:rect l="l" t="t" r="r" b="b"/>
              <a:pathLst>
                <a:path w="2103" h="2758" extrusionOk="0">
                  <a:moveTo>
                    <a:pt x="1241" y="0"/>
                  </a:moveTo>
                  <a:cubicBezTo>
                    <a:pt x="1128" y="0"/>
                    <a:pt x="985" y="35"/>
                    <a:pt x="864" y="106"/>
                  </a:cubicBezTo>
                  <a:cubicBezTo>
                    <a:pt x="387" y="380"/>
                    <a:pt x="1" y="1119"/>
                    <a:pt x="1" y="1754"/>
                  </a:cubicBezTo>
                  <a:cubicBezTo>
                    <a:pt x="1" y="1894"/>
                    <a:pt x="19" y="2015"/>
                    <a:pt x="53" y="2117"/>
                  </a:cubicBezTo>
                  <a:cubicBezTo>
                    <a:pt x="64" y="2151"/>
                    <a:pt x="100" y="2240"/>
                    <a:pt x="125" y="2283"/>
                  </a:cubicBezTo>
                  <a:cubicBezTo>
                    <a:pt x="180" y="2384"/>
                    <a:pt x="300" y="2565"/>
                    <a:pt x="501" y="2674"/>
                  </a:cubicBezTo>
                  <a:cubicBezTo>
                    <a:pt x="617" y="2737"/>
                    <a:pt x="732" y="2758"/>
                    <a:pt x="832" y="2758"/>
                  </a:cubicBezTo>
                  <a:cubicBezTo>
                    <a:pt x="1006" y="2758"/>
                    <a:pt x="1132" y="2695"/>
                    <a:pt x="1132" y="2695"/>
                  </a:cubicBezTo>
                  <a:lnTo>
                    <a:pt x="2103" y="704"/>
                  </a:lnTo>
                  <a:cubicBezTo>
                    <a:pt x="2103" y="704"/>
                    <a:pt x="2066" y="324"/>
                    <a:pt x="1795" y="155"/>
                  </a:cubicBezTo>
                  <a:cubicBezTo>
                    <a:pt x="1558" y="9"/>
                    <a:pt x="1330" y="0"/>
                    <a:pt x="1241"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3849;p72">
              <a:extLst>
                <a:ext uri="{FF2B5EF4-FFF2-40B4-BE49-F238E27FC236}">
                  <a16:creationId xmlns:a16="http://schemas.microsoft.com/office/drawing/2014/main" id="{8A85765A-D839-DFD1-9BE0-B5D6B8BEE50A}"/>
                </a:ext>
              </a:extLst>
            </p:cNvPr>
            <p:cNvSpPr/>
            <p:nvPr/>
          </p:nvSpPr>
          <p:spPr>
            <a:xfrm>
              <a:off x="1229435" y="4606990"/>
              <a:ext cx="88504" cy="128580"/>
            </a:xfrm>
            <a:custGeom>
              <a:avLst/>
              <a:gdLst/>
              <a:ahLst/>
              <a:cxnLst/>
              <a:rect l="l" t="t" r="r" b="b"/>
              <a:pathLst>
                <a:path w="1727" h="2509" extrusionOk="0">
                  <a:moveTo>
                    <a:pt x="1207" y="0"/>
                  </a:moveTo>
                  <a:cubicBezTo>
                    <a:pt x="1102" y="0"/>
                    <a:pt x="986" y="34"/>
                    <a:pt x="864" y="104"/>
                  </a:cubicBezTo>
                  <a:cubicBezTo>
                    <a:pt x="387" y="379"/>
                    <a:pt x="1" y="1118"/>
                    <a:pt x="1" y="1752"/>
                  </a:cubicBezTo>
                  <a:cubicBezTo>
                    <a:pt x="1" y="2226"/>
                    <a:pt x="215" y="2509"/>
                    <a:pt x="521" y="2509"/>
                  </a:cubicBezTo>
                  <a:cubicBezTo>
                    <a:pt x="626" y="2509"/>
                    <a:pt x="742" y="2476"/>
                    <a:pt x="864" y="2406"/>
                  </a:cubicBezTo>
                  <a:cubicBezTo>
                    <a:pt x="1341" y="2130"/>
                    <a:pt x="1727" y="1392"/>
                    <a:pt x="1727" y="756"/>
                  </a:cubicBezTo>
                  <a:cubicBezTo>
                    <a:pt x="1727" y="283"/>
                    <a:pt x="1513" y="0"/>
                    <a:pt x="1207"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3850;p72">
              <a:extLst>
                <a:ext uri="{FF2B5EF4-FFF2-40B4-BE49-F238E27FC236}">
                  <a16:creationId xmlns:a16="http://schemas.microsoft.com/office/drawing/2014/main" id="{5EA2ECCD-569E-705D-3D7E-52FEBAC4E153}"/>
                </a:ext>
              </a:extLst>
            </p:cNvPr>
            <p:cNvSpPr/>
            <p:nvPr/>
          </p:nvSpPr>
          <p:spPr>
            <a:xfrm>
              <a:off x="1239325" y="4620417"/>
              <a:ext cx="70055" cy="101726"/>
            </a:xfrm>
            <a:custGeom>
              <a:avLst/>
              <a:gdLst/>
              <a:ahLst/>
              <a:cxnLst/>
              <a:rect l="l" t="t" r="r" b="b"/>
              <a:pathLst>
                <a:path w="1367" h="1985" extrusionOk="0">
                  <a:moveTo>
                    <a:pt x="956" y="1"/>
                  </a:moveTo>
                  <a:cubicBezTo>
                    <a:pt x="873" y="1"/>
                    <a:pt x="781" y="27"/>
                    <a:pt x="685" y="83"/>
                  </a:cubicBezTo>
                  <a:cubicBezTo>
                    <a:pt x="307" y="301"/>
                    <a:pt x="1" y="883"/>
                    <a:pt x="1" y="1386"/>
                  </a:cubicBezTo>
                  <a:cubicBezTo>
                    <a:pt x="1" y="1761"/>
                    <a:pt x="171" y="1985"/>
                    <a:pt x="413" y="1985"/>
                  </a:cubicBezTo>
                  <a:cubicBezTo>
                    <a:pt x="497" y="1985"/>
                    <a:pt x="588" y="1958"/>
                    <a:pt x="685" y="1903"/>
                  </a:cubicBezTo>
                  <a:cubicBezTo>
                    <a:pt x="1062" y="1685"/>
                    <a:pt x="1367" y="1101"/>
                    <a:pt x="1367" y="598"/>
                  </a:cubicBezTo>
                  <a:cubicBezTo>
                    <a:pt x="1367" y="224"/>
                    <a:pt x="1198" y="1"/>
                    <a:pt x="956"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3851;p72">
              <a:extLst>
                <a:ext uri="{FF2B5EF4-FFF2-40B4-BE49-F238E27FC236}">
                  <a16:creationId xmlns:a16="http://schemas.microsoft.com/office/drawing/2014/main" id="{652D5CA3-1278-0465-8165-D8F315F9470B}"/>
                </a:ext>
              </a:extLst>
            </p:cNvPr>
            <p:cNvSpPr/>
            <p:nvPr/>
          </p:nvSpPr>
          <p:spPr>
            <a:xfrm>
              <a:off x="1237429" y="4615959"/>
              <a:ext cx="73950" cy="107364"/>
            </a:xfrm>
            <a:custGeom>
              <a:avLst/>
              <a:gdLst/>
              <a:ahLst/>
              <a:cxnLst/>
              <a:rect l="l" t="t" r="r" b="b"/>
              <a:pathLst>
                <a:path w="1443" h="2095" extrusionOk="0">
                  <a:moveTo>
                    <a:pt x="1007" y="1"/>
                  </a:moveTo>
                  <a:cubicBezTo>
                    <a:pt x="920" y="1"/>
                    <a:pt x="823" y="28"/>
                    <a:pt x="722" y="87"/>
                  </a:cubicBezTo>
                  <a:cubicBezTo>
                    <a:pt x="323" y="317"/>
                    <a:pt x="1" y="933"/>
                    <a:pt x="1" y="1464"/>
                  </a:cubicBezTo>
                  <a:cubicBezTo>
                    <a:pt x="1" y="1859"/>
                    <a:pt x="179" y="2095"/>
                    <a:pt x="435" y="2095"/>
                  </a:cubicBezTo>
                  <a:cubicBezTo>
                    <a:pt x="523" y="2095"/>
                    <a:pt x="620" y="2067"/>
                    <a:pt x="722" y="2008"/>
                  </a:cubicBezTo>
                  <a:cubicBezTo>
                    <a:pt x="1119" y="1778"/>
                    <a:pt x="1442" y="1162"/>
                    <a:pt x="1442" y="631"/>
                  </a:cubicBezTo>
                  <a:cubicBezTo>
                    <a:pt x="1442" y="237"/>
                    <a:pt x="1263" y="1"/>
                    <a:pt x="100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3852;p72">
              <a:extLst>
                <a:ext uri="{FF2B5EF4-FFF2-40B4-BE49-F238E27FC236}">
                  <a16:creationId xmlns:a16="http://schemas.microsoft.com/office/drawing/2014/main" id="{91A2E3ED-C8EC-050A-E178-57C4B6515D0A}"/>
                </a:ext>
              </a:extLst>
            </p:cNvPr>
            <p:cNvSpPr/>
            <p:nvPr/>
          </p:nvSpPr>
          <p:spPr>
            <a:xfrm>
              <a:off x="1252393" y="4638149"/>
              <a:ext cx="15221" cy="24804"/>
            </a:xfrm>
            <a:custGeom>
              <a:avLst/>
              <a:gdLst/>
              <a:ahLst/>
              <a:cxnLst/>
              <a:rect l="l" t="t" r="r" b="b"/>
              <a:pathLst>
                <a:path w="297" h="484" extrusionOk="0">
                  <a:moveTo>
                    <a:pt x="167" y="1"/>
                  </a:moveTo>
                  <a:cubicBezTo>
                    <a:pt x="106" y="73"/>
                    <a:pt x="49" y="156"/>
                    <a:pt x="0" y="244"/>
                  </a:cubicBezTo>
                  <a:lnTo>
                    <a:pt x="256" y="484"/>
                  </a:lnTo>
                  <a:cubicBezTo>
                    <a:pt x="269" y="461"/>
                    <a:pt x="282" y="438"/>
                    <a:pt x="296" y="418"/>
                  </a:cubicBezTo>
                  <a:cubicBezTo>
                    <a:pt x="281" y="363"/>
                    <a:pt x="219" y="152"/>
                    <a:pt x="167"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3853;p72">
              <a:extLst>
                <a:ext uri="{FF2B5EF4-FFF2-40B4-BE49-F238E27FC236}">
                  <a16:creationId xmlns:a16="http://schemas.microsoft.com/office/drawing/2014/main" id="{DCA65D86-2864-D669-F590-8139F90B1C2C}"/>
                </a:ext>
              </a:extLst>
            </p:cNvPr>
            <p:cNvSpPr/>
            <p:nvPr/>
          </p:nvSpPr>
          <p:spPr>
            <a:xfrm>
              <a:off x="1244040" y="4657315"/>
              <a:ext cx="19628" cy="14657"/>
            </a:xfrm>
            <a:custGeom>
              <a:avLst/>
              <a:gdLst/>
              <a:ahLst/>
              <a:cxnLst/>
              <a:rect l="l" t="t" r="r" b="b"/>
              <a:pathLst>
                <a:path w="383" h="286" extrusionOk="0">
                  <a:moveTo>
                    <a:pt x="99" y="1"/>
                  </a:moveTo>
                  <a:cubicBezTo>
                    <a:pt x="57" y="93"/>
                    <a:pt x="25" y="189"/>
                    <a:pt x="1" y="286"/>
                  </a:cubicBezTo>
                  <a:lnTo>
                    <a:pt x="361" y="263"/>
                  </a:lnTo>
                  <a:lnTo>
                    <a:pt x="364" y="252"/>
                  </a:lnTo>
                  <a:cubicBezTo>
                    <a:pt x="370" y="232"/>
                    <a:pt x="376" y="212"/>
                    <a:pt x="382" y="192"/>
                  </a:cubicBezTo>
                  <a:cubicBezTo>
                    <a:pt x="366" y="180"/>
                    <a:pt x="217" y="73"/>
                    <a:pt x="99"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3854;p72">
              <a:extLst>
                <a:ext uri="{FF2B5EF4-FFF2-40B4-BE49-F238E27FC236}">
                  <a16:creationId xmlns:a16="http://schemas.microsoft.com/office/drawing/2014/main" id="{4E2BDA8C-F9CC-B775-65BF-ECBCA69F3A6F}"/>
                </a:ext>
              </a:extLst>
            </p:cNvPr>
            <p:cNvSpPr/>
            <p:nvPr/>
          </p:nvSpPr>
          <p:spPr>
            <a:xfrm>
              <a:off x="1241990" y="4674688"/>
              <a:ext cx="20038" cy="20243"/>
            </a:xfrm>
            <a:custGeom>
              <a:avLst/>
              <a:gdLst/>
              <a:ahLst/>
              <a:cxnLst/>
              <a:rect l="l" t="t" r="r" b="b"/>
              <a:pathLst>
                <a:path w="391" h="395" extrusionOk="0">
                  <a:moveTo>
                    <a:pt x="390" y="1"/>
                  </a:moveTo>
                  <a:cubicBezTo>
                    <a:pt x="350" y="13"/>
                    <a:pt x="157" y="74"/>
                    <a:pt x="9" y="129"/>
                  </a:cubicBezTo>
                  <a:cubicBezTo>
                    <a:pt x="4" y="175"/>
                    <a:pt x="1" y="221"/>
                    <a:pt x="1" y="266"/>
                  </a:cubicBezTo>
                  <a:cubicBezTo>
                    <a:pt x="1" y="312"/>
                    <a:pt x="4" y="355"/>
                    <a:pt x="9" y="395"/>
                  </a:cubicBezTo>
                  <a:lnTo>
                    <a:pt x="389" y="70"/>
                  </a:lnTo>
                  <a:cubicBezTo>
                    <a:pt x="389" y="60"/>
                    <a:pt x="387" y="53"/>
                    <a:pt x="387" y="44"/>
                  </a:cubicBezTo>
                  <a:cubicBezTo>
                    <a:pt x="387" y="30"/>
                    <a:pt x="389" y="14"/>
                    <a:pt x="390"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3855;p72">
              <a:extLst>
                <a:ext uri="{FF2B5EF4-FFF2-40B4-BE49-F238E27FC236}">
                  <a16:creationId xmlns:a16="http://schemas.microsoft.com/office/drawing/2014/main" id="{DDB95499-B0D0-4565-CF44-2E4D1074EDFA}"/>
                </a:ext>
              </a:extLst>
            </p:cNvPr>
            <p:cNvSpPr/>
            <p:nvPr/>
          </p:nvSpPr>
          <p:spPr>
            <a:xfrm>
              <a:off x="1243681" y="4682785"/>
              <a:ext cx="20448" cy="27571"/>
            </a:xfrm>
            <a:custGeom>
              <a:avLst/>
              <a:gdLst/>
              <a:ahLst/>
              <a:cxnLst/>
              <a:rect l="l" t="t" r="r" b="b"/>
              <a:pathLst>
                <a:path w="399" h="538" extrusionOk="0">
                  <a:moveTo>
                    <a:pt x="373" y="1"/>
                  </a:moveTo>
                  <a:cubicBezTo>
                    <a:pt x="327" y="43"/>
                    <a:pt x="140" y="217"/>
                    <a:pt x="0" y="355"/>
                  </a:cubicBezTo>
                  <a:cubicBezTo>
                    <a:pt x="22" y="428"/>
                    <a:pt x="54" y="490"/>
                    <a:pt x="94" y="537"/>
                  </a:cubicBezTo>
                  <a:lnTo>
                    <a:pt x="399" y="45"/>
                  </a:lnTo>
                  <a:cubicBezTo>
                    <a:pt x="388" y="33"/>
                    <a:pt x="380" y="17"/>
                    <a:pt x="373"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3856;p72">
              <a:extLst>
                <a:ext uri="{FF2B5EF4-FFF2-40B4-BE49-F238E27FC236}">
                  <a16:creationId xmlns:a16="http://schemas.microsoft.com/office/drawing/2014/main" id="{3AA845C4-BA19-CB6A-9F81-BCC1CF149A3E}"/>
                </a:ext>
              </a:extLst>
            </p:cNvPr>
            <p:cNvSpPr/>
            <p:nvPr/>
          </p:nvSpPr>
          <p:spPr>
            <a:xfrm>
              <a:off x="1286012" y="4636663"/>
              <a:ext cx="20704" cy="23010"/>
            </a:xfrm>
            <a:custGeom>
              <a:avLst/>
              <a:gdLst/>
              <a:ahLst/>
              <a:cxnLst/>
              <a:rect l="l" t="t" r="r" b="b"/>
              <a:pathLst>
                <a:path w="404" h="449" extrusionOk="0">
                  <a:moveTo>
                    <a:pt x="362" y="1"/>
                  </a:moveTo>
                  <a:lnTo>
                    <a:pt x="0" y="393"/>
                  </a:lnTo>
                  <a:cubicBezTo>
                    <a:pt x="7" y="410"/>
                    <a:pt x="11" y="428"/>
                    <a:pt x="14" y="448"/>
                  </a:cubicBezTo>
                  <a:cubicBezTo>
                    <a:pt x="49" y="430"/>
                    <a:pt x="250" y="324"/>
                    <a:pt x="404" y="235"/>
                  </a:cubicBezTo>
                  <a:cubicBezTo>
                    <a:pt x="399" y="146"/>
                    <a:pt x="385" y="68"/>
                    <a:pt x="362"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3857;p72">
              <a:extLst>
                <a:ext uri="{FF2B5EF4-FFF2-40B4-BE49-F238E27FC236}">
                  <a16:creationId xmlns:a16="http://schemas.microsoft.com/office/drawing/2014/main" id="{E5652D43-1B05-5A5F-5261-287B2E9E048A}"/>
                </a:ext>
              </a:extLst>
            </p:cNvPr>
            <p:cNvSpPr/>
            <p:nvPr/>
          </p:nvSpPr>
          <p:spPr>
            <a:xfrm>
              <a:off x="1282732" y="4624620"/>
              <a:ext cx="19269" cy="29365"/>
            </a:xfrm>
            <a:custGeom>
              <a:avLst/>
              <a:gdLst/>
              <a:ahLst/>
              <a:cxnLst/>
              <a:rect l="l" t="t" r="r" b="b"/>
              <a:pathLst>
                <a:path w="376" h="573" extrusionOk="0">
                  <a:moveTo>
                    <a:pt x="245" y="1"/>
                  </a:moveTo>
                  <a:lnTo>
                    <a:pt x="0" y="542"/>
                  </a:lnTo>
                  <a:cubicBezTo>
                    <a:pt x="12" y="550"/>
                    <a:pt x="25" y="561"/>
                    <a:pt x="34" y="573"/>
                  </a:cubicBezTo>
                  <a:cubicBezTo>
                    <a:pt x="71" y="527"/>
                    <a:pt x="245" y="305"/>
                    <a:pt x="376" y="128"/>
                  </a:cubicBezTo>
                  <a:cubicBezTo>
                    <a:pt x="340" y="73"/>
                    <a:pt x="296" y="29"/>
                    <a:pt x="245"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3858;p72">
              <a:extLst>
                <a:ext uri="{FF2B5EF4-FFF2-40B4-BE49-F238E27FC236}">
                  <a16:creationId xmlns:a16="http://schemas.microsoft.com/office/drawing/2014/main" id="{E11ACF5F-A4F7-77F5-538A-ED86D6F31223}"/>
                </a:ext>
              </a:extLst>
            </p:cNvPr>
            <p:cNvSpPr/>
            <p:nvPr/>
          </p:nvSpPr>
          <p:spPr>
            <a:xfrm>
              <a:off x="1277453" y="4622621"/>
              <a:ext cx="12761" cy="29109"/>
            </a:xfrm>
            <a:custGeom>
              <a:avLst/>
              <a:gdLst/>
              <a:ahLst/>
              <a:cxnLst/>
              <a:rect l="l" t="t" r="r" b="b"/>
              <a:pathLst>
                <a:path w="249" h="568" extrusionOk="0">
                  <a:moveTo>
                    <a:pt x="191" y="0"/>
                  </a:moveTo>
                  <a:cubicBezTo>
                    <a:pt x="149" y="0"/>
                    <a:pt x="104" y="7"/>
                    <a:pt x="59" y="22"/>
                  </a:cubicBezTo>
                  <a:lnTo>
                    <a:pt x="0" y="567"/>
                  </a:lnTo>
                  <a:cubicBezTo>
                    <a:pt x="12" y="564"/>
                    <a:pt x="22" y="563"/>
                    <a:pt x="33" y="563"/>
                  </a:cubicBezTo>
                  <a:cubicBezTo>
                    <a:pt x="39" y="563"/>
                    <a:pt x="45" y="564"/>
                    <a:pt x="51" y="564"/>
                  </a:cubicBezTo>
                  <a:cubicBezTo>
                    <a:pt x="79" y="488"/>
                    <a:pt x="178" y="213"/>
                    <a:pt x="249" y="5"/>
                  </a:cubicBezTo>
                  <a:cubicBezTo>
                    <a:pt x="230" y="2"/>
                    <a:pt x="211" y="0"/>
                    <a:pt x="191"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3859;p72">
              <a:extLst>
                <a:ext uri="{FF2B5EF4-FFF2-40B4-BE49-F238E27FC236}">
                  <a16:creationId xmlns:a16="http://schemas.microsoft.com/office/drawing/2014/main" id="{3AA25D57-C917-ED5E-3FC0-3B588BD690FB}"/>
                </a:ext>
              </a:extLst>
            </p:cNvPr>
            <p:cNvSpPr/>
            <p:nvPr/>
          </p:nvSpPr>
          <p:spPr>
            <a:xfrm>
              <a:off x="1265052" y="4626003"/>
              <a:ext cx="10250" cy="29672"/>
            </a:xfrm>
            <a:custGeom>
              <a:avLst/>
              <a:gdLst/>
              <a:ahLst/>
              <a:cxnLst/>
              <a:rect l="l" t="t" r="r" b="b"/>
              <a:pathLst>
                <a:path w="200" h="579" extrusionOk="0">
                  <a:moveTo>
                    <a:pt x="199" y="0"/>
                  </a:moveTo>
                  <a:lnTo>
                    <a:pt x="199" y="0"/>
                  </a:lnTo>
                  <a:cubicBezTo>
                    <a:pt x="193" y="3"/>
                    <a:pt x="187" y="6"/>
                    <a:pt x="183" y="9"/>
                  </a:cubicBezTo>
                  <a:cubicBezTo>
                    <a:pt x="118" y="46"/>
                    <a:pt x="58" y="94"/>
                    <a:pt x="0" y="150"/>
                  </a:cubicBezTo>
                  <a:lnTo>
                    <a:pt x="115" y="578"/>
                  </a:lnTo>
                  <a:cubicBezTo>
                    <a:pt x="132" y="561"/>
                    <a:pt x="149" y="547"/>
                    <a:pt x="167" y="535"/>
                  </a:cubicBezTo>
                  <a:cubicBezTo>
                    <a:pt x="172" y="465"/>
                    <a:pt x="192" y="198"/>
                    <a:pt x="199"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3860;p72">
              <a:extLst>
                <a:ext uri="{FF2B5EF4-FFF2-40B4-BE49-F238E27FC236}">
                  <a16:creationId xmlns:a16="http://schemas.microsoft.com/office/drawing/2014/main" id="{7D331BEC-FCE0-A08B-00DB-31E824187140}"/>
                </a:ext>
              </a:extLst>
            </p:cNvPr>
            <p:cNvSpPr/>
            <p:nvPr/>
          </p:nvSpPr>
          <p:spPr>
            <a:xfrm>
              <a:off x="1283244" y="4672485"/>
              <a:ext cx="17988" cy="19782"/>
            </a:xfrm>
            <a:custGeom>
              <a:avLst/>
              <a:gdLst/>
              <a:ahLst/>
              <a:cxnLst/>
              <a:rect l="l" t="t" r="r" b="b"/>
              <a:pathLst>
                <a:path w="351" h="386" extrusionOk="0">
                  <a:moveTo>
                    <a:pt x="33" y="1"/>
                  </a:moveTo>
                  <a:cubicBezTo>
                    <a:pt x="24" y="25"/>
                    <a:pt x="13" y="50"/>
                    <a:pt x="1" y="73"/>
                  </a:cubicBezTo>
                  <a:cubicBezTo>
                    <a:pt x="28" y="116"/>
                    <a:pt x="131" y="274"/>
                    <a:pt x="214" y="385"/>
                  </a:cubicBezTo>
                  <a:cubicBezTo>
                    <a:pt x="266" y="301"/>
                    <a:pt x="314" y="209"/>
                    <a:pt x="350" y="113"/>
                  </a:cubicBezTo>
                  <a:lnTo>
                    <a:pt x="33"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3861;p72">
              <a:extLst>
                <a:ext uri="{FF2B5EF4-FFF2-40B4-BE49-F238E27FC236}">
                  <a16:creationId xmlns:a16="http://schemas.microsoft.com/office/drawing/2014/main" id="{E321490C-EC5F-C173-B782-80228AA3EC07}"/>
                </a:ext>
              </a:extLst>
            </p:cNvPr>
            <p:cNvSpPr/>
            <p:nvPr/>
          </p:nvSpPr>
          <p:spPr>
            <a:xfrm>
              <a:off x="1286166" y="4656547"/>
              <a:ext cx="20345" cy="14657"/>
            </a:xfrm>
            <a:custGeom>
              <a:avLst/>
              <a:gdLst/>
              <a:ahLst/>
              <a:cxnLst/>
              <a:rect l="l" t="t" r="r" b="b"/>
              <a:pathLst>
                <a:path w="397" h="286" extrusionOk="0">
                  <a:moveTo>
                    <a:pt x="396" y="0"/>
                  </a:moveTo>
                  <a:lnTo>
                    <a:pt x="11" y="157"/>
                  </a:lnTo>
                  <a:cubicBezTo>
                    <a:pt x="10" y="180"/>
                    <a:pt x="7" y="203"/>
                    <a:pt x="0" y="226"/>
                  </a:cubicBezTo>
                  <a:cubicBezTo>
                    <a:pt x="30" y="232"/>
                    <a:pt x="204" y="267"/>
                    <a:pt x="341" y="286"/>
                  </a:cubicBezTo>
                  <a:cubicBezTo>
                    <a:pt x="368" y="191"/>
                    <a:pt x="388" y="94"/>
                    <a:pt x="396"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3862;p72">
              <a:extLst>
                <a:ext uri="{FF2B5EF4-FFF2-40B4-BE49-F238E27FC236}">
                  <a16:creationId xmlns:a16="http://schemas.microsoft.com/office/drawing/2014/main" id="{3604EE8C-CD09-C3DD-0AF3-BFB34CEF526C}"/>
                </a:ext>
              </a:extLst>
            </p:cNvPr>
            <p:cNvSpPr/>
            <p:nvPr/>
          </p:nvSpPr>
          <p:spPr>
            <a:xfrm>
              <a:off x="1251368" y="4687193"/>
              <a:ext cx="17424" cy="29365"/>
            </a:xfrm>
            <a:custGeom>
              <a:avLst/>
              <a:gdLst/>
              <a:ahLst/>
              <a:cxnLst/>
              <a:rect l="l" t="t" r="r" b="b"/>
              <a:pathLst>
                <a:path w="340" h="573" extrusionOk="0">
                  <a:moveTo>
                    <a:pt x="299" y="0"/>
                  </a:moveTo>
                  <a:cubicBezTo>
                    <a:pt x="276" y="37"/>
                    <a:pt x="117" y="304"/>
                    <a:pt x="0" y="509"/>
                  </a:cubicBezTo>
                  <a:cubicBezTo>
                    <a:pt x="46" y="545"/>
                    <a:pt x="100" y="566"/>
                    <a:pt x="160" y="572"/>
                  </a:cubicBezTo>
                  <a:lnTo>
                    <a:pt x="339" y="13"/>
                  </a:lnTo>
                  <a:cubicBezTo>
                    <a:pt x="327" y="11"/>
                    <a:pt x="312" y="6"/>
                    <a:pt x="299"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3863;p72">
              <a:extLst>
                <a:ext uri="{FF2B5EF4-FFF2-40B4-BE49-F238E27FC236}">
                  <a16:creationId xmlns:a16="http://schemas.microsoft.com/office/drawing/2014/main" id="{07A91D1A-77B8-6103-40B4-1F0797372401}"/>
                </a:ext>
              </a:extLst>
            </p:cNvPr>
            <p:cNvSpPr/>
            <p:nvPr/>
          </p:nvSpPr>
          <p:spPr>
            <a:xfrm>
              <a:off x="1265564" y="4686475"/>
              <a:ext cx="10301" cy="29775"/>
            </a:xfrm>
            <a:custGeom>
              <a:avLst/>
              <a:gdLst/>
              <a:ahLst/>
              <a:cxnLst/>
              <a:rect l="l" t="t" r="r" b="b"/>
              <a:pathLst>
                <a:path w="201" h="581" extrusionOk="0">
                  <a:moveTo>
                    <a:pt x="165" y="1"/>
                  </a:moveTo>
                  <a:cubicBezTo>
                    <a:pt x="148" y="10"/>
                    <a:pt x="131" y="17"/>
                    <a:pt x="114" y="20"/>
                  </a:cubicBezTo>
                  <a:cubicBezTo>
                    <a:pt x="100" y="86"/>
                    <a:pt x="41" y="367"/>
                    <a:pt x="1" y="580"/>
                  </a:cubicBezTo>
                  <a:cubicBezTo>
                    <a:pt x="56" y="569"/>
                    <a:pt x="113" y="548"/>
                    <a:pt x="173" y="514"/>
                  </a:cubicBezTo>
                  <a:cubicBezTo>
                    <a:pt x="182" y="508"/>
                    <a:pt x="191" y="502"/>
                    <a:pt x="200" y="496"/>
                  </a:cubicBezTo>
                  <a:lnTo>
                    <a:pt x="165"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3864;p72">
              <a:extLst>
                <a:ext uri="{FF2B5EF4-FFF2-40B4-BE49-F238E27FC236}">
                  <a16:creationId xmlns:a16="http://schemas.microsoft.com/office/drawing/2014/main" id="{1660CE85-D508-BEC9-D985-FF3F1BDF96FA}"/>
                </a:ext>
              </a:extLst>
            </p:cNvPr>
            <p:cNvSpPr/>
            <p:nvPr/>
          </p:nvSpPr>
          <p:spPr>
            <a:xfrm>
              <a:off x="1277812" y="4680838"/>
              <a:ext cx="12812" cy="27315"/>
            </a:xfrm>
            <a:custGeom>
              <a:avLst/>
              <a:gdLst/>
              <a:ahLst/>
              <a:cxnLst/>
              <a:rect l="l" t="t" r="r" b="b"/>
              <a:pathLst>
                <a:path w="250" h="533" extrusionOk="0">
                  <a:moveTo>
                    <a:pt x="49" y="0"/>
                  </a:moveTo>
                  <a:cubicBezTo>
                    <a:pt x="35" y="20"/>
                    <a:pt x="18" y="39"/>
                    <a:pt x="1" y="54"/>
                  </a:cubicBezTo>
                  <a:cubicBezTo>
                    <a:pt x="9" y="112"/>
                    <a:pt x="35" y="354"/>
                    <a:pt x="62" y="532"/>
                  </a:cubicBezTo>
                  <a:cubicBezTo>
                    <a:pt x="128" y="474"/>
                    <a:pt x="191" y="405"/>
                    <a:pt x="249" y="327"/>
                  </a:cubicBezTo>
                  <a:lnTo>
                    <a:pt x="49"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3865;p72">
              <a:extLst>
                <a:ext uri="{FF2B5EF4-FFF2-40B4-BE49-F238E27FC236}">
                  <a16:creationId xmlns:a16="http://schemas.microsoft.com/office/drawing/2014/main" id="{62FF61CB-C880-502A-6899-54B99B93E98B}"/>
                </a:ext>
              </a:extLst>
            </p:cNvPr>
            <p:cNvSpPr/>
            <p:nvPr/>
          </p:nvSpPr>
          <p:spPr>
            <a:xfrm>
              <a:off x="1264898" y="4655778"/>
              <a:ext cx="19064" cy="27725"/>
            </a:xfrm>
            <a:custGeom>
              <a:avLst/>
              <a:gdLst/>
              <a:ahLst/>
              <a:cxnLst/>
              <a:rect l="l" t="t" r="r" b="b"/>
              <a:pathLst>
                <a:path w="372" h="541" extrusionOk="0">
                  <a:moveTo>
                    <a:pt x="260" y="0"/>
                  </a:moveTo>
                  <a:cubicBezTo>
                    <a:pt x="237" y="0"/>
                    <a:pt x="212" y="8"/>
                    <a:pt x="186" y="23"/>
                  </a:cubicBezTo>
                  <a:cubicBezTo>
                    <a:pt x="83" y="81"/>
                    <a:pt x="0" y="241"/>
                    <a:pt x="0" y="377"/>
                  </a:cubicBezTo>
                  <a:cubicBezTo>
                    <a:pt x="0" y="479"/>
                    <a:pt x="46" y="540"/>
                    <a:pt x="112" y="540"/>
                  </a:cubicBezTo>
                  <a:cubicBezTo>
                    <a:pt x="135" y="540"/>
                    <a:pt x="160" y="533"/>
                    <a:pt x="186" y="518"/>
                  </a:cubicBezTo>
                  <a:cubicBezTo>
                    <a:pt x="288" y="459"/>
                    <a:pt x="371" y="301"/>
                    <a:pt x="371" y="163"/>
                  </a:cubicBezTo>
                  <a:cubicBezTo>
                    <a:pt x="371" y="61"/>
                    <a:pt x="325" y="0"/>
                    <a:pt x="260"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3866;p72">
              <a:extLst>
                <a:ext uri="{FF2B5EF4-FFF2-40B4-BE49-F238E27FC236}">
                  <a16:creationId xmlns:a16="http://schemas.microsoft.com/office/drawing/2014/main" id="{5C8F9355-A7DF-B163-7012-61ECD6F154C9}"/>
                </a:ext>
              </a:extLst>
            </p:cNvPr>
            <p:cNvSpPr/>
            <p:nvPr/>
          </p:nvSpPr>
          <p:spPr>
            <a:xfrm>
              <a:off x="1270689" y="4662748"/>
              <a:ext cx="10250" cy="14964"/>
            </a:xfrm>
            <a:custGeom>
              <a:avLst/>
              <a:gdLst/>
              <a:ahLst/>
              <a:cxnLst/>
              <a:rect l="l" t="t" r="r" b="b"/>
              <a:pathLst>
                <a:path w="200" h="292" extrusionOk="0">
                  <a:moveTo>
                    <a:pt x="140" y="1"/>
                  </a:moveTo>
                  <a:cubicBezTo>
                    <a:pt x="128" y="1"/>
                    <a:pt x="114" y="5"/>
                    <a:pt x="100" y="13"/>
                  </a:cubicBezTo>
                  <a:cubicBezTo>
                    <a:pt x="45" y="45"/>
                    <a:pt x="0" y="131"/>
                    <a:pt x="0" y="204"/>
                  </a:cubicBezTo>
                  <a:cubicBezTo>
                    <a:pt x="0" y="259"/>
                    <a:pt x="25" y="292"/>
                    <a:pt x="60" y="292"/>
                  </a:cubicBezTo>
                  <a:cubicBezTo>
                    <a:pt x="72" y="292"/>
                    <a:pt x="86" y="288"/>
                    <a:pt x="100" y="280"/>
                  </a:cubicBezTo>
                  <a:cubicBezTo>
                    <a:pt x="155" y="247"/>
                    <a:pt x="200" y="162"/>
                    <a:pt x="200" y="88"/>
                  </a:cubicBezTo>
                  <a:cubicBezTo>
                    <a:pt x="200" y="33"/>
                    <a:pt x="175" y="1"/>
                    <a:pt x="140"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3867;p72">
              <a:extLst>
                <a:ext uri="{FF2B5EF4-FFF2-40B4-BE49-F238E27FC236}">
                  <a16:creationId xmlns:a16="http://schemas.microsoft.com/office/drawing/2014/main" id="{D84BC6D4-B0CC-DDC5-09F7-A7BE413FCE65}"/>
                </a:ext>
              </a:extLst>
            </p:cNvPr>
            <p:cNvSpPr/>
            <p:nvPr/>
          </p:nvSpPr>
          <p:spPr>
            <a:xfrm>
              <a:off x="1546605" y="4392007"/>
              <a:ext cx="107722" cy="141392"/>
            </a:xfrm>
            <a:custGeom>
              <a:avLst/>
              <a:gdLst/>
              <a:ahLst/>
              <a:cxnLst/>
              <a:rect l="l" t="t" r="r" b="b"/>
              <a:pathLst>
                <a:path w="2102" h="2759" extrusionOk="0">
                  <a:moveTo>
                    <a:pt x="1240" y="0"/>
                  </a:moveTo>
                  <a:cubicBezTo>
                    <a:pt x="1126" y="0"/>
                    <a:pt x="984" y="36"/>
                    <a:pt x="862" y="106"/>
                  </a:cubicBezTo>
                  <a:cubicBezTo>
                    <a:pt x="387" y="381"/>
                    <a:pt x="1" y="1120"/>
                    <a:pt x="1" y="1754"/>
                  </a:cubicBezTo>
                  <a:cubicBezTo>
                    <a:pt x="1" y="1894"/>
                    <a:pt x="19" y="2015"/>
                    <a:pt x="53" y="2119"/>
                  </a:cubicBezTo>
                  <a:cubicBezTo>
                    <a:pt x="64" y="2151"/>
                    <a:pt x="99" y="2240"/>
                    <a:pt x="124" y="2285"/>
                  </a:cubicBezTo>
                  <a:cubicBezTo>
                    <a:pt x="179" y="2384"/>
                    <a:pt x="300" y="2565"/>
                    <a:pt x="499" y="2674"/>
                  </a:cubicBezTo>
                  <a:cubicBezTo>
                    <a:pt x="616" y="2739"/>
                    <a:pt x="732" y="2759"/>
                    <a:pt x="832" y="2759"/>
                  </a:cubicBezTo>
                  <a:cubicBezTo>
                    <a:pt x="1006" y="2759"/>
                    <a:pt x="1132" y="2697"/>
                    <a:pt x="1132" y="2697"/>
                  </a:cubicBezTo>
                  <a:lnTo>
                    <a:pt x="2101" y="706"/>
                  </a:lnTo>
                  <a:cubicBezTo>
                    <a:pt x="2101" y="706"/>
                    <a:pt x="2064" y="324"/>
                    <a:pt x="1793" y="155"/>
                  </a:cubicBezTo>
                  <a:cubicBezTo>
                    <a:pt x="1557" y="10"/>
                    <a:pt x="1330" y="0"/>
                    <a:pt x="1240"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3868;p72">
              <a:extLst>
                <a:ext uri="{FF2B5EF4-FFF2-40B4-BE49-F238E27FC236}">
                  <a16:creationId xmlns:a16="http://schemas.microsoft.com/office/drawing/2014/main" id="{926000C9-9659-F9E0-CBD5-800FA4D8F28D}"/>
                </a:ext>
              </a:extLst>
            </p:cNvPr>
            <p:cNvSpPr/>
            <p:nvPr/>
          </p:nvSpPr>
          <p:spPr>
            <a:xfrm>
              <a:off x="1567309" y="4403641"/>
              <a:ext cx="88504" cy="128631"/>
            </a:xfrm>
            <a:custGeom>
              <a:avLst/>
              <a:gdLst/>
              <a:ahLst/>
              <a:cxnLst/>
              <a:rect l="l" t="t" r="r" b="b"/>
              <a:pathLst>
                <a:path w="1727" h="2510" extrusionOk="0">
                  <a:moveTo>
                    <a:pt x="1206" y="1"/>
                  </a:moveTo>
                  <a:cubicBezTo>
                    <a:pt x="1101" y="1"/>
                    <a:pt x="985" y="34"/>
                    <a:pt x="863" y="105"/>
                  </a:cubicBezTo>
                  <a:cubicBezTo>
                    <a:pt x="386" y="379"/>
                    <a:pt x="0" y="1118"/>
                    <a:pt x="0" y="1753"/>
                  </a:cubicBezTo>
                  <a:cubicBezTo>
                    <a:pt x="0" y="2226"/>
                    <a:pt x="214" y="2510"/>
                    <a:pt x="520" y="2510"/>
                  </a:cubicBezTo>
                  <a:cubicBezTo>
                    <a:pt x="625" y="2510"/>
                    <a:pt x="741" y="2476"/>
                    <a:pt x="863" y="2406"/>
                  </a:cubicBezTo>
                  <a:cubicBezTo>
                    <a:pt x="1340" y="2131"/>
                    <a:pt x="1726" y="1392"/>
                    <a:pt x="1726" y="756"/>
                  </a:cubicBezTo>
                  <a:cubicBezTo>
                    <a:pt x="1726" y="284"/>
                    <a:pt x="1512" y="1"/>
                    <a:pt x="1206"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3869;p72">
              <a:extLst>
                <a:ext uri="{FF2B5EF4-FFF2-40B4-BE49-F238E27FC236}">
                  <a16:creationId xmlns:a16="http://schemas.microsoft.com/office/drawing/2014/main" id="{15271775-2FCF-EF9E-DC39-895A16DFDDAD}"/>
                </a:ext>
              </a:extLst>
            </p:cNvPr>
            <p:cNvSpPr/>
            <p:nvPr/>
          </p:nvSpPr>
          <p:spPr>
            <a:xfrm>
              <a:off x="1577251" y="4417119"/>
              <a:ext cx="70004" cy="101675"/>
            </a:xfrm>
            <a:custGeom>
              <a:avLst/>
              <a:gdLst/>
              <a:ahLst/>
              <a:cxnLst/>
              <a:rect l="l" t="t" r="r" b="b"/>
              <a:pathLst>
                <a:path w="1366" h="1984" extrusionOk="0">
                  <a:moveTo>
                    <a:pt x="954" y="0"/>
                  </a:moveTo>
                  <a:cubicBezTo>
                    <a:pt x="871" y="0"/>
                    <a:pt x="779" y="27"/>
                    <a:pt x="683" y="82"/>
                  </a:cubicBezTo>
                  <a:cubicBezTo>
                    <a:pt x="306" y="300"/>
                    <a:pt x="1" y="884"/>
                    <a:pt x="1" y="1385"/>
                  </a:cubicBezTo>
                  <a:cubicBezTo>
                    <a:pt x="1" y="1760"/>
                    <a:pt x="170" y="1984"/>
                    <a:pt x="412" y="1984"/>
                  </a:cubicBezTo>
                  <a:cubicBezTo>
                    <a:pt x="495" y="1984"/>
                    <a:pt x="587" y="1958"/>
                    <a:pt x="683" y="1902"/>
                  </a:cubicBezTo>
                  <a:cubicBezTo>
                    <a:pt x="1060" y="1684"/>
                    <a:pt x="1365" y="1100"/>
                    <a:pt x="1365" y="597"/>
                  </a:cubicBezTo>
                  <a:cubicBezTo>
                    <a:pt x="1365" y="224"/>
                    <a:pt x="1196" y="0"/>
                    <a:pt x="954"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3870;p72">
              <a:extLst>
                <a:ext uri="{FF2B5EF4-FFF2-40B4-BE49-F238E27FC236}">
                  <a16:creationId xmlns:a16="http://schemas.microsoft.com/office/drawing/2014/main" id="{8B71F89B-7A06-ACEA-2E9F-558D4ECAC3D8}"/>
                </a:ext>
              </a:extLst>
            </p:cNvPr>
            <p:cNvSpPr/>
            <p:nvPr/>
          </p:nvSpPr>
          <p:spPr>
            <a:xfrm>
              <a:off x="1575304" y="4412609"/>
              <a:ext cx="73899" cy="107415"/>
            </a:xfrm>
            <a:custGeom>
              <a:avLst/>
              <a:gdLst/>
              <a:ahLst/>
              <a:cxnLst/>
              <a:rect l="l" t="t" r="r" b="b"/>
              <a:pathLst>
                <a:path w="1442" h="2096" extrusionOk="0">
                  <a:moveTo>
                    <a:pt x="1007" y="1"/>
                  </a:moveTo>
                  <a:cubicBezTo>
                    <a:pt x="919" y="1"/>
                    <a:pt x="823" y="29"/>
                    <a:pt x="721" y="87"/>
                  </a:cubicBezTo>
                  <a:cubicBezTo>
                    <a:pt x="322" y="317"/>
                    <a:pt x="0" y="934"/>
                    <a:pt x="0" y="1464"/>
                  </a:cubicBezTo>
                  <a:cubicBezTo>
                    <a:pt x="0" y="1859"/>
                    <a:pt x="179" y="2095"/>
                    <a:pt x="434" y="2095"/>
                  </a:cubicBezTo>
                  <a:cubicBezTo>
                    <a:pt x="522" y="2095"/>
                    <a:pt x="619" y="2067"/>
                    <a:pt x="721" y="2008"/>
                  </a:cubicBezTo>
                  <a:cubicBezTo>
                    <a:pt x="1118" y="1778"/>
                    <a:pt x="1442" y="1162"/>
                    <a:pt x="1442" y="632"/>
                  </a:cubicBezTo>
                  <a:cubicBezTo>
                    <a:pt x="1442" y="237"/>
                    <a:pt x="1262" y="1"/>
                    <a:pt x="100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3871;p72">
              <a:extLst>
                <a:ext uri="{FF2B5EF4-FFF2-40B4-BE49-F238E27FC236}">
                  <a16:creationId xmlns:a16="http://schemas.microsoft.com/office/drawing/2014/main" id="{F77171EF-4022-AE0B-B197-073F20971028}"/>
                </a:ext>
              </a:extLst>
            </p:cNvPr>
            <p:cNvSpPr/>
            <p:nvPr/>
          </p:nvSpPr>
          <p:spPr>
            <a:xfrm>
              <a:off x="1590217" y="4434799"/>
              <a:ext cx="15221" cy="24804"/>
            </a:xfrm>
            <a:custGeom>
              <a:avLst/>
              <a:gdLst/>
              <a:ahLst/>
              <a:cxnLst/>
              <a:rect l="l" t="t" r="r" b="b"/>
              <a:pathLst>
                <a:path w="297" h="484" extrusionOk="0">
                  <a:moveTo>
                    <a:pt x="168" y="1"/>
                  </a:moveTo>
                  <a:cubicBezTo>
                    <a:pt x="107" y="73"/>
                    <a:pt x="50" y="156"/>
                    <a:pt x="1" y="245"/>
                  </a:cubicBezTo>
                  <a:lnTo>
                    <a:pt x="257" y="484"/>
                  </a:lnTo>
                  <a:cubicBezTo>
                    <a:pt x="269" y="461"/>
                    <a:pt x="283" y="439"/>
                    <a:pt x="297" y="418"/>
                  </a:cubicBezTo>
                  <a:cubicBezTo>
                    <a:pt x="281" y="364"/>
                    <a:pt x="220" y="153"/>
                    <a:pt x="168"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3872;p72">
              <a:extLst>
                <a:ext uri="{FF2B5EF4-FFF2-40B4-BE49-F238E27FC236}">
                  <a16:creationId xmlns:a16="http://schemas.microsoft.com/office/drawing/2014/main" id="{9C2E04D9-F174-5437-6DA6-6117CAD80112}"/>
                </a:ext>
              </a:extLst>
            </p:cNvPr>
            <p:cNvSpPr/>
            <p:nvPr/>
          </p:nvSpPr>
          <p:spPr>
            <a:xfrm>
              <a:off x="1581966" y="4454017"/>
              <a:ext cx="19628" cy="14657"/>
            </a:xfrm>
            <a:custGeom>
              <a:avLst/>
              <a:gdLst/>
              <a:ahLst/>
              <a:cxnLst/>
              <a:rect l="l" t="t" r="r" b="b"/>
              <a:pathLst>
                <a:path w="383" h="286" extrusionOk="0">
                  <a:moveTo>
                    <a:pt x="97" y="0"/>
                  </a:moveTo>
                  <a:cubicBezTo>
                    <a:pt x="56" y="92"/>
                    <a:pt x="24" y="189"/>
                    <a:pt x="1" y="285"/>
                  </a:cubicBezTo>
                  <a:lnTo>
                    <a:pt x="360" y="262"/>
                  </a:lnTo>
                  <a:lnTo>
                    <a:pt x="364" y="251"/>
                  </a:lnTo>
                  <a:cubicBezTo>
                    <a:pt x="369" y="232"/>
                    <a:pt x="375" y="212"/>
                    <a:pt x="383" y="192"/>
                  </a:cubicBezTo>
                  <a:cubicBezTo>
                    <a:pt x="364" y="179"/>
                    <a:pt x="215" y="72"/>
                    <a:pt x="97"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3873;p72">
              <a:extLst>
                <a:ext uri="{FF2B5EF4-FFF2-40B4-BE49-F238E27FC236}">
                  <a16:creationId xmlns:a16="http://schemas.microsoft.com/office/drawing/2014/main" id="{8A23CA91-3577-BB73-0C63-48A3F65B2D1E}"/>
                </a:ext>
              </a:extLst>
            </p:cNvPr>
            <p:cNvSpPr/>
            <p:nvPr/>
          </p:nvSpPr>
          <p:spPr>
            <a:xfrm>
              <a:off x="1579865" y="4471338"/>
              <a:ext cx="19987" cy="20345"/>
            </a:xfrm>
            <a:custGeom>
              <a:avLst/>
              <a:gdLst/>
              <a:ahLst/>
              <a:cxnLst/>
              <a:rect l="l" t="t" r="r" b="b"/>
              <a:pathLst>
                <a:path w="390" h="397" extrusionOk="0">
                  <a:moveTo>
                    <a:pt x="390" y="1"/>
                  </a:moveTo>
                  <a:lnTo>
                    <a:pt x="390" y="1"/>
                  </a:lnTo>
                  <a:cubicBezTo>
                    <a:pt x="350" y="13"/>
                    <a:pt x="157" y="74"/>
                    <a:pt x="10" y="130"/>
                  </a:cubicBezTo>
                  <a:cubicBezTo>
                    <a:pt x="3" y="176"/>
                    <a:pt x="0" y="222"/>
                    <a:pt x="0" y="266"/>
                  </a:cubicBezTo>
                  <a:cubicBezTo>
                    <a:pt x="0" y="312"/>
                    <a:pt x="3" y="355"/>
                    <a:pt x="10" y="396"/>
                  </a:cubicBezTo>
                  <a:lnTo>
                    <a:pt x="390" y="70"/>
                  </a:lnTo>
                  <a:cubicBezTo>
                    <a:pt x="388" y="61"/>
                    <a:pt x="387" y="53"/>
                    <a:pt x="387" y="44"/>
                  </a:cubicBezTo>
                  <a:cubicBezTo>
                    <a:pt x="387" y="30"/>
                    <a:pt x="388" y="16"/>
                    <a:pt x="390"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3874;p72">
              <a:extLst>
                <a:ext uri="{FF2B5EF4-FFF2-40B4-BE49-F238E27FC236}">
                  <a16:creationId xmlns:a16="http://schemas.microsoft.com/office/drawing/2014/main" id="{DF3D2473-3696-30E4-7716-012A043D48A4}"/>
                </a:ext>
              </a:extLst>
            </p:cNvPr>
            <p:cNvSpPr/>
            <p:nvPr/>
          </p:nvSpPr>
          <p:spPr>
            <a:xfrm>
              <a:off x="1581505" y="4479436"/>
              <a:ext cx="20499" cy="27622"/>
            </a:xfrm>
            <a:custGeom>
              <a:avLst/>
              <a:gdLst/>
              <a:ahLst/>
              <a:cxnLst/>
              <a:rect l="l" t="t" r="r" b="b"/>
              <a:pathLst>
                <a:path w="400" h="539" extrusionOk="0">
                  <a:moveTo>
                    <a:pt x="375" y="1"/>
                  </a:moveTo>
                  <a:cubicBezTo>
                    <a:pt x="329" y="44"/>
                    <a:pt x="142" y="217"/>
                    <a:pt x="1" y="355"/>
                  </a:cubicBezTo>
                  <a:cubicBezTo>
                    <a:pt x="22" y="429"/>
                    <a:pt x="54" y="490"/>
                    <a:pt x="94" y="539"/>
                  </a:cubicBezTo>
                  <a:lnTo>
                    <a:pt x="399" y="47"/>
                  </a:lnTo>
                  <a:cubicBezTo>
                    <a:pt x="390" y="33"/>
                    <a:pt x="381" y="18"/>
                    <a:pt x="375"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3875;p72">
              <a:extLst>
                <a:ext uri="{FF2B5EF4-FFF2-40B4-BE49-F238E27FC236}">
                  <a16:creationId xmlns:a16="http://schemas.microsoft.com/office/drawing/2014/main" id="{27206C92-EC24-9333-14F8-ACB199A45F43}"/>
                </a:ext>
              </a:extLst>
            </p:cNvPr>
            <p:cNvSpPr/>
            <p:nvPr/>
          </p:nvSpPr>
          <p:spPr>
            <a:xfrm>
              <a:off x="1623835" y="4433313"/>
              <a:ext cx="20755" cy="23010"/>
            </a:xfrm>
            <a:custGeom>
              <a:avLst/>
              <a:gdLst/>
              <a:ahLst/>
              <a:cxnLst/>
              <a:rect l="l" t="t" r="r" b="b"/>
              <a:pathLst>
                <a:path w="405" h="449" extrusionOk="0">
                  <a:moveTo>
                    <a:pt x="363" y="1"/>
                  </a:moveTo>
                  <a:lnTo>
                    <a:pt x="1" y="393"/>
                  </a:lnTo>
                  <a:cubicBezTo>
                    <a:pt x="7" y="410"/>
                    <a:pt x="12" y="429"/>
                    <a:pt x="15" y="448"/>
                  </a:cubicBezTo>
                  <a:cubicBezTo>
                    <a:pt x="50" y="430"/>
                    <a:pt x="251" y="324"/>
                    <a:pt x="404" y="235"/>
                  </a:cubicBezTo>
                  <a:cubicBezTo>
                    <a:pt x="400" y="146"/>
                    <a:pt x="386" y="68"/>
                    <a:pt x="363"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3876;p72">
              <a:extLst>
                <a:ext uri="{FF2B5EF4-FFF2-40B4-BE49-F238E27FC236}">
                  <a16:creationId xmlns:a16="http://schemas.microsoft.com/office/drawing/2014/main" id="{1502BB0E-9611-AA9E-AA09-8673420B7224}"/>
                </a:ext>
              </a:extLst>
            </p:cNvPr>
            <p:cNvSpPr/>
            <p:nvPr/>
          </p:nvSpPr>
          <p:spPr>
            <a:xfrm>
              <a:off x="1620658" y="4421321"/>
              <a:ext cx="19218" cy="29365"/>
            </a:xfrm>
            <a:custGeom>
              <a:avLst/>
              <a:gdLst/>
              <a:ahLst/>
              <a:cxnLst/>
              <a:rect l="l" t="t" r="r" b="b"/>
              <a:pathLst>
                <a:path w="375" h="573" extrusionOk="0">
                  <a:moveTo>
                    <a:pt x="244" y="0"/>
                  </a:moveTo>
                  <a:lnTo>
                    <a:pt x="0" y="541"/>
                  </a:lnTo>
                  <a:cubicBezTo>
                    <a:pt x="12" y="549"/>
                    <a:pt x="23" y="560"/>
                    <a:pt x="34" y="572"/>
                  </a:cubicBezTo>
                  <a:cubicBezTo>
                    <a:pt x="69" y="526"/>
                    <a:pt x="244" y="304"/>
                    <a:pt x="374" y="127"/>
                  </a:cubicBezTo>
                  <a:cubicBezTo>
                    <a:pt x="339" y="72"/>
                    <a:pt x="296" y="29"/>
                    <a:pt x="244"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3877;p72">
              <a:extLst>
                <a:ext uri="{FF2B5EF4-FFF2-40B4-BE49-F238E27FC236}">
                  <a16:creationId xmlns:a16="http://schemas.microsoft.com/office/drawing/2014/main" id="{83A72679-BC01-525A-7A49-ACFF34C0D112}"/>
                </a:ext>
              </a:extLst>
            </p:cNvPr>
            <p:cNvSpPr/>
            <p:nvPr/>
          </p:nvSpPr>
          <p:spPr>
            <a:xfrm>
              <a:off x="1615277" y="4419271"/>
              <a:ext cx="12812" cy="29109"/>
            </a:xfrm>
            <a:custGeom>
              <a:avLst/>
              <a:gdLst/>
              <a:ahLst/>
              <a:cxnLst/>
              <a:rect l="l" t="t" r="r" b="b"/>
              <a:pathLst>
                <a:path w="250" h="568" extrusionOk="0">
                  <a:moveTo>
                    <a:pt x="192" y="1"/>
                  </a:moveTo>
                  <a:cubicBezTo>
                    <a:pt x="150" y="1"/>
                    <a:pt x="105" y="8"/>
                    <a:pt x="59" y="23"/>
                  </a:cubicBezTo>
                  <a:lnTo>
                    <a:pt x="1" y="568"/>
                  </a:lnTo>
                  <a:cubicBezTo>
                    <a:pt x="12" y="565"/>
                    <a:pt x="24" y="564"/>
                    <a:pt x="34" y="564"/>
                  </a:cubicBezTo>
                  <a:cubicBezTo>
                    <a:pt x="40" y="564"/>
                    <a:pt x="46" y="564"/>
                    <a:pt x="51" y="565"/>
                  </a:cubicBezTo>
                  <a:cubicBezTo>
                    <a:pt x="79" y="488"/>
                    <a:pt x="179" y="213"/>
                    <a:pt x="249" y="5"/>
                  </a:cubicBezTo>
                  <a:cubicBezTo>
                    <a:pt x="231" y="2"/>
                    <a:pt x="212" y="1"/>
                    <a:pt x="192"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3878;p72">
              <a:extLst>
                <a:ext uri="{FF2B5EF4-FFF2-40B4-BE49-F238E27FC236}">
                  <a16:creationId xmlns:a16="http://schemas.microsoft.com/office/drawing/2014/main" id="{C53428C9-A910-563F-3913-45F6B799BE26}"/>
                </a:ext>
              </a:extLst>
            </p:cNvPr>
            <p:cNvSpPr/>
            <p:nvPr/>
          </p:nvSpPr>
          <p:spPr>
            <a:xfrm>
              <a:off x="1602875" y="4422705"/>
              <a:ext cx="10250" cy="29621"/>
            </a:xfrm>
            <a:custGeom>
              <a:avLst/>
              <a:gdLst/>
              <a:ahLst/>
              <a:cxnLst/>
              <a:rect l="l" t="t" r="r" b="b"/>
              <a:pathLst>
                <a:path w="200" h="578" extrusionOk="0">
                  <a:moveTo>
                    <a:pt x="200" y="1"/>
                  </a:moveTo>
                  <a:lnTo>
                    <a:pt x="200" y="1"/>
                  </a:lnTo>
                  <a:cubicBezTo>
                    <a:pt x="194" y="4"/>
                    <a:pt x="189" y="5"/>
                    <a:pt x="183" y="9"/>
                  </a:cubicBezTo>
                  <a:cubicBezTo>
                    <a:pt x="120" y="45"/>
                    <a:pt x="59" y="93"/>
                    <a:pt x="1" y="150"/>
                  </a:cubicBezTo>
                  <a:lnTo>
                    <a:pt x="116" y="577"/>
                  </a:lnTo>
                  <a:cubicBezTo>
                    <a:pt x="132" y="560"/>
                    <a:pt x="149" y="547"/>
                    <a:pt x="168" y="536"/>
                  </a:cubicBezTo>
                  <a:cubicBezTo>
                    <a:pt x="172" y="464"/>
                    <a:pt x="192" y="197"/>
                    <a:pt x="200"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3879;p72">
              <a:extLst>
                <a:ext uri="{FF2B5EF4-FFF2-40B4-BE49-F238E27FC236}">
                  <a16:creationId xmlns:a16="http://schemas.microsoft.com/office/drawing/2014/main" id="{CC6BB80A-3A6E-1345-D511-8BC7EFDEA4AD}"/>
                </a:ext>
              </a:extLst>
            </p:cNvPr>
            <p:cNvSpPr/>
            <p:nvPr/>
          </p:nvSpPr>
          <p:spPr>
            <a:xfrm>
              <a:off x="1621119" y="4469135"/>
              <a:ext cx="18039" cy="19884"/>
            </a:xfrm>
            <a:custGeom>
              <a:avLst/>
              <a:gdLst/>
              <a:ahLst/>
              <a:cxnLst/>
              <a:rect l="l" t="t" r="r" b="b"/>
              <a:pathLst>
                <a:path w="352" h="388" extrusionOk="0">
                  <a:moveTo>
                    <a:pt x="32" y="1"/>
                  </a:moveTo>
                  <a:cubicBezTo>
                    <a:pt x="23" y="27"/>
                    <a:pt x="13" y="50"/>
                    <a:pt x="0" y="75"/>
                  </a:cubicBezTo>
                  <a:cubicBezTo>
                    <a:pt x="28" y="116"/>
                    <a:pt x="131" y="275"/>
                    <a:pt x="213" y="387"/>
                  </a:cubicBezTo>
                  <a:cubicBezTo>
                    <a:pt x="267" y="301"/>
                    <a:pt x="313" y="209"/>
                    <a:pt x="351" y="113"/>
                  </a:cubicBezTo>
                  <a:lnTo>
                    <a:pt x="32"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3880;p72">
              <a:extLst>
                <a:ext uri="{FF2B5EF4-FFF2-40B4-BE49-F238E27FC236}">
                  <a16:creationId xmlns:a16="http://schemas.microsoft.com/office/drawing/2014/main" id="{39CE6733-D56C-5553-72FA-F7C0C64C2AC4}"/>
                </a:ext>
              </a:extLst>
            </p:cNvPr>
            <p:cNvSpPr/>
            <p:nvPr/>
          </p:nvSpPr>
          <p:spPr>
            <a:xfrm>
              <a:off x="1624091" y="4453197"/>
              <a:ext cx="20243" cy="14657"/>
            </a:xfrm>
            <a:custGeom>
              <a:avLst/>
              <a:gdLst/>
              <a:ahLst/>
              <a:cxnLst/>
              <a:rect l="l" t="t" r="r" b="b"/>
              <a:pathLst>
                <a:path w="395" h="286" extrusionOk="0">
                  <a:moveTo>
                    <a:pt x="395" y="1"/>
                  </a:moveTo>
                  <a:lnTo>
                    <a:pt x="11" y="157"/>
                  </a:lnTo>
                  <a:cubicBezTo>
                    <a:pt x="8" y="180"/>
                    <a:pt x="5" y="203"/>
                    <a:pt x="1" y="228"/>
                  </a:cubicBezTo>
                  <a:cubicBezTo>
                    <a:pt x="28" y="232"/>
                    <a:pt x="203" y="269"/>
                    <a:pt x="339" y="286"/>
                  </a:cubicBezTo>
                  <a:cubicBezTo>
                    <a:pt x="367" y="191"/>
                    <a:pt x="387" y="96"/>
                    <a:pt x="395"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3881;p72">
              <a:extLst>
                <a:ext uri="{FF2B5EF4-FFF2-40B4-BE49-F238E27FC236}">
                  <a16:creationId xmlns:a16="http://schemas.microsoft.com/office/drawing/2014/main" id="{29543B65-01AA-E6F7-0174-5ECC17F821AD}"/>
                </a:ext>
              </a:extLst>
            </p:cNvPr>
            <p:cNvSpPr/>
            <p:nvPr/>
          </p:nvSpPr>
          <p:spPr>
            <a:xfrm>
              <a:off x="1589192" y="4483843"/>
              <a:ext cx="17527" cy="29365"/>
            </a:xfrm>
            <a:custGeom>
              <a:avLst/>
              <a:gdLst/>
              <a:ahLst/>
              <a:cxnLst/>
              <a:rect l="l" t="t" r="r" b="b"/>
              <a:pathLst>
                <a:path w="342" h="573" extrusionOk="0">
                  <a:moveTo>
                    <a:pt x="300" y="1"/>
                  </a:moveTo>
                  <a:cubicBezTo>
                    <a:pt x="278" y="39"/>
                    <a:pt x="117" y="304"/>
                    <a:pt x="1" y="510"/>
                  </a:cubicBezTo>
                  <a:cubicBezTo>
                    <a:pt x="47" y="545"/>
                    <a:pt x="102" y="566"/>
                    <a:pt x="160" y="572"/>
                  </a:cubicBezTo>
                  <a:lnTo>
                    <a:pt x="341" y="13"/>
                  </a:lnTo>
                  <a:cubicBezTo>
                    <a:pt x="327" y="11"/>
                    <a:pt x="312" y="7"/>
                    <a:pt x="300"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3882;p72">
              <a:extLst>
                <a:ext uri="{FF2B5EF4-FFF2-40B4-BE49-F238E27FC236}">
                  <a16:creationId xmlns:a16="http://schemas.microsoft.com/office/drawing/2014/main" id="{49595165-8E7D-D43F-BFCA-ADB6DB0623FD}"/>
                </a:ext>
              </a:extLst>
            </p:cNvPr>
            <p:cNvSpPr/>
            <p:nvPr/>
          </p:nvSpPr>
          <p:spPr>
            <a:xfrm>
              <a:off x="1603438" y="4483125"/>
              <a:ext cx="10250" cy="29775"/>
            </a:xfrm>
            <a:custGeom>
              <a:avLst/>
              <a:gdLst/>
              <a:ahLst/>
              <a:cxnLst/>
              <a:rect l="l" t="t" r="r" b="b"/>
              <a:pathLst>
                <a:path w="200" h="581" extrusionOk="0">
                  <a:moveTo>
                    <a:pt x="166" y="1"/>
                  </a:moveTo>
                  <a:cubicBezTo>
                    <a:pt x="148" y="12"/>
                    <a:pt x="131" y="18"/>
                    <a:pt x="114" y="22"/>
                  </a:cubicBezTo>
                  <a:cubicBezTo>
                    <a:pt x="100" y="87"/>
                    <a:pt x="40" y="367"/>
                    <a:pt x="0" y="580"/>
                  </a:cubicBezTo>
                  <a:cubicBezTo>
                    <a:pt x="56" y="570"/>
                    <a:pt x="112" y="548"/>
                    <a:pt x="172" y="514"/>
                  </a:cubicBezTo>
                  <a:cubicBezTo>
                    <a:pt x="181" y="508"/>
                    <a:pt x="190" y="502"/>
                    <a:pt x="200" y="496"/>
                  </a:cubicBezTo>
                  <a:lnTo>
                    <a:pt x="166"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3883;p72">
              <a:extLst>
                <a:ext uri="{FF2B5EF4-FFF2-40B4-BE49-F238E27FC236}">
                  <a16:creationId xmlns:a16="http://schemas.microsoft.com/office/drawing/2014/main" id="{734CCC9B-D24E-C818-092E-FB36EC93735D}"/>
                </a:ext>
              </a:extLst>
            </p:cNvPr>
            <p:cNvSpPr/>
            <p:nvPr/>
          </p:nvSpPr>
          <p:spPr>
            <a:xfrm>
              <a:off x="1615789" y="4477488"/>
              <a:ext cx="12658" cy="27315"/>
            </a:xfrm>
            <a:custGeom>
              <a:avLst/>
              <a:gdLst/>
              <a:ahLst/>
              <a:cxnLst/>
              <a:rect l="l" t="t" r="r" b="b"/>
              <a:pathLst>
                <a:path w="247" h="533" extrusionOk="0">
                  <a:moveTo>
                    <a:pt x="48" y="0"/>
                  </a:moveTo>
                  <a:cubicBezTo>
                    <a:pt x="32" y="20"/>
                    <a:pt x="15" y="39"/>
                    <a:pt x="0" y="54"/>
                  </a:cubicBezTo>
                  <a:cubicBezTo>
                    <a:pt x="6" y="112"/>
                    <a:pt x="34" y="355"/>
                    <a:pt x="60" y="532"/>
                  </a:cubicBezTo>
                  <a:cubicBezTo>
                    <a:pt x="127" y="474"/>
                    <a:pt x="190" y="405"/>
                    <a:pt x="247" y="329"/>
                  </a:cubicBezTo>
                  <a:lnTo>
                    <a:pt x="48"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3884;p72">
              <a:extLst>
                <a:ext uri="{FF2B5EF4-FFF2-40B4-BE49-F238E27FC236}">
                  <a16:creationId xmlns:a16="http://schemas.microsoft.com/office/drawing/2014/main" id="{A2950C2D-EEFD-28D8-D2F8-6ADF8AC3E419}"/>
                </a:ext>
              </a:extLst>
            </p:cNvPr>
            <p:cNvSpPr/>
            <p:nvPr/>
          </p:nvSpPr>
          <p:spPr>
            <a:xfrm>
              <a:off x="1602721" y="4452428"/>
              <a:ext cx="19064" cy="27776"/>
            </a:xfrm>
            <a:custGeom>
              <a:avLst/>
              <a:gdLst/>
              <a:ahLst/>
              <a:cxnLst/>
              <a:rect l="l" t="t" r="r" b="b"/>
              <a:pathLst>
                <a:path w="372" h="542" extrusionOk="0">
                  <a:moveTo>
                    <a:pt x="260" y="1"/>
                  </a:moveTo>
                  <a:cubicBezTo>
                    <a:pt x="237" y="1"/>
                    <a:pt x="212" y="8"/>
                    <a:pt x="186" y="23"/>
                  </a:cubicBezTo>
                  <a:cubicBezTo>
                    <a:pt x="83" y="83"/>
                    <a:pt x="1" y="241"/>
                    <a:pt x="1" y="378"/>
                  </a:cubicBezTo>
                  <a:cubicBezTo>
                    <a:pt x="1" y="480"/>
                    <a:pt x="46" y="541"/>
                    <a:pt x="112" y="541"/>
                  </a:cubicBezTo>
                  <a:cubicBezTo>
                    <a:pt x="135" y="541"/>
                    <a:pt x="160" y="534"/>
                    <a:pt x="186" y="519"/>
                  </a:cubicBezTo>
                  <a:cubicBezTo>
                    <a:pt x="289" y="459"/>
                    <a:pt x="372" y="301"/>
                    <a:pt x="372" y="164"/>
                  </a:cubicBezTo>
                  <a:cubicBezTo>
                    <a:pt x="372" y="62"/>
                    <a:pt x="326" y="1"/>
                    <a:pt x="260"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3885;p72">
              <a:extLst>
                <a:ext uri="{FF2B5EF4-FFF2-40B4-BE49-F238E27FC236}">
                  <a16:creationId xmlns:a16="http://schemas.microsoft.com/office/drawing/2014/main" id="{C656177B-D93C-E481-2BCD-784CF60C7EC5}"/>
                </a:ext>
              </a:extLst>
            </p:cNvPr>
            <p:cNvSpPr/>
            <p:nvPr/>
          </p:nvSpPr>
          <p:spPr>
            <a:xfrm>
              <a:off x="1608512" y="4459449"/>
              <a:ext cx="10352" cy="14964"/>
            </a:xfrm>
            <a:custGeom>
              <a:avLst/>
              <a:gdLst/>
              <a:ahLst/>
              <a:cxnLst/>
              <a:rect l="l" t="t" r="r" b="b"/>
              <a:pathLst>
                <a:path w="202" h="292" extrusionOk="0">
                  <a:moveTo>
                    <a:pt x="140" y="0"/>
                  </a:moveTo>
                  <a:cubicBezTo>
                    <a:pt x="128" y="0"/>
                    <a:pt x="115" y="4"/>
                    <a:pt x="101" y="12"/>
                  </a:cubicBezTo>
                  <a:cubicBezTo>
                    <a:pt x="45" y="44"/>
                    <a:pt x="1" y="130"/>
                    <a:pt x="1" y="204"/>
                  </a:cubicBezTo>
                  <a:cubicBezTo>
                    <a:pt x="1" y="258"/>
                    <a:pt x="26" y="291"/>
                    <a:pt x="61" y="291"/>
                  </a:cubicBezTo>
                  <a:cubicBezTo>
                    <a:pt x="73" y="291"/>
                    <a:pt x="86" y="287"/>
                    <a:pt x="101" y="279"/>
                  </a:cubicBezTo>
                  <a:cubicBezTo>
                    <a:pt x="156" y="248"/>
                    <a:pt x="202" y="162"/>
                    <a:pt x="202" y="89"/>
                  </a:cubicBezTo>
                  <a:cubicBezTo>
                    <a:pt x="202" y="34"/>
                    <a:pt x="176" y="0"/>
                    <a:pt x="140"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3886;p72">
              <a:extLst>
                <a:ext uri="{FF2B5EF4-FFF2-40B4-BE49-F238E27FC236}">
                  <a16:creationId xmlns:a16="http://schemas.microsoft.com/office/drawing/2014/main" id="{4B06276D-E596-66A0-172D-23064073B366}"/>
                </a:ext>
              </a:extLst>
            </p:cNvPr>
            <p:cNvSpPr/>
            <p:nvPr/>
          </p:nvSpPr>
          <p:spPr>
            <a:xfrm>
              <a:off x="1150565" y="4257329"/>
              <a:ext cx="43253" cy="27417"/>
            </a:xfrm>
            <a:custGeom>
              <a:avLst/>
              <a:gdLst/>
              <a:ahLst/>
              <a:cxnLst/>
              <a:rect l="l" t="t" r="r" b="b"/>
              <a:pathLst>
                <a:path w="844" h="535" extrusionOk="0">
                  <a:moveTo>
                    <a:pt x="144" y="0"/>
                  </a:moveTo>
                  <a:cubicBezTo>
                    <a:pt x="112" y="0"/>
                    <a:pt x="83" y="7"/>
                    <a:pt x="57" y="19"/>
                  </a:cubicBezTo>
                  <a:cubicBezTo>
                    <a:pt x="11" y="86"/>
                    <a:pt x="0" y="188"/>
                    <a:pt x="51" y="315"/>
                  </a:cubicBezTo>
                  <a:cubicBezTo>
                    <a:pt x="55" y="324"/>
                    <a:pt x="62" y="335"/>
                    <a:pt x="66" y="344"/>
                  </a:cubicBezTo>
                  <a:cubicBezTo>
                    <a:pt x="62" y="281"/>
                    <a:pt x="74" y="227"/>
                    <a:pt x="101" y="188"/>
                  </a:cubicBezTo>
                  <a:cubicBezTo>
                    <a:pt x="128" y="175"/>
                    <a:pt x="157" y="168"/>
                    <a:pt x="189" y="168"/>
                  </a:cubicBezTo>
                  <a:cubicBezTo>
                    <a:pt x="207" y="168"/>
                    <a:pt x="226" y="170"/>
                    <a:pt x="246" y="175"/>
                  </a:cubicBezTo>
                  <a:cubicBezTo>
                    <a:pt x="388" y="214"/>
                    <a:pt x="638" y="407"/>
                    <a:pt x="790" y="534"/>
                  </a:cubicBezTo>
                  <a:cubicBezTo>
                    <a:pt x="810" y="505"/>
                    <a:pt x="828" y="476"/>
                    <a:pt x="844" y="451"/>
                  </a:cubicBezTo>
                  <a:cubicBezTo>
                    <a:pt x="736" y="356"/>
                    <a:pt x="381" y="56"/>
                    <a:pt x="201" y="8"/>
                  </a:cubicBezTo>
                  <a:cubicBezTo>
                    <a:pt x="181" y="3"/>
                    <a:pt x="162" y="0"/>
                    <a:pt x="144"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3887;p72">
              <a:extLst>
                <a:ext uri="{FF2B5EF4-FFF2-40B4-BE49-F238E27FC236}">
                  <a16:creationId xmlns:a16="http://schemas.microsoft.com/office/drawing/2014/main" id="{C5CC490E-A5A1-ED38-F958-1FB7064B86A1}"/>
                </a:ext>
              </a:extLst>
            </p:cNvPr>
            <p:cNvSpPr/>
            <p:nvPr/>
          </p:nvSpPr>
          <p:spPr>
            <a:xfrm>
              <a:off x="1153691" y="4265888"/>
              <a:ext cx="37359" cy="36744"/>
            </a:xfrm>
            <a:custGeom>
              <a:avLst/>
              <a:gdLst/>
              <a:ahLst/>
              <a:cxnLst/>
              <a:rect l="l" t="t" r="r" b="b"/>
              <a:pathLst>
                <a:path w="729" h="717" extrusionOk="0">
                  <a:moveTo>
                    <a:pt x="128" y="1"/>
                  </a:moveTo>
                  <a:cubicBezTo>
                    <a:pt x="96" y="1"/>
                    <a:pt x="67" y="8"/>
                    <a:pt x="40" y="21"/>
                  </a:cubicBezTo>
                  <a:cubicBezTo>
                    <a:pt x="13" y="60"/>
                    <a:pt x="1" y="114"/>
                    <a:pt x="5" y="179"/>
                  </a:cubicBezTo>
                  <a:cubicBezTo>
                    <a:pt x="119" y="436"/>
                    <a:pt x="375" y="717"/>
                    <a:pt x="448" y="717"/>
                  </a:cubicBezTo>
                  <a:cubicBezTo>
                    <a:pt x="493" y="717"/>
                    <a:pt x="626" y="527"/>
                    <a:pt x="729" y="367"/>
                  </a:cubicBezTo>
                  <a:cubicBezTo>
                    <a:pt x="577" y="240"/>
                    <a:pt x="327" y="47"/>
                    <a:pt x="185" y="8"/>
                  </a:cubicBezTo>
                  <a:cubicBezTo>
                    <a:pt x="165" y="3"/>
                    <a:pt x="146" y="1"/>
                    <a:pt x="128"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3888;p72">
              <a:extLst>
                <a:ext uri="{FF2B5EF4-FFF2-40B4-BE49-F238E27FC236}">
                  <a16:creationId xmlns:a16="http://schemas.microsoft.com/office/drawing/2014/main" id="{4628BFDF-9F40-7487-6563-04B52BC47B88}"/>
                </a:ext>
              </a:extLst>
            </p:cNvPr>
            <p:cNvSpPr/>
            <p:nvPr/>
          </p:nvSpPr>
          <p:spPr>
            <a:xfrm>
              <a:off x="1153486" y="4252358"/>
              <a:ext cx="48890" cy="28135"/>
            </a:xfrm>
            <a:custGeom>
              <a:avLst/>
              <a:gdLst/>
              <a:ahLst/>
              <a:cxnLst/>
              <a:rect l="l" t="t" r="r" b="b"/>
              <a:pathLst>
                <a:path w="954" h="549" extrusionOk="0">
                  <a:moveTo>
                    <a:pt x="260" y="0"/>
                  </a:moveTo>
                  <a:cubicBezTo>
                    <a:pt x="153" y="0"/>
                    <a:pt x="41" y="56"/>
                    <a:pt x="0" y="116"/>
                  </a:cubicBezTo>
                  <a:cubicBezTo>
                    <a:pt x="26" y="104"/>
                    <a:pt x="55" y="97"/>
                    <a:pt x="87" y="97"/>
                  </a:cubicBezTo>
                  <a:cubicBezTo>
                    <a:pt x="105" y="97"/>
                    <a:pt x="124" y="100"/>
                    <a:pt x="144" y="105"/>
                  </a:cubicBezTo>
                  <a:cubicBezTo>
                    <a:pt x="324" y="153"/>
                    <a:pt x="679" y="453"/>
                    <a:pt x="787" y="548"/>
                  </a:cubicBezTo>
                  <a:cubicBezTo>
                    <a:pt x="834" y="473"/>
                    <a:pt x="954" y="395"/>
                    <a:pt x="954" y="395"/>
                  </a:cubicBezTo>
                  <a:cubicBezTo>
                    <a:pt x="954" y="395"/>
                    <a:pt x="570" y="127"/>
                    <a:pt x="374" y="26"/>
                  </a:cubicBezTo>
                  <a:cubicBezTo>
                    <a:pt x="339" y="8"/>
                    <a:pt x="300" y="0"/>
                    <a:pt x="260"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3889;p72">
              <a:extLst>
                <a:ext uri="{FF2B5EF4-FFF2-40B4-BE49-F238E27FC236}">
                  <a16:creationId xmlns:a16="http://schemas.microsoft.com/office/drawing/2014/main" id="{A086CFD3-DC9C-DFEF-122E-47FDA6DD73E7}"/>
                </a:ext>
              </a:extLst>
            </p:cNvPr>
            <p:cNvSpPr/>
            <p:nvPr/>
          </p:nvSpPr>
          <p:spPr>
            <a:xfrm>
              <a:off x="1078255" y="4265888"/>
              <a:ext cx="308049" cy="129810"/>
            </a:xfrm>
            <a:custGeom>
              <a:avLst/>
              <a:gdLst/>
              <a:ahLst/>
              <a:cxnLst/>
              <a:rect l="l" t="t" r="r" b="b"/>
              <a:pathLst>
                <a:path w="6011" h="2533" extrusionOk="0">
                  <a:moveTo>
                    <a:pt x="2849" y="0"/>
                  </a:moveTo>
                  <a:cubicBezTo>
                    <a:pt x="2670" y="0"/>
                    <a:pt x="2440" y="45"/>
                    <a:pt x="2170" y="202"/>
                  </a:cubicBezTo>
                  <a:cubicBezTo>
                    <a:pt x="2049" y="272"/>
                    <a:pt x="1221" y="727"/>
                    <a:pt x="505" y="1253"/>
                  </a:cubicBezTo>
                  <a:cubicBezTo>
                    <a:pt x="294" y="1408"/>
                    <a:pt x="131" y="1529"/>
                    <a:pt x="1" y="1637"/>
                  </a:cubicBezTo>
                  <a:cubicBezTo>
                    <a:pt x="171" y="1739"/>
                    <a:pt x="360" y="1859"/>
                    <a:pt x="567" y="2001"/>
                  </a:cubicBezTo>
                  <a:cubicBezTo>
                    <a:pt x="1030" y="2322"/>
                    <a:pt x="1510" y="2532"/>
                    <a:pt x="2067" y="2532"/>
                  </a:cubicBezTo>
                  <a:cubicBezTo>
                    <a:pt x="2383" y="2532"/>
                    <a:pt x="2722" y="2465"/>
                    <a:pt x="3098" y="2311"/>
                  </a:cubicBezTo>
                  <a:cubicBezTo>
                    <a:pt x="3460" y="2164"/>
                    <a:pt x="3989" y="1897"/>
                    <a:pt x="4530" y="1807"/>
                  </a:cubicBezTo>
                  <a:cubicBezTo>
                    <a:pt x="4782" y="1765"/>
                    <a:pt x="5062" y="1752"/>
                    <a:pt x="5310" y="1752"/>
                  </a:cubicBezTo>
                  <a:cubicBezTo>
                    <a:pt x="5700" y="1752"/>
                    <a:pt x="6011" y="1784"/>
                    <a:pt x="6011" y="1784"/>
                  </a:cubicBezTo>
                  <a:cubicBezTo>
                    <a:pt x="6011" y="1784"/>
                    <a:pt x="4333" y="810"/>
                    <a:pt x="2875" y="1"/>
                  </a:cubicBezTo>
                  <a:cubicBezTo>
                    <a:pt x="2867" y="0"/>
                    <a:pt x="2858" y="0"/>
                    <a:pt x="2849" y="0"/>
                  </a:cubicBez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3890;p72">
              <a:extLst>
                <a:ext uri="{FF2B5EF4-FFF2-40B4-BE49-F238E27FC236}">
                  <a16:creationId xmlns:a16="http://schemas.microsoft.com/office/drawing/2014/main" id="{423AA132-C223-B486-839B-9AE8D5A9C80B}"/>
                </a:ext>
              </a:extLst>
            </p:cNvPr>
            <p:cNvSpPr/>
            <p:nvPr/>
          </p:nvSpPr>
          <p:spPr>
            <a:xfrm>
              <a:off x="948957" y="4265888"/>
              <a:ext cx="746830" cy="456615"/>
            </a:xfrm>
            <a:custGeom>
              <a:avLst/>
              <a:gdLst/>
              <a:ahLst/>
              <a:cxnLst/>
              <a:rect l="l" t="t" r="r" b="b"/>
              <a:pathLst>
                <a:path w="14573" h="8910" extrusionOk="0">
                  <a:moveTo>
                    <a:pt x="5398" y="1"/>
                  </a:moveTo>
                  <a:lnTo>
                    <a:pt x="5398" y="1"/>
                  </a:lnTo>
                  <a:cubicBezTo>
                    <a:pt x="6856" y="810"/>
                    <a:pt x="8534" y="1784"/>
                    <a:pt x="8534" y="1784"/>
                  </a:cubicBezTo>
                  <a:cubicBezTo>
                    <a:pt x="8534" y="1784"/>
                    <a:pt x="8223" y="1752"/>
                    <a:pt x="7833" y="1752"/>
                  </a:cubicBezTo>
                  <a:cubicBezTo>
                    <a:pt x="7585" y="1752"/>
                    <a:pt x="7305" y="1765"/>
                    <a:pt x="7053" y="1807"/>
                  </a:cubicBezTo>
                  <a:cubicBezTo>
                    <a:pt x="6512" y="1897"/>
                    <a:pt x="5983" y="2164"/>
                    <a:pt x="5621" y="2311"/>
                  </a:cubicBezTo>
                  <a:cubicBezTo>
                    <a:pt x="5245" y="2465"/>
                    <a:pt x="4906" y="2532"/>
                    <a:pt x="4590" y="2532"/>
                  </a:cubicBezTo>
                  <a:cubicBezTo>
                    <a:pt x="4033" y="2532"/>
                    <a:pt x="3553" y="2322"/>
                    <a:pt x="3090" y="2001"/>
                  </a:cubicBezTo>
                  <a:cubicBezTo>
                    <a:pt x="2883" y="1859"/>
                    <a:pt x="2694" y="1739"/>
                    <a:pt x="2524" y="1637"/>
                  </a:cubicBezTo>
                  <a:cubicBezTo>
                    <a:pt x="2432" y="1713"/>
                    <a:pt x="2354" y="1784"/>
                    <a:pt x="2297" y="1850"/>
                  </a:cubicBezTo>
                  <a:cubicBezTo>
                    <a:pt x="2052" y="2135"/>
                    <a:pt x="1126" y="3321"/>
                    <a:pt x="946" y="3532"/>
                  </a:cubicBezTo>
                  <a:cubicBezTo>
                    <a:pt x="615" y="3916"/>
                    <a:pt x="474" y="4257"/>
                    <a:pt x="318" y="4704"/>
                  </a:cubicBezTo>
                  <a:cubicBezTo>
                    <a:pt x="227" y="4965"/>
                    <a:pt x="151" y="5315"/>
                    <a:pt x="86" y="5684"/>
                  </a:cubicBezTo>
                  <a:cubicBezTo>
                    <a:pt x="52" y="5880"/>
                    <a:pt x="0" y="6306"/>
                    <a:pt x="14" y="6494"/>
                  </a:cubicBezTo>
                  <a:lnTo>
                    <a:pt x="4252" y="8910"/>
                  </a:lnTo>
                  <a:lnTo>
                    <a:pt x="5356" y="6034"/>
                  </a:lnTo>
                  <a:lnTo>
                    <a:pt x="7960" y="4482"/>
                  </a:lnTo>
                  <a:lnTo>
                    <a:pt x="12784" y="2333"/>
                  </a:lnTo>
                  <a:lnTo>
                    <a:pt x="14573" y="1382"/>
                  </a:lnTo>
                  <a:lnTo>
                    <a:pt x="13815" y="948"/>
                  </a:lnTo>
                  <a:cubicBezTo>
                    <a:pt x="13164" y="1049"/>
                    <a:pt x="12639" y="1258"/>
                    <a:pt x="12094" y="1656"/>
                  </a:cubicBezTo>
                  <a:cubicBezTo>
                    <a:pt x="11197" y="2311"/>
                    <a:pt x="10784" y="2311"/>
                    <a:pt x="10784" y="2311"/>
                  </a:cubicBezTo>
                  <a:cubicBezTo>
                    <a:pt x="10784" y="2311"/>
                    <a:pt x="9799" y="1759"/>
                    <a:pt x="9418" y="1497"/>
                  </a:cubicBezTo>
                  <a:cubicBezTo>
                    <a:pt x="9040" y="1233"/>
                    <a:pt x="7960" y="589"/>
                    <a:pt x="7292" y="350"/>
                  </a:cubicBezTo>
                  <a:cubicBezTo>
                    <a:pt x="7155" y="301"/>
                    <a:pt x="7034" y="258"/>
                    <a:pt x="6924" y="220"/>
                  </a:cubicBezTo>
                  <a:cubicBezTo>
                    <a:pt x="6902" y="228"/>
                    <a:pt x="6878" y="237"/>
                    <a:pt x="6860" y="240"/>
                  </a:cubicBezTo>
                  <a:cubicBezTo>
                    <a:pt x="6806" y="250"/>
                    <a:pt x="6749" y="254"/>
                    <a:pt x="6692" y="254"/>
                  </a:cubicBezTo>
                  <a:cubicBezTo>
                    <a:pt x="6355" y="254"/>
                    <a:pt x="5961" y="107"/>
                    <a:pt x="5573" y="22"/>
                  </a:cubicBezTo>
                  <a:cubicBezTo>
                    <a:pt x="5523" y="11"/>
                    <a:pt x="5464" y="4"/>
                    <a:pt x="5398" y="1"/>
                  </a:cubicBez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3891;p72">
              <a:extLst>
                <a:ext uri="{FF2B5EF4-FFF2-40B4-BE49-F238E27FC236}">
                  <a16:creationId xmlns:a16="http://schemas.microsoft.com/office/drawing/2014/main" id="{ED3E85B7-380C-C8FE-4C85-6F9CF22EF891}"/>
                </a:ext>
              </a:extLst>
            </p:cNvPr>
            <p:cNvSpPr/>
            <p:nvPr/>
          </p:nvSpPr>
          <p:spPr>
            <a:xfrm>
              <a:off x="1303743" y="4206031"/>
              <a:ext cx="353249" cy="178341"/>
            </a:xfrm>
            <a:custGeom>
              <a:avLst/>
              <a:gdLst/>
              <a:ahLst/>
              <a:cxnLst/>
              <a:rect l="l" t="t" r="r" b="b"/>
              <a:pathLst>
                <a:path w="6893" h="3480" extrusionOk="0">
                  <a:moveTo>
                    <a:pt x="2946" y="0"/>
                  </a:moveTo>
                  <a:cubicBezTo>
                    <a:pt x="2632" y="0"/>
                    <a:pt x="2227" y="137"/>
                    <a:pt x="1698" y="427"/>
                  </a:cubicBezTo>
                  <a:cubicBezTo>
                    <a:pt x="971" y="824"/>
                    <a:pt x="318" y="1290"/>
                    <a:pt x="1" y="1388"/>
                  </a:cubicBezTo>
                  <a:cubicBezTo>
                    <a:pt x="111" y="1426"/>
                    <a:pt x="232" y="1469"/>
                    <a:pt x="369" y="1518"/>
                  </a:cubicBezTo>
                  <a:cubicBezTo>
                    <a:pt x="1037" y="1757"/>
                    <a:pt x="2117" y="2401"/>
                    <a:pt x="2495" y="2665"/>
                  </a:cubicBezTo>
                  <a:cubicBezTo>
                    <a:pt x="2876" y="2927"/>
                    <a:pt x="3861" y="3479"/>
                    <a:pt x="3861" y="3479"/>
                  </a:cubicBezTo>
                  <a:cubicBezTo>
                    <a:pt x="3861" y="3479"/>
                    <a:pt x="4274" y="3479"/>
                    <a:pt x="5171" y="2824"/>
                  </a:cubicBezTo>
                  <a:cubicBezTo>
                    <a:pt x="5716" y="2426"/>
                    <a:pt x="6241" y="2217"/>
                    <a:pt x="6892" y="2116"/>
                  </a:cubicBezTo>
                  <a:lnTo>
                    <a:pt x="3352" y="94"/>
                  </a:lnTo>
                  <a:cubicBezTo>
                    <a:pt x="3352" y="94"/>
                    <a:pt x="3349" y="96"/>
                    <a:pt x="3346" y="97"/>
                  </a:cubicBezTo>
                  <a:cubicBezTo>
                    <a:pt x="3232" y="33"/>
                    <a:pt x="3100" y="0"/>
                    <a:pt x="2946" y="0"/>
                  </a:cubicBez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3892;p72">
              <a:extLst>
                <a:ext uri="{FF2B5EF4-FFF2-40B4-BE49-F238E27FC236}">
                  <a16:creationId xmlns:a16="http://schemas.microsoft.com/office/drawing/2014/main" id="{E2FBE18E-E1DF-D54E-1C8D-CFCF1F57B772}"/>
                </a:ext>
              </a:extLst>
            </p:cNvPr>
            <p:cNvSpPr/>
            <p:nvPr/>
          </p:nvSpPr>
          <p:spPr>
            <a:xfrm>
              <a:off x="1166093" y="4329639"/>
              <a:ext cx="551218" cy="394298"/>
            </a:xfrm>
            <a:custGeom>
              <a:avLst/>
              <a:gdLst/>
              <a:ahLst/>
              <a:cxnLst/>
              <a:rect l="l" t="t" r="r" b="b"/>
              <a:pathLst>
                <a:path w="10756" h="7694" extrusionOk="0">
                  <a:moveTo>
                    <a:pt x="9876" y="1"/>
                  </a:moveTo>
                  <a:cubicBezTo>
                    <a:pt x="9560" y="1"/>
                    <a:pt x="9152" y="140"/>
                    <a:pt x="8620" y="431"/>
                  </a:cubicBezTo>
                  <a:cubicBezTo>
                    <a:pt x="7846" y="854"/>
                    <a:pt x="7148" y="1361"/>
                    <a:pt x="6860" y="1412"/>
                  </a:cubicBezTo>
                  <a:cubicBezTo>
                    <a:pt x="6807" y="1421"/>
                    <a:pt x="6752" y="1425"/>
                    <a:pt x="6695" y="1425"/>
                  </a:cubicBezTo>
                  <a:cubicBezTo>
                    <a:pt x="6357" y="1425"/>
                    <a:pt x="5963" y="1278"/>
                    <a:pt x="5574" y="1193"/>
                  </a:cubicBezTo>
                  <a:cubicBezTo>
                    <a:pt x="5516" y="1181"/>
                    <a:pt x="5447" y="1172"/>
                    <a:pt x="5369" y="1172"/>
                  </a:cubicBezTo>
                  <a:cubicBezTo>
                    <a:pt x="5191" y="1172"/>
                    <a:pt x="4962" y="1217"/>
                    <a:pt x="4694" y="1374"/>
                  </a:cubicBezTo>
                  <a:cubicBezTo>
                    <a:pt x="4573" y="1444"/>
                    <a:pt x="3745" y="1900"/>
                    <a:pt x="3027" y="2424"/>
                  </a:cubicBezTo>
                  <a:cubicBezTo>
                    <a:pt x="2665" y="2691"/>
                    <a:pt x="2434" y="2862"/>
                    <a:pt x="2298" y="3022"/>
                  </a:cubicBezTo>
                  <a:cubicBezTo>
                    <a:pt x="2052" y="3307"/>
                    <a:pt x="1126" y="4494"/>
                    <a:pt x="947" y="4702"/>
                  </a:cubicBezTo>
                  <a:cubicBezTo>
                    <a:pt x="616" y="5089"/>
                    <a:pt x="475" y="5429"/>
                    <a:pt x="318" y="5877"/>
                  </a:cubicBezTo>
                  <a:cubicBezTo>
                    <a:pt x="228" y="6136"/>
                    <a:pt x="151" y="6487"/>
                    <a:pt x="87" y="6856"/>
                  </a:cubicBezTo>
                  <a:cubicBezTo>
                    <a:pt x="53" y="7052"/>
                    <a:pt x="1" y="7477"/>
                    <a:pt x="15" y="7666"/>
                  </a:cubicBezTo>
                  <a:cubicBezTo>
                    <a:pt x="42" y="7686"/>
                    <a:pt x="92" y="7694"/>
                    <a:pt x="156" y="7694"/>
                  </a:cubicBezTo>
                  <a:cubicBezTo>
                    <a:pt x="278" y="7694"/>
                    <a:pt x="446" y="7665"/>
                    <a:pt x="582" y="7637"/>
                  </a:cubicBezTo>
                  <a:cubicBezTo>
                    <a:pt x="582" y="7623"/>
                    <a:pt x="580" y="7609"/>
                    <a:pt x="580" y="7594"/>
                  </a:cubicBezTo>
                  <a:cubicBezTo>
                    <a:pt x="580" y="6634"/>
                    <a:pt x="1163" y="5518"/>
                    <a:pt x="1884" y="5102"/>
                  </a:cubicBezTo>
                  <a:cubicBezTo>
                    <a:pt x="2068" y="4996"/>
                    <a:pt x="2243" y="4946"/>
                    <a:pt x="2401" y="4946"/>
                  </a:cubicBezTo>
                  <a:cubicBezTo>
                    <a:pt x="2864" y="4946"/>
                    <a:pt x="3188" y="5373"/>
                    <a:pt x="3188" y="6088"/>
                  </a:cubicBezTo>
                  <a:cubicBezTo>
                    <a:pt x="3188" y="6130"/>
                    <a:pt x="3185" y="6171"/>
                    <a:pt x="3184" y="6211"/>
                  </a:cubicBezTo>
                  <a:lnTo>
                    <a:pt x="7354" y="3779"/>
                  </a:lnTo>
                  <a:cubicBezTo>
                    <a:pt x="7352" y="3750"/>
                    <a:pt x="7351" y="3723"/>
                    <a:pt x="7351" y="3693"/>
                  </a:cubicBezTo>
                  <a:cubicBezTo>
                    <a:pt x="7351" y="2732"/>
                    <a:pt x="7801" y="1687"/>
                    <a:pt x="8521" y="1271"/>
                  </a:cubicBezTo>
                  <a:cubicBezTo>
                    <a:pt x="8704" y="1165"/>
                    <a:pt x="8876" y="1115"/>
                    <a:pt x="9031" y="1115"/>
                  </a:cubicBezTo>
                  <a:cubicBezTo>
                    <a:pt x="9482" y="1115"/>
                    <a:pt x="9782" y="1543"/>
                    <a:pt x="9782" y="2258"/>
                  </a:cubicBezTo>
                  <a:cubicBezTo>
                    <a:pt x="9782" y="2289"/>
                    <a:pt x="9822" y="2318"/>
                    <a:pt x="9822" y="2349"/>
                  </a:cubicBezTo>
                  <a:cubicBezTo>
                    <a:pt x="9936" y="2284"/>
                    <a:pt x="10181" y="2153"/>
                    <a:pt x="10259" y="2108"/>
                  </a:cubicBezTo>
                  <a:cubicBezTo>
                    <a:pt x="10322" y="2073"/>
                    <a:pt x="10598" y="1671"/>
                    <a:pt x="10649" y="1420"/>
                  </a:cubicBezTo>
                  <a:cubicBezTo>
                    <a:pt x="10756" y="891"/>
                    <a:pt x="10693" y="521"/>
                    <a:pt x="10486" y="276"/>
                  </a:cubicBezTo>
                  <a:cubicBezTo>
                    <a:pt x="10333" y="95"/>
                    <a:pt x="10136" y="1"/>
                    <a:pt x="9876" y="1"/>
                  </a:cubicBez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3893;p72">
              <a:extLst>
                <a:ext uri="{FF2B5EF4-FFF2-40B4-BE49-F238E27FC236}">
                  <a16:creationId xmlns:a16="http://schemas.microsoft.com/office/drawing/2014/main" id="{36D09337-2CBB-0A2F-A5A2-84B2D4DA4841}"/>
                </a:ext>
              </a:extLst>
            </p:cNvPr>
            <p:cNvSpPr/>
            <p:nvPr/>
          </p:nvSpPr>
          <p:spPr>
            <a:xfrm>
              <a:off x="1315787" y="4474260"/>
              <a:ext cx="218263" cy="144057"/>
            </a:xfrm>
            <a:custGeom>
              <a:avLst/>
              <a:gdLst/>
              <a:ahLst/>
              <a:cxnLst/>
              <a:rect l="l" t="t" r="r" b="b"/>
              <a:pathLst>
                <a:path w="4259" h="2811" extrusionOk="0">
                  <a:moveTo>
                    <a:pt x="4258" y="1"/>
                  </a:moveTo>
                  <a:lnTo>
                    <a:pt x="4258" y="1"/>
                  </a:lnTo>
                  <a:cubicBezTo>
                    <a:pt x="3476" y="178"/>
                    <a:pt x="2982" y="439"/>
                    <a:pt x="1977" y="965"/>
                  </a:cubicBezTo>
                  <a:cubicBezTo>
                    <a:pt x="532" y="1718"/>
                    <a:pt x="0" y="2063"/>
                    <a:pt x="0" y="2063"/>
                  </a:cubicBezTo>
                  <a:cubicBezTo>
                    <a:pt x="209" y="2213"/>
                    <a:pt x="266" y="2446"/>
                    <a:pt x="267" y="2811"/>
                  </a:cubicBezTo>
                  <a:cubicBezTo>
                    <a:pt x="1354" y="2279"/>
                    <a:pt x="4166" y="953"/>
                    <a:pt x="4166" y="953"/>
                  </a:cubicBezTo>
                  <a:cubicBezTo>
                    <a:pt x="4166" y="953"/>
                    <a:pt x="4177" y="270"/>
                    <a:pt x="4258" y="1"/>
                  </a:cubicBez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3894;p72">
              <a:extLst>
                <a:ext uri="{FF2B5EF4-FFF2-40B4-BE49-F238E27FC236}">
                  <a16:creationId xmlns:a16="http://schemas.microsoft.com/office/drawing/2014/main" id="{623EB4DF-0B67-0E03-DF27-2D880DBD6906}"/>
                </a:ext>
              </a:extLst>
            </p:cNvPr>
            <p:cNvSpPr/>
            <p:nvPr/>
          </p:nvSpPr>
          <p:spPr>
            <a:xfrm>
              <a:off x="1259158" y="4277469"/>
              <a:ext cx="242503" cy="118330"/>
            </a:xfrm>
            <a:custGeom>
              <a:avLst/>
              <a:gdLst/>
              <a:ahLst/>
              <a:cxnLst/>
              <a:rect l="l" t="t" r="r" b="b"/>
              <a:pathLst>
                <a:path w="4732" h="2309" extrusionOk="0">
                  <a:moveTo>
                    <a:pt x="0" y="0"/>
                  </a:moveTo>
                  <a:cubicBezTo>
                    <a:pt x="0" y="0"/>
                    <a:pt x="836" y="356"/>
                    <a:pt x="1716" y="903"/>
                  </a:cubicBezTo>
                  <a:cubicBezTo>
                    <a:pt x="2879" y="1624"/>
                    <a:pt x="2985" y="1691"/>
                    <a:pt x="3289" y="1878"/>
                  </a:cubicBezTo>
                  <a:cubicBezTo>
                    <a:pt x="3456" y="1984"/>
                    <a:pt x="3638" y="2059"/>
                    <a:pt x="3831" y="2102"/>
                  </a:cubicBezTo>
                  <a:lnTo>
                    <a:pt x="4731" y="2309"/>
                  </a:lnTo>
                  <a:cubicBezTo>
                    <a:pt x="4731" y="2309"/>
                    <a:pt x="3762" y="1719"/>
                    <a:pt x="2456" y="912"/>
                  </a:cubicBezTo>
                  <a:cubicBezTo>
                    <a:pt x="1757" y="480"/>
                    <a:pt x="987" y="172"/>
                    <a:pt x="987" y="172"/>
                  </a:cubicBezTo>
                  <a:lnTo>
                    <a:pt x="0" y="0"/>
                  </a:ln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3895;p72">
              <a:extLst>
                <a:ext uri="{FF2B5EF4-FFF2-40B4-BE49-F238E27FC236}">
                  <a16:creationId xmlns:a16="http://schemas.microsoft.com/office/drawing/2014/main" id="{6137721E-F5A6-78A4-99B8-C024B5C626C8}"/>
                </a:ext>
              </a:extLst>
            </p:cNvPr>
            <p:cNvSpPr/>
            <p:nvPr/>
          </p:nvSpPr>
          <p:spPr>
            <a:xfrm>
              <a:off x="1022856" y="4384320"/>
              <a:ext cx="235072" cy="190487"/>
            </a:xfrm>
            <a:custGeom>
              <a:avLst/>
              <a:gdLst/>
              <a:ahLst/>
              <a:cxnLst/>
              <a:rect l="l" t="t" r="r" b="b"/>
              <a:pathLst>
                <a:path w="4587" h="3717" extrusionOk="0">
                  <a:moveTo>
                    <a:pt x="1062" y="0"/>
                  </a:moveTo>
                  <a:cubicBezTo>
                    <a:pt x="654" y="544"/>
                    <a:pt x="142" y="1329"/>
                    <a:pt x="1" y="1587"/>
                  </a:cubicBezTo>
                  <a:cubicBezTo>
                    <a:pt x="446" y="1820"/>
                    <a:pt x="2693" y="3125"/>
                    <a:pt x="3369" y="3716"/>
                  </a:cubicBezTo>
                  <a:cubicBezTo>
                    <a:pt x="3369" y="3716"/>
                    <a:pt x="3903" y="2945"/>
                    <a:pt x="4074" y="2700"/>
                  </a:cubicBezTo>
                  <a:cubicBezTo>
                    <a:pt x="4208" y="2511"/>
                    <a:pt x="4587" y="1982"/>
                    <a:pt x="4587" y="1982"/>
                  </a:cubicBezTo>
                  <a:cubicBezTo>
                    <a:pt x="4587" y="1982"/>
                    <a:pt x="2935" y="1161"/>
                    <a:pt x="2078" y="666"/>
                  </a:cubicBezTo>
                  <a:cubicBezTo>
                    <a:pt x="1552" y="362"/>
                    <a:pt x="1231" y="132"/>
                    <a:pt x="1062" y="0"/>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3896;p72">
              <a:extLst>
                <a:ext uri="{FF2B5EF4-FFF2-40B4-BE49-F238E27FC236}">
                  <a16:creationId xmlns:a16="http://schemas.microsoft.com/office/drawing/2014/main" id="{7D696487-D821-F2F2-2888-D3A58F1A4C79}"/>
                </a:ext>
              </a:extLst>
            </p:cNvPr>
            <p:cNvSpPr/>
            <p:nvPr/>
          </p:nvSpPr>
          <p:spPr>
            <a:xfrm>
              <a:off x="1007379" y="4378171"/>
              <a:ext cx="188181" cy="198225"/>
            </a:xfrm>
            <a:custGeom>
              <a:avLst/>
              <a:gdLst/>
              <a:ahLst/>
              <a:cxnLst/>
              <a:rect l="l" t="t" r="r" b="b"/>
              <a:pathLst>
                <a:path w="3672" h="3868" extrusionOk="0">
                  <a:moveTo>
                    <a:pt x="1218" y="1"/>
                  </a:moveTo>
                  <a:lnTo>
                    <a:pt x="1" y="1800"/>
                  </a:lnTo>
                  <a:cubicBezTo>
                    <a:pt x="1" y="1800"/>
                    <a:pt x="257" y="2144"/>
                    <a:pt x="1421" y="2817"/>
                  </a:cubicBezTo>
                  <a:cubicBezTo>
                    <a:pt x="2664" y="3537"/>
                    <a:pt x="3628" y="3867"/>
                    <a:pt x="3628" y="3867"/>
                  </a:cubicBezTo>
                  <a:lnTo>
                    <a:pt x="3671" y="3836"/>
                  </a:lnTo>
                  <a:cubicBezTo>
                    <a:pt x="2995" y="3245"/>
                    <a:pt x="748" y="1940"/>
                    <a:pt x="303" y="1707"/>
                  </a:cubicBezTo>
                  <a:cubicBezTo>
                    <a:pt x="444" y="1448"/>
                    <a:pt x="956" y="664"/>
                    <a:pt x="1364" y="120"/>
                  </a:cubicBezTo>
                  <a:cubicBezTo>
                    <a:pt x="1264" y="42"/>
                    <a:pt x="1218" y="1"/>
                    <a:pt x="1218" y="1"/>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3897;p72">
              <a:extLst>
                <a:ext uri="{FF2B5EF4-FFF2-40B4-BE49-F238E27FC236}">
                  <a16:creationId xmlns:a16="http://schemas.microsoft.com/office/drawing/2014/main" id="{B4C74262-AA9E-C9B1-0582-4B1801AB50AC}"/>
                </a:ext>
              </a:extLst>
            </p:cNvPr>
            <p:cNvSpPr/>
            <p:nvPr/>
          </p:nvSpPr>
          <p:spPr>
            <a:xfrm>
              <a:off x="1041510" y="4378171"/>
              <a:ext cx="216418" cy="114231"/>
            </a:xfrm>
            <a:custGeom>
              <a:avLst/>
              <a:gdLst/>
              <a:ahLst/>
              <a:cxnLst/>
              <a:rect l="l" t="t" r="r" b="b"/>
              <a:pathLst>
                <a:path w="4223" h="2229" extrusionOk="0">
                  <a:moveTo>
                    <a:pt x="552" y="1"/>
                  </a:moveTo>
                  <a:lnTo>
                    <a:pt x="0" y="815"/>
                  </a:lnTo>
                  <a:cubicBezTo>
                    <a:pt x="0" y="815"/>
                    <a:pt x="216" y="985"/>
                    <a:pt x="1346" y="1477"/>
                  </a:cubicBezTo>
                  <a:cubicBezTo>
                    <a:pt x="2321" y="1902"/>
                    <a:pt x="4132" y="2228"/>
                    <a:pt x="4132" y="2228"/>
                  </a:cubicBezTo>
                  <a:lnTo>
                    <a:pt x="4223" y="2102"/>
                  </a:lnTo>
                  <a:cubicBezTo>
                    <a:pt x="4223" y="2102"/>
                    <a:pt x="2381" y="1172"/>
                    <a:pt x="1904" y="893"/>
                  </a:cubicBezTo>
                  <a:cubicBezTo>
                    <a:pt x="1123" y="436"/>
                    <a:pt x="552" y="1"/>
                    <a:pt x="552" y="1"/>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3898;p72">
              <a:extLst>
                <a:ext uri="{FF2B5EF4-FFF2-40B4-BE49-F238E27FC236}">
                  <a16:creationId xmlns:a16="http://schemas.microsoft.com/office/drawing/2014/main" id="{3D58E10A-D2DF-8E0C-1159-18FE6FC8F268}"/>
                </a:ext>
              </a:extLst>
            </p:cNvPr>
            <p:cNvSpPr/>
            <p:nvPr/>
          </p:nvSpPr>
          <p:spPr>
            <a:xfrm>
              <a:off x="1005688" y="4377351"/>
              <a:ext cx="254341" cy="199045"/>
            </a:xfrm>
            <a:custGeom>
              <a:avLst/>
              <a:gdLst/>
              <a:ahLst/>
              <a:cxnLst/>
              <a:rect l="l" t="t" r="r" b="b"/>
              <a:pathLst>
                <a:path w="4963" h="3884" extrusionOk="0">
                  <a:moveTo>
                    <a:pt x="1269" y="0"/>
                  </a:moveTo>
                  <a:cubicBezTo>
                    <a:pt x="1214" y="0"/>
                    <a:pt x="1154" y="62"/>
                    <a:pt x="1038" y="210"/>
                  </a:cubicBezTo>
                  <a:cubicBezTo>
                    <a:pt x="857" y="441"/>
                    <a:pt x="0" y="1763"/>
                    <a:pt x="0" y="1763"/>
                  </a:cubicBezTo>
                  <a:lnTo>
                    <a:pt x="34" y="1816"/>
                  </a:lnTo>
                  <a:cubicBezTo>
                    <a:pt x="34" y="1816"/>
                    <a:pt x="712" y="883"/>
                    <a:pt x="828" y="697"/>
                  </a:cubicBezTo>
                  <a:cubicBezTo>
                    <a:pt x="969" y="472"/>
                    <a:pt x="1162" y="179"/>
                    <a:pt x="1236" y="136"/>
                  </a:cubicBezTo>
                  <a:cubicBezTo>
                    <a:pt x="1238" y="135"/>
                    <a:pt x="1242" y="134"/>
                    <a:pt x="1246" y="134"/>
                  </a:cubicBezTo>
                  <a:cubicBezTo>
                    <a:pt x="1363" y="134"/>
                    <a:pt x="2124" y="710"/>
                    <a:pt x="2817" y="1094"/>
                  </a:cubicBezTo>
                  <a:cubicBezTo>
                    <a:pt x="3533" y="1490"/>
                    <a:pt x="4623" y="1964"/>
                    <a:pt x="4738" y="2040"/>
                  </a:cubicBezTo>
                  <a:cubicBezTo>
                    <a:pt x="4854" y="2118"/>
                    <a:pt x="4796" y="2160"/>
                    <a:pt x="4656" y="2391"/>
                  </a:cubicBezTo>
                  <a:cubicBezTo>
                    <a:pt x="4515" y="2621"/>
                    <a:pt x="3704" y="3704"/>
                    <a:pt x="3608" y="3852"/>
                  </a:cubicBezTo>
                  <a:lnTo>
                    <a:pt x="3661" y="3883"/>
                  </a:lnTo>
                  <a:cubicBezTo>
                    <a:pt x="3661" y="3883"/>
                    <a:pt x="4242" y="3175"/>
                    <a:pt x="4400" y="2960"/>
                  </a:cubicBezTo>
                  <a:cubicBezTo>
                    <a:pt x="4521" y="2793"/>
                    <a:pt x="4794" y="2425"/>
                    <a:pt x="4922" y="2244"/>
                  </a:cubicBezTo>
                  <a:cubicBezTo>
                    <a:pt x="4957" y="2192"/>
                    <a:pt x="4963" y="2062"/>
                    <a:pt x="4888" y="2013"/>
                  </a:cubicBezTo>
                  <a:cubicBezTo>
                    <a:pt x="4842" y="1982"/>
                    <a:pt x="4782" y="1951"/>
                    <a:pt x="4713" y="1919"/>
                  </a:cubicBezTo>
                  <a:cubicBezTo>
                    <a:pt x="4532" y="1838"/>
                    <a:pt x="2987" y="1044"/>
                    <a:pt x="2401" y="697"/>
                  </a:cubicBezTo>
                  <a:cubicBezTo>
                    <a:pt x="1814" y="351"/>
                    <a:pt x="1394" y="63"/>
                    <a:pt x="1319" y="17"/>
                  </a:cubicBezTo>
                  <a:cubicBezTo>
                    <a:pt x="1301" y="6"/>
                    <a:pt x="1285" y="0"/>
                    <a:pt x="1269" y="0"/>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3899;p72">
              <a:extLst>
                <a:ext uri="{FF2B5EF4-FFF2-40B4-BE49-F238E27FC236}">
                  <a16:creationId xmlns:a16="http://schemas.microsoft.com/office/drawing/2014/main" id="{37466CF6-239B-0509-AA1D-A337705E9E7F}"/>
                </a:ext>
              </a:extLst>
            </p:cNvPr>
            <p:cNvSpPr/>
            <p:nvPr/>
          </p:nvSpPr>
          <p:spPr>
            <a:xfrm>
              <a:off x="1259158" y="4277469"/>
              <a:ext cx="242503" cy="118330"/>
            </a:xfrm>
            <a:custGeom>
              <a:avLst/>
              <a:gdLst/>
              <a:ahLst/>
              <a:cxnLst/>
              <a:rect l="l" t="t" r="r" b="b"/>
              <a:pathLst>
                <a:path w="4732" h="2309" extrusionOk="0">
                  <a:moveTo>
                    <a:pt x="0" y="0"/>
                  </a:moveTo>
                  <a:lnTo>
                    <a:pt x="0" y="0"/>
                  </a:lnTo>
                  <a:cubicBezTo>
                    <a:pt x="0" y="0"/>
                    <a:pt x="636" y="275"/>
                    <a:pt x="1503" y="807"/>
                  </a:cubicBezTo>
                  <a:cubicBezTo>
                    <a:pt x="2369" y="1340"/>
                    <a:pt x="3114" y="1774"/>
                    <a:pt x="3244" y="1851"/>
                  </a:cubicBezTo>
                  <a:cubicBezTo>
                    <a:pt x="3373" y="1927"/>
                    <a:pt x="3574" y="2044"/>
                    <a:pt x="3857" y="2108"/>
                  </a:cubicBezTo>
                  <a:cubicBezTo>
                    <a:pt x="4141" y="2174"/>
                    <a:pt x="4731" y="2309"/>
                    <a:pt x="4731" y="2309"/>
                  </a:cubicBezTo>
                  <a:lnTo>
                    <a:pt x="4606" y="2226"/>
                  </a:lnTo>
                  <a:cubicBezTo>
                    <a:pt x="4606" y="2226"/>
                    <a:pt x="3979" y="2059"/>
                    <a:pt x="3811" y="2016"/>
                  </a:cubicBezTo>
                  <a:cubicBezTo>
                    <a:pt x="3644" y="1975"/>
                    <a:pt x="3519" y="1939"/>
                    <a:pt x="3232" y="1775"/>
                  </a:cubicBezTo>
                  <a:cubicBezTo>
                    <a:pt x="2945" y="1611"/>
                    <a:pt x="1656" y="805"/>
                    <a:pt x="1369" y="632"/>
                  </a:cubicBezTo>
                  <a:cubicBezTo>
                    <a:pt x="1084" y="458"/>
                    <a:pt x="373" y="109"/>
                    <a:pt x="373" y="109"/>
                  </a:cubicBezTo>
                  <a:lnTo>
                    <a:pt x="373" y="109"/>
                  </a:lnTo>
                  <a:lnTo>
                    <a:pt x="1102" y="219"/>
                  </a:lnTo>
                  <a:lnTo>
                    <a:pt x="987" y="172"/>
                  </a:lnTo>
                  <a:cubicBezTo>
                    <a:pt x="987" y="172"/>
                    <a:pt x="555" y="97"/>
                    <a:pt x="403" y="71"/>
                  </a:cubicBezTo>
                  <a:cubicBezTo>
                    <a:pt x="250" y="45"/>
                    <a:pt x="0" y="0"/>
                    <a:pt x="0"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3900;p72">
              <a:extLst>
                <a:ext uri="{FF2B5EF4-FFF2-40B4-BE49-F238E27FC236}">
                  <a16:creationId xmlns:a16="http://schemas.microsoft.com/office/drawing/2014/main" id="{80FA78FB-5B1F-2AC1-0F1D-8A5E0BD0951B}"/>
                </a:ext>
              </a:extLst>
            </p:cNvPr>
            <p:cNvSpPr/>
            <p:nvPr/>
          </p:nvSpPr>
          <p:spPr>
            <a:xfrm>
              <a:off x="1007379" y="4592129"/>
              <a:ext cx="83277" cy="74514"/>
            </a:xfrm>
            <a:custGeom>
              <a:avLst/>
              <a:gdLst/>
              <a:ahLst/>
              <a:cxnLst/>
              <a:rect l="l" t="t" r="r" b="b"/>
              <a:pathLst>
                <a:path w="1625" h="1454" extrusionOk="0">
                  <a:moveTo>
                    <a:pt x="111" y="0"/>
                  </a:moveTo>
                  <a:lnTo>
                    <a:pt x="1" y="577"/>
                  </a:lnTo>
                  <a:lnTo>
                    <a:pt x="1514" y="1454"/>
                  </a:lnTo>
                  <a:lnTo>
                    <a:pt x="1625" y="877"/>
                  </a:lnTo>
                  <a:lnTo>
                    <a:pt x="1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3901;p72">
              <a:extLst>
                <a:ext uri="{FF2B5EF4-FFF2-40B4-BE49-F238E27FC236}">
                  <a16:creationId xmlns:a16="http://schemas.microsoft.com/office/drawing/2014/main" id="{E5F31AFD-FB29-4307-1446-8C549E70AAD1}"/>
                </a:ext>
              </a:extLst>
            </p:cNvPr>
            <p:cNvSpPr/>
            <p:nvPr/>
          </p:nvSpPr>
          <p:spPr>
            <a:xfrm>
              <a:off x="948701" y="4545698"/>
              <a:ext cx="48531" cy="67903"/>
            </a:xfrm>
            <a:custGeom>
              <a:avLst/>
              <a:gdLst/>
              <a:ahLst/>
              <a:cxnLst/>
              <a:rect l="l" t="t" r="r" b="b"/>
              <a:pathLst>
                <a:path w="947" h="1325" extrusionOk="0">
                  <a:moveTo>
                    <a:pt x="128" y="0"/>
                  </a:moveTo>
                  <a:cubicBezTo>
                    <a:pt x="1" y="181"/>
                    <a:pt x="7" y="376"/>
                    <a:pt x="16" y="797"/>
                  </a:cubicBezTo>
                  <a:cubicBezTo>
                    <a:pt x="45" y="885"/>
                    <a:pt x="206" y="983"/>
                    <a:pt x="343" y="1066"/>
                  </a:cubicBezTo>
                  <a:cubicBezTo>
                    <a:pt x="688" y="1274"/>
                    <a:pt x="881" y="1325"/>
                    <a:pt x="881" y="1325"/>
                  </a:cubicBezTo>
                  <a:cubicBezTo>
                    <a:pt x="881" y="1325"/>
                    <a:pt x="937" y="1066"/>
                    <a:pt x="942" y="932"/>
                  </a:cubicBezTo>
                  <a:cubicBezTo>
                    <a:pt x="947" y="817"/>
                    <a:pt x="749" y="689"/>
                    <a:pt x="484" y="529"/>
                  </a:cubicBezTo>
                  <a:cubicBezTo>
                    <a:pt x="297" y="416"/>
                    <a:pt x="232" y="327"/>
                    <a:pt x="212" y="293"/>
                  </a:cubicBezTo>
                  <a:cubicBezTo>
                    <a:pt x="157" y="206"/>
                    <a:pt x="145" y="91"/>
                    <a:pt x="128" y="0"/>
                  </a:cubicBezTo>
                  <a:close/>
                </a:path>
              </a:pathLst>
            </a:custGeom>
            <a:solidFill>
              <a:srgbClr val="717B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3902;p72">
              <a:extLst>
                <a:ext uri="{FF2B5EF4-FFF2-40B4-BE49-F238E27FC236}">
                  <a16:creationId xmlns:a16="http://schemas.microsoft.com/office/drawing/2014/main" id="{1D6A1CCC-AA31-72B4-07AA-BC6E53AEAFA9}"/>
                </a:ext>
              </a:extLst>
            </p:cNvPr>
            <p:cNvSpPr/>
            <p:nvPr/>
          </p:nvSpPr>
          <p:spPr>
            <a:xfrm>
              <a:off x="1101470" y="4649577"/>
              <a:ext cx="85071" cy="59293"/>
            </a:xfrm>
            <a:custGeom>
              <a:avLst/>
              <a:gdLst/>
              <a:ahLst/>
              <a:cxnLst/>
              <a:rect l="l" t="t" r="r" b="b"/>
              <a:pathLst>
                <a:path w="1660" h="1157" extrusionOk="0">
                  <a:moveTo>
                    <a:pt x="192" y="0"/>
                  </a:moveTo>
                  <a:cubicBezTo>
                    <a:pt x="146" y="0"/>
                    <a:pt x="111" y="33"/>
                    <a:pt x="91" y="100"/>
                  </a:cubicBezTo>
                  <a:cubicBezTo>
                    <a:pt x="68" y="167"/>
                    <a:pt x="0" y="518"/>
                    <a:pt x="0" y="518"/>
                  </a:cubicBezTo>
                  <a:cubicBezTo>
                    <a:pt x="0" y="518"/>
                    <a:pt x="382" y="739"/>
                    <a:pt x="604" y="868"/>
                  </a:cubicBezTo>
                  <a:cubicBezTo>
                    <a:pt x="821" y="994"/>
                    <a:pt x="1155" y="1156"/>
                    <a:pt x="1271" y="1156"/>
                  </a:cubicBezTo>
                  <a:cubicBezTo>
                    <a:pt x="1275" y="1156"/>
                    <a:pt x="1279" y="1156"/>
                    <a:pt x="1282" y="1156"/>
                  </a:cubicBezTo>
                  <a:cubicBezTo>
                    <a:pt x="1461" y="1139"/>
                    <a:pt x="1650" y="974"/>
                    <a:pt x="1650" y="974"/>
                  </a:cubicBezTo>
                  <a:cubicBezTo>
                    <a:pt x="1650" y="974"/>
                    <a:pt x="1645" y="897"/>
                    <a:pt x="1654" y="584"/>
                  </a:cubicBezTo>
                  <a:cubicBezTo>
                    <a:pt x="1660" y="365"/>
                    <a:pt x="1628" y="314"/>
                    <a:pt x="1588" y="314"/>
                  </a:cubicBezTo>
                  <a:cubicBezTo>
                    <a:pt x="1570" y="314"/>
                    <a:pt x="1551" y="323"/>
                    <a:pt x="1532" y="333"/>
                  </a:cubicBezTo>
                  <a:cubicBezTo>
                    <a:pt x="1472" y="363"/>
                    <a:pt x="1385" y="465"/>
                    <a:pt x="1273" y="472"/>
                  </a:cubicBezTo>
                  <a:cubicBezTo>
                    <a:pt x="1270" y="472"/>
                    <a:pt x="1268" y="472"/>
                    <a:pt x="1265" y="472"/>
                  </a:cubicBezTo>
                  <a:cubicBezTo>
                    <a:pt x="1150" y="472"/>
                    <a:pt x="911" y="343"/>
                    <a:pt x="604" y="195"/>
                  </a:cubicBezTo>
                  <a:cubicBezTo>
                    <a:pt x="448" y="118"/>
                    <a:pt x="350" y="71"/>
                    <a:pt x="270" y="25"/>
                  </a:cubicBezTo>
                  <a:cubicBezTo>
                    <a:pt x="241" y="8"/>
                    <a:pt x="215" y="0"/>
                    <a:pt x="192" y="0"/>
                  </a:cubicBezTo>
                  <a:close/>
                </a:path>
              </a:pathLst>
            </a:custGeom>
            <a:solidFill>
              <a:srgbClr val="717B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3903;p72">
              <a:extLst>
                <a:ext uri="{FF2B5EF4-FFF2-40B4-BE49-F238E27FC236}">
                  <a16:creationId xmlns:a16="http://schemas.microsoft.com/office/drawing/2014/main" id="{1B1A51B8-784E-CBF9-5E75-5D2C1E91600A}"/>
                </a:ext>
              </a:extLst>
            </p:cNvPr>
            <p:cNvSpPr/>
            <p:nvPr/>
          </p:nvSpPr>
          <p:spPr>
            <a:xfrm>
              <a:off x="944550" y="4586543"/>
              <a:ext cx="258390" cy="147132"/>
            </a:xfrm>
            <a:custGeom>
              <a:avLst/>
              <a:gdLst/>
              <a:ahLst/>
              <a:cxnLst/>
              <a:rect l="l" t="t" r="r" b="b"/>
              <a:pathLst>
                <a:path w="5042" h="2871" extrusionOk="0">
                  <a:moveTo>
                    <a:pt x="97" y="0"/>
                  </a:moveTo>
                  <a:cubicBezTo>
                    <a:pt x="97" y="0"/>
                    <a:pt x="5" y="27"/>
                    <a:pt x="3" y="313"/>
                  </a:cubicBezTo>
                  <a:cubicBezTo>
                    <a:pt x="0" y="588"/>
                    <a:pt x="355" y="724"/>
                    <a:pt x="1227" y="1230"/>
                  </a:cubicBezTo>
                  <a:cubicBezTo>
                    <a:pt x="2101" y="1734"/>
                    <a:pt x="3964" y="2762"/>
                    <a:pt x="4154" y="2834"/>
                  </a:cubicBezTo>
                  <a:cubicBezTo>
                    <a:pt x="4219" y="2858"/>
                    <a:pt x="4303" y="2871"/>
                    <a:pt x="4392" y="2871"/>
                  </a:cubicBezTo>
                  <a:cubicBezTo>
                    <a:pt x="4563" y="2871"/>
                    <a:pt x="4750" y="2823"/>
                    <a:pt x="4853" y="2717"/>
                  </a:cubicBezTo>
                  <a:cubicBezTo>
                    <a:pt x="5041" y="2524"/>
                    <a:pt x="4920" y="2289"/>
                    <a:pt x="4920" y="2289"/>
                  </a:cubicBezTo>
                  <a:lnTo>
                    <a:pt x="4920" y="2289"/>
                  </a:lnTo>
                  <a:cubicBezTo>
                    <a:pt x="4920" y="2289"/>
                    <a:pt x="4593" y="2502"/>
                    <a:pt x="4330" y="2502"/>
                  </a:cubicBezTo>
                  <a:cubicBezTo>
                    <a:pt x="4294" y="2502"/>
                    <a:pt x="4259" y="2498"/>
                    <a:pt x="4226" y="2489"/>
                  </a:cubicBezTo>
                  <a:cubicBezTo>
                    <a:pt x="4040" y="2435"/>
                    <a:pt x="2409" y="1570"/>
                    <a:pt x="1193" y="861"/>
                  </a:cubicBezTo>
                  <a:cubicBezTo>
                    <a:pt x="841" y="654"/>
                    <a:pt x="184" y="246"/>
                    <a:pt x="99" y="158"/>
                  </a:cubicBezTo>
                  <a:cubicBezTo>
                    <a:pt x="94" y="109"/>
                    <a:pt x="97" y="0"/>
                    <a:pt x="97" y="0"/>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3904;p72">
              <a:extLst>
                <a:ext uri="{FF2B5EF4-FFF2-40B4-BE49-F238E27FC236}">
                  <a16:creationId xmlns:a16="http://schemas.microsoft.com/office/drawing/2014/main" id="{2B09C228-F532-1D5D-5B3C-19638E9DC05E}"/>
                </a:ext>
              </a:extLst>
            </p:cNvPr>
            <p:cNvSpPr/>
            <p:nvPr/>
          </p:nvSpPr>
          <p:spPr>
            <a:xfrm>
              <a:off x="969354" y="4485739"/>
              <a:ext cx="205605" cy="160763"/>
            </a:xfrm>
            <a:custGeom>
              <a:avLst/>
              <a:gdLst/>
              <a:ahLst/>
              <a:cxnLst/>
              <a:rect l="l" t="t" r="r" b="b"/>
              <a:pathLst>
                <a:path w="4012" h="3137" extrusionOk="0">
                  <a:moveTo>
                    <a:pt x="435" y="0"/>
                  </a:moveTo>
                  <a:cubicBezTo>
                    <a:pt x="435" y="0"/>
                    <a:pt x="193" y="410"/>
                    <a:pt x="101" y="675"/>
                  </a:cubicBezTo>
                  <a:cubicBezTo>
                    <a:pt x="44" y="834"/>
                    <a:pt x="32" y="865"/>
                    <a:pt x="10" y="1170"/>
                  </a:cubicBezTo>
                  <a:cubicBezTo>
                    <a:pt x="1" y="1313"/>
                    <a:pt x="300" y="1472"/>
                    <a:pt x="775" y="1737"/>
                  </a:cubicBezTo>
                  <a:cubicBezTo>
                    <a:pt x="1365" y="2066"/>
                    <a:pt x="2552" y="2739"/>
                    <a:pt x="3144" y="3027"/>
                  </a:cubicBezTo>
                  <a:cubicBezTo>
                    <a:pt x="3303" y="3104"/>
                    <a:pt x="3408" y="3136"/>
                    <a:pt x="3483" y="3136"/>
                  </a:cubicBezTo>
                  <a:cubicBezTo>
                    <a:pt x="3645" y="3136"/>
                    <a:pt x="3658" y="2983"/>
                    <a:pt x="3742" y="2803"/>
                  </a:cubicBezTo>
                  <a:cubicBezTo>
                    <a:pt x="3915" y="2430"/>
                    <a:pt x="4012" y="2092"/>
                    <a:pt x="4012" y="2092"/>
                  </a:cubicBezTo>
                  <a:cubicBezTo>
                    <a:pt x="4012" y="2092"/>
                    <a:pt x="3182" y="1768"/>
                    <a:pt x="1652" y="883"/>
                  </a:cubicBezTo>
                  <a:cubicBezTo>
                    <a:pt x="910" y="454"/>
                    <a:pt x="640" y="172"/>
                    <a:pt x="4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3905;p72">
              <a:extLst>
                <a:ext uri="{FF2B5EF4-FFF2-40B4-BE49-F238E27FC236}">
                  <a16:creationId xmlns:a16="http://schemas.microsoft.com/office/drawing/2014/main" id="{8C2D4536-FC0B-A972-51F5-A5A32A71A78F}"/>
                </a:ext>
              </a:extLst>
            </p:cNvPr>
            <p:cNvSpPr/>
            <p:nvPr/>
          </p:nvSpPr>
          <p:spPr>
            <a:xfrm>
              <a:off x="1132731" y="4279673"/>
              <a:ext cx="140367" cy="57038"/>
            </a:xfrm>
            <a:custGeom>
              <a:avLst/>
              <a:gdLst/>
              <a:ahLst/>
              <a:cxnLst/>
              <a:rect l="l" t="t" r="r" b="b"/>
              <a:pathLst>
                <a:path w="2739" h="1113" extrusionOk="0">
                  <a:moveTo>
                    <a:pt x="1586" y="0"/>
                  </a:moveTo>
                  <a:cubicBezTo>
                    <a:pt x="1383" y="0"/>
                    <a:pt x="1150" y="156"/>
                    <a:pt x="676" y="434"/>
                  </a:cubicBezTo>
                  <a:cubicBezTo>
                    <a:pt x="203" y="713"/>
                    <a:pt x="0" y="915"/>
                    <a:pt x="262" y="1059"/>
                  </a:cubicBezTo>
                  <a:cubicBezTo>
                    <a:pt x="332" y="1097"/>
                    <a:pt x="433" y="1112"/>
                    <a:pt x="552" y="1112"/>
                  </a:cubicBezTo>
                  <a:cubicBezTo>
                    <a:pt x="881" y="1112"/>
                    <a:pt x="1342" y="998"/>
                    <a:pt x="1632" y="944"/>
                  </a:cubicBezTo>
                  <a:cubicBezTo>
                    <a:pt x="2328" y="817"/>
                    <a:pt x="2738" y="649"/>
                    <a:pt x="2352" y="411"/>
                  </a:cubicBezTo>
                  <a:cubicBezTo>
                    <a:pt x="1966" y="172"/>
                    <a:pt x="1759" y="40"/>
                    <a:pt x="1759" y="40"/>
                  </a:cubicBezTo>
                  <a:cubicBezTo>
                    <a:pt x="1700" y="13"/>
                    <a:pt x="1644" y="0"/>
                    <a:pt x="158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3906;p72">
              <a:extLst>
                <a:ext uri="{FF2B5EF4-FFF2-40B4-BE49-F238E27FC236}">
                  <a16:creationId xmlns:a16="http://schemas.microsoft.com/office/drawing/2014/main" id="{70C58AD9-2D93-77CE-2C34-C08AD59D44F9}"/>
                </a:ext>
              </a:extLst>
            </p:cNvPr>
            <p:cNvSpPr/>
            <p:nvPr/>
          </p:nvSpPr>
          <p:spPr>
            <a:xfrm>
              <a:off x="966535" y="4520280"/>
              <a:ext cx="211806" cy="130527"/>
            </a:xfrm>
            <a:custGeom>
              <a:avLst/>
              <a:gdLst/>
              <a:ahLst/>
              <a:cxnLst/>
              <a:rect l="l" t="t" r="r" b="b"/>
              <a:pathLst>
                <a:path w="4133" h="2547" extrusionOk="0">
                  <a:moveTo>
                    <a:pt x="156" y="1"/>
                  </a:moveTo>
                  <a:cubicBezTo>
                    <a:pt x="155" y="1"/>
                    <a:pt x="47" y="248"/>
                    <a:pt x="21" y="383"/>
                  </a:cubicBezTo>
                  <a:cubicBezTo>
                    <a:pt x="1" y="484"/>
                    <a:pt x="10" y="591"/>
                    <a:pt x="106" y="663"/>
                  </a:cubicBezTo>
                  <a:cubicBezTo>
                    <a:pt x="445" y="915"/>
                    <a:pt x="2582" y="2106"/>
                    <a:pt x="3009" y="2318"/>
                  </a:cubicBezTo>
                  <a:cubicBezTo>
                    <a:pt x="3312" y="2469"/>
                    <a:pt x="3495" y="2547"/>
                    <a:pt x="3596" y="2547"/>
                  </a:cubicBezTo>
                  <a:cubicBezTo>
                    <a:pt x="3647" y="2547"/>
                    <a:pt x="3677" y="2527"/>
                    <a:pt x="3692" y="2488"/>
                  </a:cubicBezTo>
                  <a:cubicBezTo>
                    <a:pt x="3717" y="2422"/>
                    <a:pt x="4132" y="1453"/>
                    <a:pt x="4132" y="1453"/>
                  </a:cubicBezTo>
                  <a:lnTo>
                    <a:pt x="4067" y="1418"/>
                  </a:lnTo>
                  <a:cubicBezTo>
                    <a:pt x="4067" y="1418"/>
                    <a:pt x="3677" y="2347"/>
                    <a:pt x="3574" y="2394"/>
                  </a:cubicBezTo>
                  <a:cubicBezTo>
                    <a:pt x="3563" y="2400"/>
                    <a:pt x="3549" y="2402"/>
                    <a:pt x="3532" y="2402"/>
                  </a:cubicBezTo>
                  <a:cubicBezTo>
                    <a:pt x="3398" y="2402"/>
                    <a:pt x="3106" y="2241"/>
                    <a:pt x="2854" y="2129"/>
                  </a:cubicBezTo>
                  <a:cubicBezTo>
                    <a:pt x="2619" y="2025"/>
                    <a:pt x="726" y="984"/>
                    <a:pt x="392" y="768"/>
                  </a:cubicBezTo>
                  <a:cubicBezTo>
                    <a:pt x="234" y="665"/>
                    <a:pt x="99" y="604"/>
                    <a:pt x="96" y="496"/>
                  </a:cubicBezTo>
                  <a:cubicBezTo>
                    <a:pt x="90" y="331"/>
                    <a:pt x="156" y="1"/>
                    <a:pt x="156" y="1"/>
                  </a:cubicBez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3907;p72">
              <a:extLst>
                <a:ext uri="{FF2B5EF4-FFF2-40B4-BE49-F238E27FC236}">
                  <a16:creationId xmlns:a16="http://schemas.microsoft.com/office/drawing/2014/main" id="{D0863ACB-B3BB-FE38-20FB-155CC87EC07A}"/>
                </a:ext>
              </a:extLst>
            </p:cNvPr>
            <p:cNvSpPr/>
            <p:nvPr/>
          </p:nvSpPr>
          <p:spPr>
            <a:xfrm>
              <a:off x="1496793" y="4312984"/>
              <a:ext cx="166811" cy="72156"/>
            </a:xfrm>
            <a:custGeom>
              <a:avLst/>
              <a:gdLst/>
              <a:ahLst/>
              <a:cxnLst/>
              <a:rect l="l" t="t" r="r" b="b"/>
              <a:pathLst>
                <a:path w="3255" h="1408" extrusionOk="0">
                  <a:moveTo>
                    <a:pt x="3075" y="0"/>
                  </a:moveTo>
                  <a:cubicBezTo>
                    <a:pt x="3075" y="0"/>
                    <a:pt x="2751" y="11"/>
                    <a:pt x="2554" y="100"/>
                  </a:cubicBezTo>
                  <a:cubicBezTo>
                    <a:pt x="1911" y="388"/>
                    <a:pt x="1482" y="635"/>
                    <a:pt x="1276" y="756"/>
                  </a:cubicBezTo>
                  <a:cubicBezTo>
                    <a:pt x="464" y="1234"/>
                    <a:pt x="1" y="1340"/>
                    <a:pt x="1" y="1340"/>
                  </a:cubicBezTo>
                  <a:lnTo>
                    <a:pt x="130" y="1407"/>
                  </a:lnTo>
                  <a:cubicBezTo>
                    <a:pt x="130" y="1407"/>
                    <a:pt x="482" y="1332"/>
                    <a:pt x="1310" y="854"/>
                  </a:cubicBezTo>
                  <a:cubicBezTo>
                    <a:pt x="2011" y="449"/>
                    <a:pt x="2388" y="232"/>
                    <a:pt x="2667" y="141"/>
                  </a:cubicBezTo>
                  <a:cubicBezTo>
                    <a:pt x="2819" y="92"/>
                    <a:pt x="2949" y="78"/>
                    <a:pt x="3048" y="78"/>
                  </a:cubicBezTo>
                  <a:cubicBezTo>
                    <a:pt x="3179" y="78"/>
                    <a:pt x="3254" y="103"/>
                    <a:pt x="3254" y="103"/>
                  </a:cubicBezTo>
                  <a:lnTo>
                    <a:pt x="3075" y="0"/>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3908;p72">
              <a:extLst>
                <a:ext uri="{FF2B5EF4-FFF2-40B4-BE49-F238E27FC236}">
                  <a16:creationId xmlns:a16="http://schemas.microsoft.com/office/drawing/2014/main" id="{30B5D503-70F9-6C0D-CA7A-CA47159BADAF}"/>
                </a:ext>
              </a:extLst>
            </p:cNvPr>
            <p:cNvSpPr/>
            <p:nvPr/>
          </p:nvSpPr>
          <p:spPr>
            <a:xfrm>
              <a:off x="1317273" y="4211053"/>
              <a:ext cx="168451" cy="73284"/>
            </a:xfrm>
            <a:custGeom>
              <a:avLst/>
              <a:gdLst/>
              <a:ahLst/>
              <a:cxnLst/>
              <a:rect l="l" t="t" r="r" b="b"/>
              <a:pathLst>
                <a:path w="3287" h="1430" extrusionOk="0">
                  <a:moveTo>
                    <a:pt x="3105" y="1"/>
                  </a:moveTo>
                  <a:cubicBezTo>
                    <a:pt x="3105" y="1"/>
                    <a:pt x="2783" y="11"/>
                    <a:pt x="2585" y="102"/>
                  </a:cubicBezTo>
                  <a:cubicBezTo>
                    <a:pt x="1943" y="390"/>
                    <a:pt x="1514" y="637"/>
                    <a:pt x="1308" y="758"/>
                  </a:cubicBezTo>
                  <a:cubicBezTo>
                    <a:pt x="496" y="1235"/>
                    <a:pt x="1" y="1383"/>
                    <a:pt x="1" y="1383"/>
                  </a:cubicBezTo>
                  <a:lnTo>
                    <a:pt x="131" y="1429"/>
                  </a:lnTo>
                  <a:cubicBezTo>
                    <a:pt x="131" y="1429"/>
                    <a:pt x="514" y="1334"/>
                    <a:pt x="1342" y="856"/>
                  </a:cubicBezTo>
                  <a:cubicBezTo>
                    <a:pt x="2043" y="451"/>
                    <a:pt x="2420" y="232"/>
                    <a:pt x="2699" y="143"/>
                  </a:cubicBezTo>
                  <a:cubicBezTo>
                    <a:pt x="2853" y="94"/>
                    <a:pt x="2984" y="80"/>
                    <a:pt x="3083" y="80"/>
                  </a:cubicBezTo>
                  <a:cubicBezTo>
                    <a:pt x="3212" y="80"/>
                    <a:pt x="3286" y="103"/>
                    <a:pt x="3286" y="103"/>
                  </a:cubicBezTo>
                  <a:lnTo>
                    <a:pt x="3105" y="1"/>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3909;p72">
              <a:extLst>
                <a:ext uri="{FF2B5EF4-FFF2-40B4-BE49-F238E27FC236}">
                  <a16:creationId xmlns:a16="http://schemas.microsoft.com/office/drawing/2014/main" id="{2B9D4E5B-A143-793F-2574-635A100E8AE3}"/>
                </a:ext>
              </a:extLst>
            </p:cNvPr>
            <p:cNvSpPr/>
            <p:nvPr/>
          </p:nvSpPr>
          <p:spPr>
            <a:xfrm>
              <a:off x="1355093" y="4269014"/>
              <a:ext cx="148669" cy="85788"/>
            </a:xfrm>
            <a:custGeom>
              <a:avLst/>
              <a:gdLst/>
              <a:ahLst/>
              <a:cxnLst/>
              <a:rect l="l" t="t" r="r" b="b"/>
              <a:pathLst>
                <a:path w="2901" h="1674" extrusionOk="0">
                  <a:moveTo>
                    <a:pt x="756" y="0"/>
                  </a:moveTo>
                  <a:cubicBezTo>
                    <a:pt x="406" y="0"/>
                    <a:pt x="171" y="210"/>
                    <a:pt x="0" y="298"/>
                  </a:cubicBezTo>
                  <a:cubicBezTo>
                    <a:pt x="0" y="298"/>
                    <a:pt x="359" y="464"/>
                    <a:pt x="1199" y="976"/>
                  </a:cubicBezTo>
                  <a:cubicBezTo>
                    <a:pt x="1890" y="1396"/>
                    <a:pt x="2163" y="1562"/>
                    <a:pt x="2372" y="1674"/>
                  </a:cubicBezTo>
                  <a:cubicBezTo>
                    <a:pt x="2498" y="1562"/>
                    <a:pt x="2901" y="1232"/>
                    <a:pt x="2623" y="968"/>
                  </a:cubicBezTo>
                  <a:cubicBezTo>
                    <a:pt x="2352" y="712"/>
                    <a:pt x="1996" y="548"/>
                    <a:pt x="1315" y="165"/>
                  </a:cubicBezTo>
                  <a:cubicBezTo>
                    <a:pt x="1101" y="44"/>
                    <a:pt x="916" y="0"/>
                    <a:pt x="75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3910;p72">
              <a:extLst>
                <a:ext uri="{FF2B5EF4-FFF2-40B4-BE49-F238E27FC236}">
                  <a16:creationId xmlns:a16="http://schemas.microsoft.com/office/drawing/2014/main" id="{988D32AD-69FD-F1F7-259D-0834B44012A9}"/>
                </a:ext>
              </a:extLst>
            </p:cNvPr>
            <p:cNvSpPr/>
            <p:nvPr/>
          </p:nvSpPr>
          <p:spPr>
            <a:xfrm>
              <a:off x="1401421" y="4223506"/>
              <a:ext cx="133141" cy="38692"/>
            </a:xfrm>
            <a:custGeom>
              <a:avLst/>
              <a:gdLst/>
              <a:ahLst/>
              <a:cxnLst/>
              <a:rect l="l" t="t" r="r" b="b"/>
              <a:pathLst>
                <a:path w="2598" h="755" extrusionOk="0">
                  <a:moveTo>
                    <a:pt x="1691" y="0"/>
                  </a:moveTo>
                  <a:cubicBezTo>
                    <a:pt x="1519" y="0"/>
                    <a:pt x="1258" y="33"/>
                    <a:pt x="931" y="172"/>
                  </a:cubicBezTo>
                  <a:cubicBezTo>
                    <a:pt x="556" y="331"/>
                    <a:pt x="1" y="754"/>
                    <a:pt x="1" y="754"/>
                  </a:cubicBezTo>
                  <a:cubicBezTo>
                    <a:pt x="1" y="754"/>
                    <a:pt x="703" y="518"/>
                    <a:pt x="1259" y="377"/>
                  </a:cubicBezTo>
                  <a:cubicBezTo>
                    <a:pt x="1444" y="330"/>
                    <a:pt x="1635" y="313"/>
                    <a:pt x="1813" y="313"/>
                  </a:cubicBezTo>
                  <a:cubicBezTo>
                    <a:pt x="2244" y="313"/>
                    <a:pt x="2598" y="411"/>
                    <a:pt x="2598" y="411"/>
                  </a:cubicBezTo>
                  <a:lnTo>
                    <a:pt x="1922" y="24"/>
                  </a:lnTo>
                  <a:cubicBezTo>
                    <a:pt x="1922" y="24"/>
                    <a:pt x="1840" y="0"/>
                    <a:pt x="1691" y="0"/>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3911;p72">
              <a:extLst>
                <a:ext uri="{FF2B5EF4-FFF2-40B4-BE49-F238E27FC236}">
                  <a16:creationId xmlns:a16="http://schemas.microsoft.com/office/drawing/2014/main" id="{62B3B673-782F-0527-ABFE-0B58136E650E}"/>
                </a:ext>
              </a:extLst>
            </p:cNvPr>
            <p:cNvSpPr/>
            <p:nvPr/>
          </p:nvSpPr>
          <p:spPr>
            <a:xfrm>
              <a:off x="1546400" y="4286489"/>
              <a:ext cx="91169" cy="60062"/>
            </a:xfrm>
            <a:custGeom>
              <a:avLst/>
              <a:gdLst/>
              <a:ahLst/>
              <a:cxnLst/>
              <a:rect l="l" t="t" r="r" b="b"/>
              <a:pathLst>
                <a:path w="1779" h="1172" extrusionOk="0">
                  <a:moveTo>
                    <a:pt x="1202" y="0"/>
                  </a:moveTo>
                  <a:cubicBezTo>
                    <a:pt x="1202" y="0"/>
                    <a:pt x="839" y="82"/>
                    <a:pt x="555" y="424"/>
                  </a:cubicBezTo>
                  <a:cubicBezTo>
                    <a:pt x="296" y="736"/>
                    <a:pt x="0" y="1172"/>
                    <a:pt x="0" y="1172"/>
                  </a:cubicBezTo>
                  <a:cubicBezTo>
                    <a:pt x="0" y="1172"/>
                    <a:pt x="430" y="937"/>
                    <a:pt x="920" y="653"/>
                  </a:cubicBezTo>
                  <a:cubicBezTo>
                    <a:pt x="1331" y="414"/>
                    <a:pt x="1779" y="330"/>
                    <a:pt x="1779" y="330"/>
                  </a:cubicBezTo>
                  <a:lnTo>
                    <a:pt x="1202" y="0"/>
                  </a:ln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3912;p72">
              <a:extLst>
                <a:ext uri="{FF2B5EF4-FFF2-40B4-BE49-F238E27FC236}">
                  <a16:creationId xmlns:a16="http://schemas.microsoft.com/office/drawing/2014/main" id="{260D08FE-598C-0FBA-FF89-B48AF3C214B2}"/>
                </a:ext>
              </a:extLst>
            </p:cNvPr>
            <p:cNvSpPr/>
            <p:nvPr/>
          </p:nvSpPr>
          <p:spPr>
            <a:xfrm>
              <a:off x="1305640" y="4411584"/>
              <a:ext cx="201813" cy="141392"/>
            </a:xfrm>
            <a:custGeom>
              <a:avLst/>
              <a:gdLst/>
              <a:ahLst/>
              <a:cxnLst/>
              <a:rect l="l" t="t" r="r" b="b"/>
              <a:pathLst>
                <a:path w="3938" h="2759" extrusionOk="0">
                  <a:moveTo>
                    <a:pt x="2871" y="0"/>
                  </a:moveTo>
                  <a:cubicBezTo>
                    <a:pt x="2437" y="232"/>
                    <a:pt x="1620" y="675"/>
                    <a:pt x="856" y="1148"/>
                  </a:cubicBezTo>
                  <a:cubicBezTo>
                    <a:pt x="700" y="1245"/>
                    <a:pt x="476" y="1381"/>
                    <a:pt x="260" y="1611"/>
                  </a:cubicBezTo>
                  <a:cubicBezTo>
                    <a:pt x="1" y="1889"/>
                    <a:pt x="16" y="2131"/>
                    <a:pt x="33" y="2567"/>
                  </a:cubicBezTo>
                  <a:cubicBezTo>
                    <a:pt x="36" y="2631"/>
                    <a:pt x="39" y="2694"/>
                    <a:pt x="42" y="2758"/>
                  </a:cubicBezTo>
                  <a:lnTo>
                    <a:pt x="3938" y="524"/>
                  </a:lnTo>
                  <a:lnTo>
                    <a:pt x="3938" y="242"/>
                  </a:lnTo>
                  <a:cubicBezTo>
                    <a:pt x="3792" y="209"/>
                    <a:pt x="3610" y="164"/>
                    <a:pt x="3409" y="111"/>
                  </a:cubicBezTo>
                  <a:cubicBezTo>
                    <a:pt x="3211" y="57"/>
                    <a:pt x="3029" y="19"/>
                    <a:pt x="2871" y="0"/>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3913;p72">
              <a:extLst>
                <a:ext uri="{FF2B5EF4-FFF2-40B4-BE49-F238E27FC236}">
                  <a16:creationId xmlns:a16="http://schemas.microsoft.com/office/drawing/2014/main" id="{A49E8481-CA71-4789-9995-F6FCA25FC8F7}"/>
                </a:ext>
              </a:extLst>
            </p:cNvPr>
            <p:cNvSpPr/>
            <p:nvPr/>
          </p:nvSpPr>
          <p:spPr>
            <a:xfrm>
              <a:off x="1290778" y="4411072"/>
              <a:ext cx="161993" cy="151641"/>
            </a:xfrm>
            <a:custGeom>
              <a:avLst/>
              <a:gdLst/>
              <a:ahLst/>
              <a:cxnLst/>
              <a:rect l="l" t="t" r="r" b="b"/>
              <a:pathLst>
                <a:path w="3161" h="2959" extrusionOk="0">
                  <a:moveTo>
                    <a:pt x="3000" y="0"/>
                  </a:moveTo>
                  <a:cubicBezTo>
                    <a:pt x="2973" y="0"/>
                    <a:pt x="2947" y="1"/>
                    <a:pt x="2923" y="4"/>
                  </a:cubicBezTo>
                  <a:cubicBezTo>
                    <a:pt x="2802" y="16"/>
                    <a:pt x="2567" y="107"/>
                    <a:pt x="2362" y="214"/>
                  </a:cubicBezTo>
                  <a:cubicBezTo>
                    <a:pt x="1793" y="505"/>
                    <a:pt x="1505" y="676"/>
                    <a:pt x="864" y="1142"/>
                  </a:cubicBezTo>
                  <a:cubicBezTo>
                    <a:pt x="478" y="1422"/>
                    <a:pt x="243" y="1683"/>
                    <a:pt x="119" y="1847"/>
                  </a:cubicBezTo>
                  <a:cubicBezTo>
                    <a:pt x="41" y="1950"/>
                    <a:pt x="1" y="2074"/>
                    <a:pt x="1" y="2203"/>
                  </a:cubicBezTo>
                  <a:lnTo>
                    <a:pt x="1" y="2958"/>
                  </a:lnTo>
                  <a:lnTo>
                    <a:pt x="332" y="2768"/>
                  </a:lnTo>
                  <a:cubicBezTo>
                    <a:pt x="329" y="2704"/>
                    <a:pt x="326" y="2641"/>
                    <a:pt x="323" y="2577"/>
                  </a:cubicBezTo>
                  <a:cubicBezTo>
                    <a:pt x="306" y="2141"/>
                    <a:pt x="291" y="1899"/>
                    <a:pt x="550" y="1621"/>
                  </a:cubicBezTo>
                  <a:cubicBezTo>
                    <a:pt x="766" y="1391"/>
                    <a:pt x="990" y="1255"/>
                    <a:pt x="1146" y="1158"/>
                  </a:cubicBezTo>
                  <a:cubicBezTo>
                    <a:pt x="1910" y="685"/>
                    <a:pt x="2727" y="242"/>
                    <a:pt x="3161" y="10"/>
                  </a:cubicBezTo>
                  <a:cubicBezTo>
                    <a:pt x="3104" y="4"/>
                    <a:pt x="3050" y="0"/>
                    <a:pt x="3000" y="0"/>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3914;p72">
              <a:extLst>
                <a:ext uri="{FF2B5EF4-FFF2-40B4-BE49-F238E27FC236}">
                  <a16:creationId xmlns:a16="http://schemas.microsoft.com/office/drawing/2014/main" id="{15BEA972-B334-FA89-6226-B4489A9F865D}"/>
                </a:ext>
              </a:extLst>
            </p:cNvPr>
            <p:cNvSpPr/>
            <p:nvPr/>
          </p:nvSpPr>
          <p:spPr>
            <a:xfrm>
              <a:off x="1284679" y="4403179"/>
              <a:ext cx="222773" cy="163070"/>
            </a:xfrm>
            <a:custGeom>
              <a:avLst/>
              <a:gdLst/>
              <a:ahLst/>
              <a:cxnLst/>
              <a:rect l="l" t="t" r="r" b="b"/>
              <a:pathLst>
                <a:path w="4347" h="3182" extrusionOk="0">
                  <a:moveTo>
                    <a:pt x="3143" y="0"/>
                  </a:moveTo>
                  <a:cubicBezTo>
                    <a:pt x="2793" y="0"/>
                    <a:pt x="2330" y="240"/>
                    <a:pt x="1776" y="578"/>
                  </a:cubicBezTo>
                  <a:cubicBezTo>
                    <a:pt x="890" y="1119"/>
                    <a:pt x="574" y="1414"/>
                    <a:pt x="325" y="1662"/>
                  </a:cubicBezTo>
                  <a:cubicBezTo>
                    <a:pt x="244" y="1743"/>
                    <a:pt x="132" y="1863"/>
                    <a:pt x="37" y="2070"/>
                  </a:cubicBezTo>
                  <a:cubicBezTo>
                    <a:pt x="11" y="2128"/>
                    <a:pt x="0" y="2192"/>
                    <a:pt x="0" y="2257"/>
                  </a:cubicBezTo>
                  <a:lnTo>
                    <a:pt x="0" y="3181"/>
                  </a:lnTo>
                  <a:lnTo>
                    <a:pt x="120" y="3112"/>
                  </a:lnTo>
                  <a:lnTo>
                    <a:pt x="120" y="2357"/>
                  </a:lnTo>
                  <a:cubicBezTo>
                    <a:pt x="120" y="2228"/>
                    <a:pt x="160" y="2104"/>
                    <a:pt x="238" y="2001"/>
                  </a:cubicBezTo>
                  <a:cubicBezTo>
                    <a:pt x="364" y="1837"/>
                    <a:pt x="597" y="1575"/>
                    <a:pt x="983" y="1296"/>
                  </a:cubicBezTo>
                  <a:cubicBezTo>
                    <a:pt x="1624" y="830"/>
                    <a:pt x="1912" y="659"/>
                    <a:pt x="2481" y="368"/>
                  </a:cubicBezTo>
                  <a:cubicBezTo>
                    <a:pt x="2686" y="261"/>
                    <a:pt x="2921" y="170"/>
                    <a:pt x="3042" y="158"/>
                  </a:cubicBezTo>
                  <a:cubicBezTo>
                    <a:pt x="3070" y="155"/>
                    <a:pt x="3100" y="153"/>
                    <a:pt x="3132" y="153"/>
                  </a:cubicBezTo>
                  <a:cubicBezTo>
                    <a:pt x="3316" y="153"/>
                    <a:pt x="3555" y="204"/>
                    <a:pt x="3818" y="275"/>
                  </a:cubicBezTo>
                  <a:cubicBezTo>
                    <a:pt x="4019" y="328"/>
                    <a:pt x="4201" y="373"/>
                    <a:pt x="4347" y="406"/>
                  </a:cubicBezTo>
                  <a:lnTo>
                    <a:pt x="4347" y="281"/>
                  </a:lnTo>
                  <a:cubicBezTo>
                    <a:pt x="4347" y="281"/>
                    <a:pt x="3554" y="66"/>
                    <a:pt x="3264" y="11"/>
                  </a:cubicBezTo>
                  <a:cubicBezTo>
                    <a:pt x="3226" y="4"/>
                    <a:pt x="3185" y="0"/>
                    <a:pt x="3143" y="0"/>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3915;p72">
              <a:extLst>
                <a:ext uri="{FF2B5EF4-FFF2-40B4-BE49-F238E27FC236}">
                  <a16:creationId xmlns:a16="http://schemas.microsoft.com/office/drawing/2014/main" id="{6035D6C4-890F-D88F-55B1-50DC6E67BEA7}"/>
                </a:ext>
              </a:extLst>
            </p:cNvPr>
            <p:cNvSpPr/>
            <p:nvPr/>
          </p:nvSpPr>
          <p:spPr>
            <a:xfrm>
              <a:off x="1327420" y="4543034"/>
              <a:ext cx="30595" cy="18910"/>
            </a:xfrm>
            <a:custGeom>
              <a:avLst/>
              <a:gdLst/>
              <a:ahLst/>
              <a:cxnLst/>
              <a:rect l="l" t="t" r="r" b="b"/>
              <a:pathLst>
                <a:path w="597" h="369" extrusionOk="0">
                  <a:moveTo>
                    <a:pt x="490" y="1"/>
                  </a:moveTo>
                  <a:cubicBezTo>
                    <a:pt x="451" y="1"/>
                    <a:pt x="398" y="17"/>
                    <a:pt x="335" y="41"/>
                  </a:cubicBezTo>
                  <a:cubicBezTo>
                    <a:pt x="233" y="81"/>
                    <a:pt x="0" y="187"/>
                    <a:pt x="62" y="313"/>
                  </a:cubicBezTo>
                  <a:cubicBezTo>
                    <a:pt x="81" y="353"/>
                    <a:pt x="111" y="369"/>
                    <a:pt x="146" y="369"/>
                  </a:cubicBezTo>
                  <a:cubicBezTo>
                    <a:pt x="218" y="369"/>
                    <a:pt x="313" y="304"/>
                    <a:pt x="396" y="261"/>
                  </a:cubicBezTo>
                  <a:cubicBezTo>
                    <a:pt x="448" y="233"/>
                    <a:pt x="597" y="156"/>
                    <a:pt x="565" y="52"/>
                  </a:cubicBezTo>
                  <a:cubicBezTo>
                    <a:pt x="553" y="16"/>
                    <a:pt x="528" y="1"/>
                    <a:pt x="490"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3916;p72">
              <a:extLst>
                <a:ext uri="{FF2B5EF4-FFF2-40B4-BE49-F238E27FC236}">
                  <a16:creationId xmlns:a16="http://schemas.microsoft.com/office/drawing/2014/main" id="{275F427D-2B34-202A-1171-30C221771255}"/>
                </a:ext>
              </a:extLst>
            </p:cNvPr>
            <p:cNvSpPr/>
            <p:nvPr/>
          </p:nvSpPr>
          <p:spPr>
            <a:xfrm>
              <a:off x="1452976" y="4476156"/>
              <a:ext cx="6150" cy="92450"/>
            </a:xfrm>
            <a:custGeom>
              <a:avLst/>
              <a:gdLst/>
              <a:ahLst/>
              <a:cxnLst/>
              <a:rect l="l" t="t" r="r" b="b"/>
              <a:pathLst>
                <a:path w="120" h="1804" extrusionOk="0">
                  <a:moveTo>
                    <a:pt x="54" y="0"/>
                  </a:moveTo>
                  <a:lnTo>
                    <a:pt x="0" y="14"/>
                  </a:lnTo>
                  <a:lnTo>
                    <a:pt x="23" y="1803"/>
                  </a:lnTo>
                  <a:lnTo>
                    <a:pt x="120" y="1751"/>
                  </a:lnTo>
                  <a:lnTo>
                    <a:pt x="54" y="0"/>
                  </a:ln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3917;p72">
              <a:extLst>
                <a:ext uri="{FF2B5EF4-FFF2-40B4-BE49-F238E27FC236}">
                  <a16:creationId xmlns:a16="http://schemas.microsoft.com/office/drawing/2014/main" id="{CE10BEBD-5243-252E-2368-30EA3CF1C545}"/>
                </a:ext>
              </a:extLst>
            </p:cNvPr>
            <p:cNvSpPr/>
            <p:nvPr/>
          </p:nvSpPr>
          <p:spPr>
            <a:xfrm>
              <a:off x="1190128" y="4656239"/>
              <a:ext cx="9225" cy="20960"/>
            </a:xfrm>
            <a:custGeom>
              <a:avLst/>
              <a:gdLst/>
              <a:ahLst/>
              <a:cxnLst/>
              <a:rect l="l" t="t" r="r" b="b"/>
              <a:pathLst>
                <a:path w="180" h="409" extrusionOk="0">
                  <a:moveTo>
                    <a:pt x="153" y="0"/>
                  </a:moveTo>
                  <a:cubicBezTo>
                    <a:pt x="150" y="0"/>
                    <a:pt x="148" y="1"/>
                    <a:pt x="145" y="2"/>
                  </a:cubicBezTo>
                  <a:cubicBezTo>
                    <a:pt x="22" y="49"/>
                    <a:pt x="1" y="264"/>
                    <a:pt x="13" y="376"/>
                  </a:cubicBezTo>
                  <a:cubicBezTo>
                    <a:pt x="15" y="394"/>
                    <a:pt x="33" y="409"/>
                    <a:pt x="50" y="409"/>
                  </a:cubicBezTo>
                  <a:cubicBezTo>
                    <a:pt x="59" y="409"/>
                    <a:pt x="68" y="404"/>
                    <a:pt x="73" y="393"/>
                  </a:cubicBezTo>
                  <a:cubicBezTo>
                    <a:pt x="124" y="284"/>
                    <a:pt x="150" y="152"/>
                    <a:pt x="176" y="34"/>
                  </a:cubicBezTo>
                  <a:cubicBezTo>
                    <a:pt x="180" y="19"/>
                    <a:pt x="169" y="0"/>
                    <a:pt x="153" y="0"/>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3918;p72">
              <a:extLst>
                <a:ext uri="{FF2B5EF4-FFF2-40B4-BE49-F238E27FC236}">
                  <a16:creationId xmlns:a16="http://schemas.microsoft.com/office/drawing/2014/main" id="{687DF83D-5740-2588-78E9-02EB7EE48ACD}"/>
                </a:ext>
              </a:extLst>
            </p:cNvPr>
            <p:cNvSpPr/>
            <p:nvPr/>
          </p:nvSpPr>
          <p:spPr>
            <a:xfrm>
              <a:off x="1523185" y="4497475"/>
              <a:ext cx="11018" cy="12351"/>
            </a:xfrm>
            <a:custGeom>
              <a:avLst/>
              <a:gdLst/>
              <a:ahLst/>
              <a:cxnLst/>
              <a:rect l="l" t="t" r="r" b="b"/>
              <a:pathLst>
                <a:path w="215" h="241" extrusionOk="0">
                  <a:moveTo>
                    <a:pt x="32" y="0"/>
                  </a:moveTo>
                  <a:cubicBezTo>
                    <a:pt x="16" y="0"/>
                    <a:pt x="1" y="18"/>
                    <a:pt x="4" y="35"/>
                  </a:cubicBezTo>
                  <a:cubicBezTo>
                    <a:pt x="18" y="115"/>
                    <a:pt x="90" y="241"/>
                    <a:pt x="180" y="241"/>
                  </a:cubicBezTo>
                  <a:cubicBezTo>
                    <a:pt x="199" y="241"/>
                    <a:pt x="214" y="222"/>
                    <a:pt x="208" y="205"/>
                  </a:cubicBezTo>
                  <a:cubicBezTo>
                    <a:pt x="194" y="165"/>
                    <a:pt x="168" y="150"/>
                    <a:pt x="139" y="122"/>
                  </a:cubicBezTo>
                  <a:cubicBezTo>
                    <a:pt x="105" y="87"/>
                    <a:pt x="79" y="47"/>
                    <a:pt x="49" y="9"/>
                  </a:cubicBezTo>
                  <a:cubicBezTo>
                    <a:pt x="43" y="3"/>
                    <a:pt x="37" y="0"/>
                    <a:pt x="32" y="0"/>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3919;p72">
              <a:extLst>
                <a:ext uri="{FF2B5EF4-FFF2-40B4-BE49-F238E27FC236}">
                  <a16:creationId xmlns:a16="http://schemas.microsoft.com/office/drawing/2014/main" id="{41067413-30EA-9359-F260-DB0E89B85408}"/>
                </a:ext>
              </a:extLst>
            </p:cNvPr>
            <p:cNvSpPr/>
            <p:nvPr/>
          </p:nvSpPr>
          <p:spPr>
            <a:xfrm>
              <a:off x="1514575" y="4503676"/>
              <a:ext cx="8353" cy="17680"/>
            </a:xfrm>
            <a:custGeom>
              <a:avLst/>
              <a:gdLst/>
              <a:ahLst/>
              <a:cxnLst/>
              <a:rect l="l" t="t" r="r" b="b"/>
              <a:pathLst>
                <a:path w="163" h="345" extrusionOk="0">
                  <a:moveTo>
                    <a:pt x="126" y="0"/>
                  </a:moveTo>
                  <a:cubicBezTo>
                    <a:pt x="115" y="0"/>
                    <a:pt x="104" y="7"/>
                    <a:pt x="100" y="21"/>
                  </a:cubicBezTo>
                  <a:cubicBezTo>
                    <a:pt x="85" y="83"/>
                    <a:pt x="66" y="143"/>
                    <a:pt x="42" y="202"/>
                  </a:cubicBezTo>
                  <a:cubicBezTo>
                    <a:pt x="22" y="247"/>
                    <a:pt x="0" y="277"/>
                    <a:pt x="8" y="327"/>
                  </a:cubicBezTo>
                  <a:cubicBezTo>
                    <a:pt x="11" y="337"/>
                    <a:pt x="22" y="345"/>
                    <a:pt x="33" y="345"/>
                  </a:cubicBezTo>
                  <a:cubicBezTo>
                    <a:pt x="36" y="345"/>
                    <a:pt x="38" y="344"/>
                    <a:pt x="40" y="343"/>
                  </a:cubicBezTo>
                  <a:cubicBezTo>
                    <a:pt x="148" y="308"/>
                    <a:pt x="163" y="124"/>
                    <a:pt x="157" y="29"/>
                  </a:cubicBezTo>
                  <a:cubicBezTo>
                    <a:pt x="156" y="11"/>
                    <a:pt x="141" y="0"/>
                    <a:pt x="126" y="0"/>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3920;p72">
              <a:extLst>
                <a:ext uri="{FF2B5EF4-FFF2-40B4-BE49-F238E27FC236}">
                  <a16:creationId xmlns:a16="http://schemas.microsoft.com/office/drawing/2014/main" id="{CC689E1F-C53C-7B20-44A3-E7EEA4EAC229}"/>
                </a:ext>
              </a:extLst>
            </p:cNvPr>
            <p:cNvSpPr/>
            <p:nvPr/>
          </p:nvSpPr>
          <p:spPr>
            <a:xfrm>
              <a:off x="1338797" y="4610373"/>
              <a:ext cx="21114" cy="8610"/>
            </a:xfrm>
            <a:custGeom>
              <a:avLst/>
              <a:gdLst/>
              <a:ahLst/>
              <a:cxnLst/>
              <a:rect l="l" t="t" r="r" b="b"/>
              <a:pathLst>
                <a:path w="412" h="168" extrusionOk="0">
                  <a:moveTo>
                    <a:pt x="20" y="1"/>
                  </a:moveTo>
                  <a:cubicBezTo>
                    <a:pt x="16" y="1"/>
                    <a:pt x="11" y="1"/>
                    <a:pt x="7" y="1"/>
                  </a:cubicBezTo>
                  <a:cubicBezTo>
                    <a:pt x="4" y="3"/>
                    <a:pt x="1" y="6"/>
                    <a:pt x="1" y="9"/>
                  </a:cubicBezTo>
                  <a:cubicBezTo>
                    <a:pt x="37" y="116"/>
                    <a:pt x="206" y="168"/>
                    <a:pt x="328" y="168"/>
                  </a:cubicBezTo>
                  <a:cubicBezTo>
                    <a:pt x="351" y="168"/>
                    <a:pt x="372" y="166"/>
                    <a:pt x="390" y="162"/>
                  </a:cubicBezTo>
                  <a:cubicBezTo>
                    <a:pt x="407" y="159"/>
                    <a:pt x="412" y="132"/>
                    <a:pt x="395" y="124"/>
                  </a:cubicBezTo>
                  <a:cubicBezTo>
                    <a:pt x="332" y="95"/>
                    <a:pt x="264" y="80"/>
                    <a:pt x="198" y="57"/>
                  </a:cubicBezTo>
                  <a:cubicBezTo>
                    <a:pt x="144" y="38"/>
                    <a:pt x="81" y="1"/>
                    <a:pt x="20" y="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3921;p72">
              <a:extLst>
                <a:ext uri="{FF2B5EF4-FFF2-40B4-BE49-F238E27FC236}">
                  <a16:creationId xmlns:a16="http://schemas.microsoft.com/office/drawing/2014/main" id="{1D0AA462-11FD-F3BE-4113-DF71365E1C50}"/>
                </a:ext>
              </a:extLst>
            </p:cNvPr>
            <p:cNvSpPr/>
            <p:nvPr/>
          </p:nvSpPr>
          <p:spPr>
            <a:xfrm>
              <a:off x="1459587" y="4538011"/>
              <a:ext cx="10711" cy="18449"/>
            </a:xfrm>
            <a:custGeom>
              <a:avLst/>
              <a:gdLst/>
              <a:ahLst/>
              <a:cxnLst/>
              <a:rect l="l" t="t" r="r" b="b"/>
              <a:pathLst>
                <a:path w="209" h="360" extrusionOk="0">
                  <a:moveTo>
                    <a:pt x="183" y="1"/>
                  </a:moveTo>
                  <a:cubicBezTo>
                    <a:pt x="176" y="1"/>
                    <a:pt x="169" y="4"/>
                    <a:pt x="164" y="11"/>
                  </a:cubicBezTo>
                  <a:cubicBezTo>
                    <a:pt x="121" y="77"/>
                    <a:pt x="78" y="141"/>
                    <a:pt x="45" y="213"/>
                  </a:cubicBezTo>
                  <a:cubicBezTo>
                    <a:pt x="22" y="262"/>
                    <a:pt x="0" y="296"/>
                    <a:pt x="28" y="346"/>
                  </a:cubicBezTo>
                  <a:cubicBezTo>
                    <a:pt x="33" y="355"/>
                    <a:pt x="41" y="360"/>
                    <a:pt x="51" y="360"/>
                  </a:cubicBezTo>
                  <a:cubicBezTo>
                    <a:pt x="53" y="360"/>
                    <a:pt x="56" y="359"/>
                    <a:pt x="58" y="359"/>
                  </a:cubicBezTo>
                  <a:cubicBezTo>
                    <a:pt x="114" y="345"/>
                    <a:pt x="124" y="304"/>
                    <a:pt x="143" y="254"/>
                  </a:cubicBezTo>
                  <a:cubicBezTo>
                    <a:pt x="170" y="179"/>
                    <a:pt x="187" y="106"/>
                    <a:pt x="206" y="28"/>
                  </a:cubicBezTo>
                  <a:cubicBezTo>
                    <a:pt x="209" y="12"/>
                    <a:pt x="196" y="1"/>
                    <a:pt x="183" y="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3922;p72">
              <a:extLst>
                <a:ext uri="{FF2B5EF4-FFF2-40B4-BE49-F238E27FC236}">
                  <a16:creationId xmlns:a16="http://schemas.microsoft.com/office/drawing/2014/main" id="{C84BB8FB-D164-D37D-5085-5303D62B3503}"/>
                </a:ext>
              </a:extLst>
            </p:cNvPr>
            <p:cNvSpPr/>
            <p:nvPr/>
          </p:nvSpPr>
          <p:spPr>
            <a:xfrm>
              <a:off x="1412132" y="4570400"/>
              <a:ext cx="11018" cy="17680"/>
            </a:xfrm>
            <a:custGeom>
              <a:avLst/>
              <a:gdLst/>
              <a:ahLst/>
              <a:cxnLst/>
              <a:rect l="l" t="t" r="r" b="b"/>
              <a:pathLst>
                <a:path w="215" h="345" extrusionOk="0">
                  <a:moveTo>
                    <a:pt x="148" y="1"/>
                  </a:moveTo>
                  <a:cubicBezTo>
                    <a:pt x="141" y="1"/>
                    <a:pt x="133" y="6"/>
                    <a:pt x="130" y="12"/>
                  </a:cubicBezTo>
                  <a:cubicBezTo>
                    <a:pt x="114" y="58"/>
                    <a:pt x="104" y="107"/>
                    <a:pt x="86" y="153"/>
                  </a:cubicBezTo>
                  <a:cubicBezTo>
                    <a:pt x="66" y="204"/>
                    <a:pt x="35" y="249"/>
                    <a:pt x="11" y="299"/>
                  </a:cubicBezTo>
                  <a:cubicBezTo>
                    <a:pt x="1" y="320"/>
                    <a:pt x="16" y="345"/>
                    <a:pt x="37" y="345"/>
                  </a:cubicBezTo>
                  <a:cubicBezTo>
                    <a:pt x="42" y="345"/>
                    <a:pt x="47" y="343"/>
                    <a:pt x="52" y="340"/>
                  </a:cubicBezTo>
                  <a:cubicBezTo>
                    <a:pt x="155" y="277"/>
                    <a:pt x="215" y="119"/>
                    <a:pt x="160" y="9"/>
                  </a:cubicBezTo>
                  <a:cubicBezTo>
                    <a:pt x="157" y="3"/>
                    <a:pt x="152" y="1"/>
                    <a:pt x="148" y="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3923;p72">
              <a:extLst>
                <a:ext uri="{FF2B5EF4-FFF2-40B4-BE49-F238E27FC236}">
                  <a16:creationId xmlns:a16="http://schemas.microsoft.com/office/drawing/2014/main" id="{AEB02F71-546D-973D-A08B-E2725B830AC0}"/>
                </a:ext>
              </a:extLst>
            </p:cNvPr>
            <p:cNvSpPr/>
            <p:nvPr/>
          </p:nvSpPr>
          <p:spPr>
            <a:xfrm>
              <a:off x="1390403" y="4574448"/>
              <a:ext cx="13119" cy="9532"/>
            </a:xfrm>
            <a:custGeom>
              <a:avLst/>
              <a:gdLst/>
              <a:ahLst/>
              <a:cxnLst/>
              <a:rect l="l" t="t" r="r" b="b"/>
              <a:pathLst>
                <a:path w="256" h="186" extrusionOk="0">
                  <a:moveTo>
                    <a:pt x="20" y="1"/>
                  </a:moveTo>
                  <a:cubicBezTo>
                    <a:pt x="10" y="1"/>
                    <a:pt x="0" y="13"/>
                    <a:pt x="4" y="23"/>
                  </a:cubicBezTo>
                  <a:cubicBezTo>
                    <a:pt x="32" y="98"/>
                    <a:pt x="119" y="166"/>
                    <a:pt x="199" y="184"/>
                  </a:cubicBezTo>
                  <a:cubicBezTo>
                    <a:pt x="202" y="185"/>
                    <a:pt x="205" y="185"/>
                    <a:pt x="208" y="185"/>
                  </a:cubicBezTo>
                  <a:cubicBezTo>
                    <a:pt x="243" y="185"/>
                    <a:pt x="256" y="141"/>
                    <a:pt x="226" y="118"/>
                  </a:cubicBezTo>
                  <a:cubicBezTo>
                    <a:pt x="170" y="75"/>
                    <a:pt x="91" y="28"/>
                    <a:pt x="24" y="2"/>
                  </a:cubicBezTo>
                  <a:cubicBezTo>
                    <a:pt x="23" y="1"/>
                    <a:pt x="21" y="1"/>
                    <a:pt x="20" y="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3924;p72">
              <a:extLst>
                <a:ext uri="{FF2B5EF4-FFF2-40B4-BE49-F238E27FC236}">
                  <a16:creationId xmlns:a16="http://schemas.microsoft.com/office/drawing/2014/main" id="{125F0021-4A0C-84E0-2D09-AC11A55E9EC4}"/>
                </a:ext>
              </a:extLst>
            </p:cNvPr>
            <p:cNvSpPr/>
            <p:nvPr/>
          </p:nvSpPr>
          <p:spPr>
            <a:xfrm>
              <a:off x="1689739" y="4401949"/>
              <a:ext cx="8968" cy="19320"/>
            </a:xfrm>
            <a:custGeom>
              <a:avLst/>
              <a:gdLst/>
              <a:ahLst/>
              <a:cxnLst/>
              <a:rect l="l" t="t" r="r" b="b"/>
              <a:pathLst>
                <a:path w="175" h="377" extrusionOk="0">
                  <a:moveTo>
                    <a:pt x="83" y="1"/>
                  </a:moveTo>
                  <a:cubicBezTo>
                    <a:pt x="72" y="1"/>
                    <a:pt x="62" y="7"/>
                    <a:pt x="64" y="21"/>
                  </a:cubicBezTo>
                  <a:cubicBezTo>
                    <a:pt x="69" y="76"/>
                    <a:pt x="73" y="133"/>
                    <a:pt x="60" y="188"/>
                  </a:cubicBezTo>
                  <a:cubicBezTo>
                    <a:pt x="47" y="239"/>
                    <a:pt x="10" y="280"/>
                    <a:pt x="3" y="331"/>
                  </a:cubicBezTo>
                  <a:cubicBezTo>
                    <a:pt x="0" y="350"/>
                    <a:pt x="13" y="376"/>
                    <a:pt x="34" y="376"/>
                  </a:cubicBezTo>
                  <a:cubicBezTo>
                    <a:pt x="38" y="376"/>
                    <a:pt x="42" y="376"/>
                    <a:pt x="46" y="374"/>
                  </a:cubicBezTo>
                  <a:cubicBezTo>
                    <a:pt x="174" y="323"/>
                    <a:pt x="174" y="107"/>
                    <a:pt x="104" y="10"/>
                  </a:cubicBezTo>
                  <a:cubicBezTo>
                    <a:pt x="99" y="4"/>
                    <a:pt x="91" y="1"/>
                    <a:pt x="83" y="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3925;p72">
              <a:extLst>
                <a:ext uri="{FF2B5EF4-FFF2-40B4-BE49-F238E27FC236}">
                  <a16:creationId xmlns:a16="http://schemas.microsoft.com/office/drawing/2014/main" id="{5AACFC08-9F03-784D-1C4B-00AE9A7BBCFC}"/>
                </a:ext>
              </a:extLst>
            </p:cNvPr>
            <p:cNvSpPr/>
            <p:nvPr/>
          </p:nvSpPr>
          <p:spPr>
            <a:xfrm>
              <a:off x="1676825" y="4405076"/>
              <a:ext cx="9942" cy="17014"/>
            </a:xfrm>
            <a:custGeom>
              <a:avLst/>
              <a:gdLst/>
              <a:ahLst/>
              <a:cxnLst/>
              <a:rect l="l" t="t" r="r" b="b"/>
              <a:pathLst>
                <a:path w="194" h="332" extrusionOk="0">
                  <a:moveTo>
                    <a:pt x="22" y="1"/>
                  </a:moveTo>
                  <a:cubicBezTo>
                    <a:pt x="10" y="1"/>
                    <a:pt x="0" y="13"/>
                    <a:pt x="6" y="26"/>
                  </a:cubicBezTo>
                  <a:cubicBezTo>
                    <a:pt x="59" y="119"/>
                    <a:pt x="74" y="202"/>
                    <a:pt x="88" y="307"/>
                  </a:cubicBezTo>
                  <a:cubicBezTo>
                    <a:pt x="90" y="321"/>
                    <a:pt x="102" y="332"/>
                    <a:pt x="115" y="332"/>
                  </a:cubicBezTo>
                  <a:cubicBezTo>
                    <a:pt x="123" y="332"/>
                    <a:pt x="130" y="328"/>
                    <a:pt x="135" y="319"/>
                  </a:cubicBezTo>
                  <a:cubicBezTo>
                    <a:pt x="193" y="208"/>
                    <a:pt x="138" y="60"/>
                    <a:pt x="29" y="3"/>
                  </a:cubicBezTo>
                  <a:cubicBezTo>
                    <a:pt x="27" y="2"/>
                    <a:pt x="24" y="1"/>
                    <a:pt x="22" y="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3926;p72">
              <a:extLst>
                <a:ext uri="{FF2B5EF4-FFF2-40B4-BE49-F238E27FC236}">
                  <a16:creationId xmlns:a16="http://schemas.microsoft.com/office/drawing/2014/main" id="{2C9E4FAF-CE18-7089-3745-75D1FAF00789}"/>
                </a:ext>
              </a:extLst>
            </p:cNvPr>
            <p:cNvSpPr/>
            <p:nvPr/>
          </p:nvSpPr>
          <p:spPr>
            <a:xfrm>
              <a:off x="1195509" y="4385397"/>
              <a:ext cx="473988" cy="335466"/>
            </a:xfrm>
            <a:custGeom>
              <a:avLst/>
              <a:gdLst/>
              <a:ahLst/>
              <a:cxnLst/>
              <a:rect l="l" t="t" r="r" b="b"/>
              <a:pathLst>
                <a:path w="9249" h="6546" extrusionOk="0">
                  <a:moveTo>
                    <a:pt x="8440" y="0"/>
                  </a:moveTo>
                  <a:cubicBezTo>
                    <a:pt x="8275" y="0"/>
                    <a:pt x="8094" y="52"/>
                    <a:pt x="7907" y="160"/>
                  </a:cubicBezTo>
                  <a:cubicBezTo>
                    <a:pt x="7188" y="576"/>
                    <a:pt x="6603" y="1692"/>
                    <a:pt x="6603" y="2651"/>
                  </a:cubicBezTo>
                  <a:cubicBezTo>
                    <a:pt x="6603" y="2658"/>
                    <a:pt x="6600" y="2674"/>
                    <a:pt x="6597" y="2691"/>
                  </a:cubicBezTo>
                  <a:lnTo>
                    <a:pt x="2645" y="4931"/>
                  </a:lnTo>
                  <a:cubicBezTo>
                    <a:pt x="2645" y="4221"/>
                    <a:pt x="2305" y="3806"/>
                    <a:pt x="1837" y="3806"/>
                  </a:cubicBezTo>
                  <a:cubicBezTo>
                    <a:pt x="1672" y="3806"/>
                    <a:pt x="1491" y="3857"/>
                    <a:pt x="1303" y="3965"/>
                  </a:cubicBezTo>
                  <a:cubicBezTo>
                    <a:pt x="583" y="4382"/>
                    <a:pt x="0" y="5497"/>
                    <a:pt x="0" y="6458"/>
                  </a:cubicBezTo>
                  <a:cubicBezTo>
                    <a:pt x="0" y="6489"/>
                    <a:pt x="2" y="6516"/>
                    <a:pt x="3" y="6546"/>
                  </a:cubicBezTo>
                  <a:cubicBezTo>
                    <a:pt x="63" y="6510"/>
                    <a:pt x="123" y="6475"/>
                    <a:pt x="181" y="6441"/>
                  </a:cubicBezTo>
                  <a:cubicBezTo>
                    <a:pt x="181" y="6424"/>
                    <a:pt x="180" y="6408"/>
                    <a:pt x="180" y="6391"/>
                  </a:cubicBezTo>
                  <a:cubicBezTo>
                    <a:pt x="180" y="5514"/>
                    <a:pt x="712" y="4497"/>
                    <a:pt x="1368" y="4117"/>
                  </a:cubicBezTo>
                  <a:cubicBezTo>
                    <a:pt x="1536" y="4020"/>
                    <a:pt x="1695" y="3975"/>
                    <a:pt x="1840" y="3975"/>
                  </a:cubicBezTo>
                  <a:cubicBezTo>
                    <a:pt x="2262" y="3975"/>
                    <a:pt x="2558" y="4365"/>
                    <a:pt x="2558" y="5017"/>
                  </a:cubicBezTo>
                  <a:cubicBezTo>
                    <a:pt x="2558" y="5034"/>
                    <a:pt x="2556" y="5052"/>
                    <a:pt x="2556" y="5069"/>
                  </a:cubicBezTo>
                  <a:lnTo>
                    <a:pt x="2558" y="5180"/>
                  </a:lnTo>
                  <a:cubicBezTo>
                    <a:pt x="2558" y="5180"/>
                    <a:pt x="6722" y="2809"/>
                    <a:pt x="6780" y="2776"/>
                  </a:cubicBezTo>
                  <a:cubicBezTo>
                    <a:pt x="6780" y="2759"/>
                    <a:pt x="6783" y="2602"/>
                    <a:pt x="6783" y="2584"/>
                  </a:cubicBezTo>
                  <a:cubicBezTo>
                    <a:pt x="6783" y="1709"/>
                    <a:pt x="7315" y="691"/>
                    <a:pt x="7971" y="312"/>
                  </a:cubicBezTo>
                  <a:cubicBezTo>
                    <a:pt x="8139" y="215"/>
                    <a:pt x="8299" y="169"/>
                    <a:pt x="8444" y="169"/>
                  </a:cubicBezTo>
                  <a:cubicBezTo>
                    <a:pt x="8866" y="169"/>
                    <a:pt x="9161" y="559"/>
                    <a:pt x="9161" y="1212"/>
                  </a:cubicBezTo>
                  <a:cubicBezTo>
                    <a:pt x="9161" y="1229"/>
                    <a:pt x="9159" y="1246"/>
                    <a:pt x="9159" y="1264"/>
                  </a:cubicBezTo>
                  <a:lnTo>
                    <a:pt x="9248" y="1261"/>
                  </a:lnTo>
                  <a:cubicBezTo>
                    <a:pt x="9248" y="1232"/>
                    <a:pt x="9248" y="1155"/>
                    <a:pt x="9248" y="1126"/>
                  </a:cubicBezTo>
                  <a:cubicBezTo>
                    <a:pt x="9248" y="415"/>
                    <a:pt x="8909" y="0"/>
                    <a:pt x="8440" y="0"/>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3927;p72">
              <a:extLst>
                <a:ext uri="{FF2B5EF4-FFF2-40B4-BE49-F238E27FC236}">
                  <a16:creationId xmlns:a16="http://schemas.microsoft.com/office/drawing/2014/main" id="{C4A29D6A-512A-67AF-10C7-F1B536CD0347}"/>
                </a:ext>
              </a:extLst>
            </p:cNvPr>
            <p:cNvSpPr/>
            <p:nvPr/>
          </p:nvSpPr>
          <p:spPr>
            <a:xfrm>
              <a:off x="1470554" y="4461601"/>
              <a:ext cx="27110" cy="12351"/>
            </a:xfrm>
            <a:custGeom>
              <a:avLst/>
              <a:gdLst/>
              <a:ahLst/>
              <a:cxnLst/>
              <a:rect l="l" t="t" r="r" b="b"/>
              <a:pathLst>
                <a:path w="529" h="241" extrusionOk="0">
                  <a:moveTo>
                    <a:pt x="108" y="1"/>
                  </a:moveTo>
                  <a:cubicBezTo>
                    <a:pt x="7" y="28"/>
                    <a:pt x="1" y="179"/>
                    <a:pt x="79" y="225"/>
                  </a:cubicBezTo>
                  <a:cubicBezTo>
                    <a:pt x="98" y="236"/>
                    <a:pt x="135" y="241"/>
                    <a:pt x="179" y="241"/>
                  </a:cubicBezTo>
                  <a:cubicBezTo>
                    <a:pt x="316" y="241"/>
                    <a:pt x="528" y="199"/>
                    <a:pt x="528" y="199"/>
                  </a:cubicBezTo>
                  <a:lnTo>
                    <a:pt x="528"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3928;p72">
              <a:extLst>
                <a:ext uri="{FF2B5EF4-FFF2-40B4-BE49-F238E27FC236}">
                  <a16:creationId xmlns:a16="http://schemas.microsoft.com/office/drawing/2014/main" id="{B0756046-F2BF-455E-83BC-45D7EC0FE668}"/>
                </a:ext>
              </a:extLst>
            </p:cNvPr>
            <p:cNvSpPr/>
            <p:nvPr/>
          </p:nvSpPr>
          <p:spPr>
            <a:xfrm>
              <a:off x="1483929" y="4447918"/>
              <a:ext cx="56065" cy="46020"/>
            </a:xfrm>
            <a:custGeom>
              <a:avLst/>
              <a:gdLst/>
              <a:ahLst/>
              <a:cxnLst/>
              <a:rect l="l" t="t" r="r" b="b"/>
              <a:pathLst>
                <a:path w="1094" h="898" extrusionOk="0">
                  <a:moveTo>
                    <a:pt x="0" y="1"/>
                  </a:moveTo>
                  <a:lnTo>
                    <a:pt x="0" y="610"/>
                  </a:lnTo>
                  <a:cubicBezTo>
                    <a:pt x="0" y="610"/>
                    <a:pt x="471" y="832"/>
                    <a:pt x="871" y="898"/>
                  </a:cubicBezTo>
                  <a:cubicBezTo>
                    <a:pt x="1094" y="760"/>
                    <a:pt x="655" y="311"/>
                    <a:pt x="436" y="190"/>
                  </a:cubicBezTo>
                  <a:cubicBezTo>
                    <a:pt x="217" y="68"/>
                    <a:pt x="0" y="1"/>
                    <a:pt x="0"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3929;p72">
              <a:extLst>
                <a:ext uri="{FF2B5EF4-FFF2-40B4-BE49-F238E27FC236}">
                  <a16:creationId xmlns:a16="http://schemas.microsoft.com/office/drawing/2014/main" id="{E89403AB-0F91-7A34-DD2F-CF151C31937D}"/>
                </a:ext>
              </a:extLst>
            </p:cNvPr>
            <p:cNvSpPr/>
            <p:nvPr/>
          </p:nvSpPr>
          <p:spPr>
            <a:xfrm>
              <a:off x="1487209" y="4439565"/>
              <a:ext cx="57961" cy="54527"/>
            </a:xfrm>
            <a:custGeom>
              <a:avLst/>
              <a:gdLst/>
              <a:ahLst/>
              <a:cxnLst/>
              <a:rect l="l" t="t" r="r" b="b"/>
              <a:pathLst>
                <a:path w="1131" h="1064" extrusionOk="0">
                  <a:moveTo>
                    <a:pt x="126" y="0"/>
                  </a:moveTo>
                  <a:cubicBezTo>
                    <a:pt x="96" y="0"/>
                    <a:pt x="66" y="11"/>
                    <a:pt x="33" y="40"/>
                  </a:cubicBezTo>
                  <a:cubicBezTo>
                    <a:pt x="21" y="51"/>
                    <a:pt x="10" y="61"/>
                    <a:pt x="1" y="74"/>
                  </a:cubicBezTo>
                  <a:cubicBezTo>
                    <a:pt x="139" y="127"/>
                    <a:pt x="499" y="339"/>
                    <a:pt x="701" y="533"/>
                  </a:cubicBezTo>
                  <a:cubicBezTo>
                    <a:pt x="885" y="710"/>
                    <a:pt x="971" y="912"/>
                    <a:pt x="930" y="1064"/>
                  </a:cubicBezTo>
                  <a:cubicBezTo>
                    <a:pt x="1112" y="1041"/>
                    <a:pt x="1131" y="885"/>
                    <a:pt x="1016" y="655"/>
                  </a:cubicBezTo>
                  <a:cubicBezTo>
                    <a:pt x="875" y="377"/>
                    <a:pt x="540" y="189"/>
                    <a:pt x="309" y="77"/>
                  </a:cubicBezTo>
                  <a:cubicBezTo>
                    <a:pt x="243" y="46"/>
                    <a:pt x="186" y="0"/>
                    <a:pt x="126"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3930;p72">
              <a:extLst>
                <a:ext uri="{FF2B5EF4-FFF2-40B4-BE49-F238E27FC236}">
                  <a16:creationId xmlns:a16="http://schemas.microsoft.com/office/drawing/2014/main" id="{9EEC6FB2-ADFB-1669-1BE6-E10C2C858941}"/>
                </a:ext>
              </a:extLst>
            </p:cNvPr>
            <p:cNvSpPr/>
            <p:nvPr/>
          </p:nvSpPr>
          <p:spPr>
            <a:xfrm>
              <a:off x="1483929" y="4443306"/>
              <a:ext cx="53092" cy="50889"/>
            </a:xfrm>
            <a:custGeom>
              <a:avLst/>
              <a:gdLst/>
              <a:ahLst/>
              <a:cxnLst/>
              <a:rect l="l" t="t" r="r" b="b"/>
              <a:pathLst>
                <a:path w="1036" h="993" extrusionOk="0">
                  <a:moveTo>
                    <a:pt x="65" y="1"/>
                  </a:moveTo>
                  <a:cubicBezTo>
                    <a:pt x="40" y="27"/>
                    <a:pt x="19" y="57"/>
                    <a:pt x="0" y="91"/>
                  </a:cubicBezTo>
                  <a:cubicBezTo>
                    <a:pt x="164" y="169"/>
                    <a:pt x="462" y="353"/>
                    <a:pt x="640" y="523"/>
                  </a:cubicBezTo>
                  <a:cubicBezTo>
                    <a:pt x="798" y="675"/>
                    <a:pt x="879" y="845"/>
                    <a:pt x="871" y="988"/>
                  </a:cubicBezTo>
                  <a:cubicBezTo>
                    <a:pt x="899" y="991"/>
                    <a:pt x="925" y="993"/>
                    <a:pt x="948" y="993"/>
                  </a:cubicBezTo>
                  <a:cubicBezTo>
                    <a:pt x="965" y="993"/>
                    <a:pt x="980" y="992"/>
                    <a:pt x="994" y="991"/>
                  </a:cubicBezTo>
                  <a:cubicBezTo>
                    <a:pt x="1035" y="839"/>
                    <a:pt x="949" y="637"/>
                    <a:pt x="765" y="460"/>
                  </a:cubicBezTo>
                  <a:cubicBezTo>
                    <a:pt x="563" y="266"/>
                    <a:pt x="203" y="54"/>
                    <a:pt x="65"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01" name="Google Shape;4208;p72">
            <a:extLst>
              <a:ext uri="{FF2B5EF4-FFF2-40B4-BE49-F238E27FC236}">
                <a16:creationId xmlns:a16="http://schemas.microsoft.com/office/drawing/2014/main" id="{F0690EFD-A261-FFEF-EC30-19B6A9399BA9}"/>
              </a:ext>
            </a:extLst>
          </p:cNvPr>
          <p:cNvGrpSpPr/>
          <p:nvPr/>
        </p:nvGrpSpPr>
        <p:grpSpPr>
          <a:xfrm>
            <a:off x="1280160" y="4979395"/>
            <a:ext cx="490860" cy="328210"/>
            <a:chOff x="865600" y="1322700"/>
            <a:chExt cx="1510800" cy="1187675"/>
          </a:xfrm>
        </p:grpSpPr>
        <p:sp>
          <p:nvSpPr>
            <p:cNvPr id="1802" name="Google Shape;4209;p72">
              <a:extLst>
                <a:ext uri="{FF2B5EF4-FFF2-40B4-BE49-F238E27FC236}">
                  <a16:creationId xmlns:a16="http://schemas.microsoft.com/office/drawing/2014/main" id="{3EC6C4ED-7679-8651-E9C4-A4EC72EEAC06}"/>
                </a:ext>
              </a:extLst>
            </p:cNvPr>
            <p:cNvSpPr/>
            <p:nvPr/>
          </p:nvSpPr>
          <p:spPr>
            <a:xfrm>
              <a:off x="2029400" y="1754750"/>
              <a:ext cx="34775" cy="65000"/>
            </a:xfrm>
            <a:custGeom>
              <a:avLst/>
              <a:gdLst/>
              <a:ahLst/>
              <a:cxnLst/>
              <a:rect l="l" t="t" r="r" b="b"/>
              <a:pathLst>
                <a:path w="1391" h="2600" extrusionOk="0">
                  <a:moveTo>
                    <a:pt x="829" y="0"/>
                  </a:moveTo>
                  <a:cubicBezTo>
                    <a:pt x="664" y="0"/>
                    <a:pt x="550" y="122"/>
                    <a:pt x="491" y="287"/>
                  </a:cubicBezTo>
                  <a:cubicBezTo>
                    <a:pt x="351" y="677"/>
                    <a:pt x="0" y="2046"/>
                    <a:pt x="243" y="2381"/>
                  </a:cubicBezTo>
                  <a:cubicBezTo>
                    <a:pt x="318" y="2486"/>
                    <a:pt x="567" y="2599"/>
                    <a:pt x="778" y="2599"/>
                  </a:cubicBezTo>
                  <a:cubicBezTo>
                    <a:pt x="823" y="2599"/>
                    <a:pt x="867" y="2594"/>
                    <a:pt x="906" y="2582"/>
                  </a:cubicBezTo>
                  <a:cubicBezTo>
                    <a:pt x="1037" y="2544"/>
                    <a:pt x="1094" y="2299"/>
                    <a:pt x="1126" y="2191"/>
                  </a:cubicBezTo>
                  <a:cubicBezTo>
                    <a:pt x="1250" y="1782"/>
                    <a:pt x="1308" y="1348"/>
                    <a:pt x="1343" y="922"/>
                  </a:cubicBezTo>
                  <a:cubicBezTo>
                    <a:pt x="1359" y="736"/>
                    <a:pt x="1391" y="523"/>
                    <a:pt x="1362" y="338"/>
                  </a:cubicBezTo>
                  <a:cubicBezTo>
                    <a:pt x="1334" y="155"/>
                    <a:pt x="1075" y="45"/>
                    <a:pt x="913" y="10"/>
                  </a:cubicBezTo>
                  <a:cubicBezTo>
                    <a:pt x="883" y="3"/>
                    <a:pt x="856" y="0"/>
                    <a:pt x="829"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4210;p72">
              <a:extLst>
                <a:ext uri="{FF2B5EF4-FFF2-40B4-BE49-F238E27FC236}">
                  <a16:creationId xmlns:a16="http://schemas.microsoft.com/office/drawing/2014/main" id="{3FE58C62-08E6-8FB1-BEAB-A13DF9EC469A}"/>
                </a:ext>
              </a:extLst>
            </p:cNvPr>
            <p:cNvSpPr/>
            <p:nvPr/>
          </p:nvSpPr>
          <p:spPr>
            <a:xfrm>
              <a:off x="1609575" y="2215775"/>
              <a:ext cx="186800" cy="120525"/>
            </a:xfrm>
            <a:custGeom>
              <a:avLst/>
              <a:gdLst/>
              <a:ahLst/>
              <a:cxnLst/>
              <a:rect l="l" t="t" r="r" b="b"/>
              <a:pathLst>
                <a:path w="7472" h="4821" extrusionOk="0">
                  <a:moveTo>
                    <a:pt x="1238" y="0"/>
                  </a:moveTo>
                  <a:lnTo>
                    <a:pt x="1" y="1843"/>
                  </a:lnTo>
                  <a:lnTo>
                    <a:pt x="1638" y="4820"/>
                  </a:lnTo>
                  <a:lnTo>
                    <a:pt x="7472" y="1452"/>
                  </a:lnTo>
                  <a:lnTo>
                    <a:pt x="1238"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4211;p72">
              <a:extLst>
                <a:ext uri="{FF2B5EF4-FFF2-40B4-BE49-F238E27FC236}">
                  <a16:creationId xmlns:a16="http://schemas.microsoft.com/office/drawing/2014/main" id="{BA501693-21C4-43E1-CD3E-FD7BB8C2C7FE}"/>
                </a:ext>
              </a:extLst>
            </p:cNvPr>
            <p:cNvSpPr/>
            <p:nvPr/>
          </p:nvSpPr>
          <p:spPr>
            <a:xfrm>
              <a:off x="945425" y="1832300"/>
              <a:ext cx="186800" cy="120525"/>
            </a:xfrm>
            <a:custGeom>
              <a:avLst/>
              <a:gdLst/>
              <a:ahLst/>
              <a:cxnLst/>
              <a:rect l="l" t="t" r="r" b="b"/>
              <a:pathLst>
                <a:path w="7472" h="4821" extrusionOk="0">
                  <a:moveTo>
                    <a:pt x="1238" y="0"/>
                  </a:moveTo>
                  <a:lnTo>
                    <a:pt x="1" y="1843"/>
                  </a:lnTo>
                  <a:lnTo>
                    <a:pt x="1638" y="4820"/>
                  </a:lnTo>
                  <a:lnTo>
                    <a:pt x="7472" y="1452"/>
                  </a:lnTo>
                  <a:lnTo>
                    <a:pt x="1238"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4212;p72">
              <a:extLst>
                <a:ext uri="{FF2B5EF4-FFF2-40B4-BE49-F238E27FC236}">
                  <a16:creationId xmlns:a16="http://schemas.microsoft.com/office/drawing/2014/main" id="{EE6D9FAB-EAC0-374A-9A22-E4F84BE469CB}"/>
                </a:ext>
              </a:extLst>
            </p:cNvPr>
            <p:cNvSpPr/>
            <p:nvPr/>
          </p:nvSpPr>
          <p:spPr>
            <a:xfrm>
              <a:off x="1685975" y="2261675"/>
              <a:ext cx="197675" cy="242775"/>
            </a:xfrm>
            <a:custGeom>
              <a:avLst/>
              <a:gdLst/>
              <a:ahLst/>
              <a:cxnLst/>
              <a:rect l="l" t="t" r="r" b="b"/>
              <a:pathLst>
                <a:path w="7907" h="9711" extrusionOk="0">
                  <a:moveTo>
                    <a:pt x="3019" y="0"/>
                  </a:moveTo>
                  <a:cubicBezTo>
                    <a:pt x="2682" y="0"/>
                    <a:pt x="2377" y="82"/>
                    <a:pt x="2116" y="238"/>
                  </a:cubicBezTo>
                  <a:lnTo>
                    <a:pt x="0" y="1459"/>
                  </a:lnTo>
                  <a:lnTo>
                    <a:pt x="4824" y="9710"/>
                  </a:lnTo>
                  <a:lnTo>
                    <a:pt x="6939" y="8488"/>
                  </a:lnTo>
                  <a:cubicBezTo>
                    <a:pt x="7537" y="8131"/>
                    <a:pt x="7907" y="7378"/>
                    <a:pt x="7907" y="6314"/>
                  </a:cubicBezTo>
                  <a:cubicBezTo>
                    <a:pt x="7907" y="4159"/>
                    <a:pt x="6394" y="1538"/>
                    <a:pt x="4528" y="462"/>
                  </a:cubicBezTo>
                  <a:cubicBezTo>
                    <a:pt x="3985" y="149"/>
                    <a:pt x="3473" y="0"/>
                    <a:pt x="3019"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4213;p72">
              <a:extLst>
                <a:ext uri="{FF2B5EF4-FFF2-40B4-BE49-F238E27FC236}">
                  <a16:creationId xmlns:a16="http://schemas.microsoft.com/office/drawing/2014/main" id="{F350069D-10A9-6933-4641-B234624F3A73}"/>
                </a:ext>
              </a:extLst>
            </p:cNvPr>
            <p:cNvSpPr/>
            <p:nvPr/>
          </p:nvSpPr>
          <p:spPr>
            <a:xfrm>
              <a:off x="1661800" y="2292175"/>
              <a:ext cx="168975" cy="218200"/>
            </a:xfrm>
            <a:custGeom>
              <a:avLst/>
              <a:gdLst/>
              <a:ahLst/>
              <a:cxnLst/>
              <a:rect l="l" t="t" r="r" b="b"/>
              <a:pathLst>
                <a:path w="6759" h="8728" extrusionOk="0">
                  <a:moveTo>
                    <a:pt x="1870" y="1"/>
                  </a:moveTo>
                  <a:cubicBezTo>
                    <a:pt x="762" y="1"/>
                    <a:pt x="0" y="885"/>
                    <a:pt x="0" y="2414"/>
                  </a:cubicBezTo>
                  <a:cubicBezTo>
                    <a:pt x="0" y="4568"/>
                    <a:pt x="1513" y="7188"/>
                    <a:pt x="3379" y="8266"/>
                  </a:cubicBezTo>
                  <a:cubicBezTo>
                    <a:pt x="3921" y="8579"/>
                    <a:pt x="4434" y="8728"/>
                    <a:pt x="4888" y="8728"/>
                  </a:cubicBezTo>
                  <a:cubicBezTo>
                    <a:pt x="5997" y="8728"/>
                    <a:pt x="6758" y="7844"/>
                    <a:pt x="6758" y="6316"/>
                  </a:cubicBezTo>
                  <a:cubicBezTo>
                    <a:pt x="6758" y="4160"/>
                    <a:pt x="5245" y="1540"/>
                    <a:pt x="3379" y="463"/>
                  </a:cubicBezTo>
                  <a:cubicBezTo>
                    <a:pt x="2837" y="149"/>
                    <a:pt x="2324" y="1"/>
                    <a:pt x="1870" y="1"/>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4214;p72">
              <a:extLst>
                <a:ext uri="{FF2B5EF4-FFF2-40B4-BE49-F238E27FC236}">
                  <a16:creationId xmlns:a16="http://schemas.microsoft.com/office/drawing/2014/main" id="{38F9F458-115A-7C45-97AD-6DBA80680AF2}"/>
                </a:ext>
              </a:extLst>
            </p:cNvPr>
            <p:cNvSpPr/>
            <p:nvPr/>
          </p:nvSpPr>
          <p:spPr>
            <a:xfrm>
              <a:off x="1686500" y="2327625"/>
              <a:ext cx="117225" cy="150525"/>
            </a:xfrm>
            <a:custGeom>
              <a:avLst/>
              <a:gdLst/>
              <a:ahLst/>
              <a:cxnLst/>
              <a:rect l="l" t="t" r="r" b="b"/>
              <a:pathLst>
                <a:path w="4689" h="6021" extrusionOk="0">
                  <a:moveTo>
                    <a:pt x="1313" y="1"/>
                  </a:moveTo>
                  <a:cubicBezTo>
                    <a:pt x="532" y="1"/>
                    <a:pt x="1" y="637"/>
                    <a:pt x="16" y="1723"/>
                  </a:cubicBezTo>
                  <a:cubicBezTo>
                    <a:pt x="39" y="3224"/>
                    <a:pt x="1100" y="5019"/>
                    <a:pt x="2385" y="5731"/>
                  </a:cubicBezTo>
                  <a:cubicBezTo>
                    <a:pt x="2741" y="5928"/>
                    <a:pt x="3077" y="6021"/>
                    <a:pt x="3377" y="6021"/>
                  </a:cubicBezTo>
                  <a:cubicBezTo>
                    <a:pt x="4158" y="6021"/>
                    <a:pt x="4689" y="5385"/>
                    <a:pt x="4672" y="4299"/>
                  </a:cubicBezTo>
                  <a:cubicBezTo>
                    <a:pt x="4649" y="2796"/>
                    <a:pt x="3590" y="1002"/>
                    <a:pt x="2304" y="291"/>
                  </a:cubicBezTo>
                  <a:cubicBezTo>
                    <a:pt x="1948" y="94"/>
                    <a:pt x="1612" y="1"/>
                    <a:pt x="1313"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4215;p72">
              <a:extLst>
                <a:ext uri="{FF2B5EF4-FFF2-40B4-BE49-F238E27FC236}">
                  <a16:creationId xmlns:a16="http://schemas.microsoft.com/office/drawing/2014/main" id="{289C91BF-4691-95CC-3C1F-72009583C500}"/>
                </a:ext>
              </a:extLst>
            </p:cNvPr>
            <p:cNvSpPr/>
            <p:nvPr/>
          </p:nvSpPr>
          <p:spPr>
            <a:xfrm>
              <a:off x="1694725" y="2338150"/>
              <a:ext cx="100800" cy="129450"/>
            </a:xfrm>
            <a:custGeom>
              <a:avLst/>
              <a:gdLst/>
              <a:ahLst/>
              <a:cxnLst/>
              <a:rect l="l" t="t" r="r" b="b"/>
              <a:pathLst>
                <a:path w="4032" h="5178" extrusionOk="0">
                  <a:moveTo>
                    <a:pt x="1129" y="1"/>
                  </a:moveTo>
                  <a:cubicBezTo>
                    <a:pt x="457" y="1"/>
                    <a:pt x="0" y="548"/>
                    <a:pt x="14" y="1481"/>
                  </a:cubicBezTo>
                  <a:cubicBezTo>
                    <a:pt x="34" y="2774"/>
                    <a:pt x="944" y="4316"/>
                    <a:pt x="2050" y="4928"/>
                  </a:cubicBezTo>
                  <a:cubicBezTo>
                    <a:pt x="2356" y="5097"/>
                    <a:pt x="2645" y="5178"/>
                    <a:pt x="2903" y="5178"/>
                  </a:cubicBezTo>
                  <a:cubicBezTo>
                    <a:pt x="3574" y="5178"/>
                    <a:pt x="4031" y="4631"/>
                    <a:pt x="4017" y="3697"/>
                  </a:cubicBezTo>
                  <a:cubicBezTo>
                    <a:pt x="3998" y="2406"/>
                    <a:pt x="3086" y="862"/>
                    <a:pt x="1981" y="250"/>
                  </a:cubicBezTo>
                  <a:cubicBezTo>
                    <a:pt x="1675" y="81"/>
                    <a:pt x="1386" y="1"/>
                    <a:pt x="1129"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4216;p72">
              <a:extLst>
                <a:ext uri="{FF2B5EF4-FFF2-40B4-BE49-F238E27FC236}">
                  <a16:creationId xmlns:a16="http://schemas.microsoft.com/office/drawing/2014/main" id="{B98BFD4F-D7E6-20EC-2CBE-68CAD06E8303}"/>
                </a:ext>
              </a:extLst>
            </p:cNvPr>
            <p:cNvSpPr/>
            <p:nvPr/>
          </p:nvSpPr>
          <p:spPr>
            <a:xfrm>
              <a:off x="1719475" y="2364650"/>
              <a:ext cx="56975" cy="73175"/>
            </a:xfrm>
            <a:custGeom>
              <a:avLst/>
              <a:gdLst/>
              <a:ahLst/>
              <a:cxnLst/>
              <a:rect l="l" t="t" r="r" b="b"/>
              <a:pathLst>
                <a:path w="2279" h="2927" extrusionOk="0">
                  <a:moveTo>
                    <a:pt x="638" y="0"/>
                  </a:moveTo>
                  <a:cubicBezTo>
                    <a:pt x="258" y="0"/>
                    <a:pt x="0" y="309"/>
                    <a:pt x="8" y="837"/>
                  </a:cubicBezTo>
                  <a:cubicBezTo>
                    <a:pt x="19" y="1567"/>
                    <a:pt x="534" y="2439"/>
                    <a:pt x="1159" y="2785"/>
                  </a:cubicBezTo>
                  <a:cubicBezTo>
                    <a:pt x="1332" y="2881"/>
                    <a:pt x="1495" y="2926"/>
                    <a:pt x="1640" y="2926"/>
                  </a:cubicBezTo>
                  <a:cubicBezTo>
                    <a:pt x="2020" y="2926"/>
                    <a:pt x="2279" y="2617"/>
                    <a:pt x="2271" y="2089"/>
                  </a:cubicBezTo>
                  <a:cubicBezTo>
                    <a:pt x="2260" y="1360"/>
                    <a:pt x="1744" y="487"/>
                    <a:pt x="1120" y="141"/>
                  </a:cubicBezTo>
                  <a:cubicBezTo>
                    <a:pt x="946" y="45"/>
                    <a:pt x="783" y="0"/>
                    <a:pt x="638"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4217;p72">
              <a:extLst>
                <a:ext uri="{FF2B5EF4-FFF2-40B4-BE49-F238E27FC236}">
                  <a16:creationId xmlns:a16="http://schemas.microsoft.com/office/drawing/2014/main" id="{7B466CB7-81F8-6C49-063D-FCBAE0681FD2}"/>
                </a:ext>
              </a:extLst>
            </p:cNvPr>
            <p:cNvSpPr/>
            <p:nvPr/>
          </p:nvSpPr>
          <p:spPr>
            <a:xfrm>
              <a:off x="1715200" y="2351075"/>
              <a:ext cx="73975" cy="95300"/>
            </a:xfrm>
            <a:custGeom>
              <a:avLst/>
              <a:gdLst/>
              <a:ahLst/>
              <a:cxnLst/>
              <a:rect l="l" t="t" r="r" b="b"/>
              <a:pathLst>
                <a:path w="2959" h="3812" extrusionOk="0">
                  <a:moveTo>
                    <a:pt x="809" y="543"/>
                  </a:moveTo>
                  <a:cubicBezTo>
                    <a:pt x="954" y="543"/>
                    <a:pt x="1117" y="588"/>
                    <a:pt x="1291" y="684"/>
                  </a:cubicBezTo>
                  <a:cubicBezTo>
                    <a:pt x="1622" y="868"/>
                    <a:pt x="1922" y="1199"/>
                    <a:pt x="2132" y="1578"/>
                  </a:cubicBezTo>
                  <a:cubicBezTo>
                    <a:pt x="2226" y="1746"/>
                    <a:pt x="2302" y="1924"/>
                    <a:pt x="2355" y="2103"/>
                  </a:cubicBezTo>
                  <a:cubicBezTo>
                    <a:pt x="2408" y="2281"/>
                    <a:pt x="2439" y="2461"/>
                    <a:pt x="2442" y="2632"/>
                  </a:cubicBezTo>
                  <a:cubicBezTo>
                    <a:pt x="2442" y="2661"/>
                    <a:pt x="2442" y="2691"/>
                    <a:pt x="2440" y="2720"/>
                  </a:cubicBezTo>
                  <a:cubicBezTo>
                    <a:pt x="2420" y="3194"/>
                    <a:pt x="2170" y="3469"/>
                    <a:pt x="1812" y="3469"/>
                  </a:cubicBezTo>
                  <a:cubicBezTo>
                    <a:pt x="1667" y="3469"/>
                    <a:pt x="1503" y="3424"/>
                    <a:pt x="1330" y="3328"/>
                  </a:cubicBezTo>
                  <a:cubicBezTo>
                    <a:pt x="705" y="2982"/>
                    <a:pt x="190" y="2110"/>
                    <a:pt x="179" y="1380"/>
                  </a:cubicBezTo>
                  <a:cubicBezTo>
                    <a:pt x="171" y="852"/>
                    <a:pt x="429" y="543"/>
                    <a:pt x="809" y="543"/>
                  </a:cubicBezTo>
                  <a:close/>
                  <a:moveTo>
                    <a:pt x="831" y="0"/>
                  </a:moveTo>
                  <a:cubicBezTo>
                    <a:pt x="337" y="0"/>
                    <a:pt x="1" y="403"/>
                    <a:pt x="12" y="1090"/>
                  </a:cubicBezTo>
                  <a:cubicBezTo>
                    <a:pt x="26" y="2042"/>
                    <a:pt x="697" y="3178"/>
                    <a:pt x="1511" y="3627"/>
                  </a:cubicBezTo>
                  <a:cubicBezTo>
                    <a:pt x="1737" y="3752"/>
                    <a:pt x="1949" y="3811"/>
                    <a:pt x="2139" y="3811"/>
                  </a:cubicBezTo>
                  <a:cubicBezTo>
                    <a:pt x="2605" y="3811"/>
                    <a:pt x="2930" y="3453"/>
                    <a:pt x="2957" y="2835"/>
                  </a:cubicBezTo>
                  <a:cubicBezTo>
                    <a:pt x="2959" y="2798"/>
                    <a:pt x="2959" y="2760"/>
                    <a:pt x="2959" y="2721"/>
                  </a:cubicBezTo>
                  <a:cubicBezTo>
                    <a:pt x="2951" y="2275"/>
                    <a:pt x="2801" y="1788"/>
                    <a:pt x="2557" y="1349"/>
                  </a:cubicBezTo>
                  <a:cubicBezTo>
                    <a:pt x="2283" y="854"/>
                    <a:pt x="1890" y="423"/>
                    <a:pt x="1459" y="184"/>
                  </a:cubicBezTo>
                  <a:cubicBezTo>
                    <a:pt x="1234" y="59"/>
                    <a:pt x="1021" y="0"/>
                    <a:pt x="831"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4218;p72">
              <a:extLst>
                <a:ext uri="{FF2B5EF4-FFF2-40B4-BE49-F238E27FC236}">
                  <a16:creationId xmlns:a16="http://schemas.microsoft.com/office/drawing/2014/main" id="{721067DD-B6CE-D9FB-F5A9-76192337860A}"/>
                </a:ext>
              </a:extLst>
            </p:cNvPr>
            <p:cNvSpPr/>
            <p:nvPr/>
          </p:nvSpPr>
          <p:spPr>
            <a:xfrm>
              <a:off x="1022275" y="1878475"/>
              <a:ext cx="197675" cy="242800"/>
            </a:xfrm>
            <a:custGeom>
              <a:avLst/>
              <a:gdLst/>
              <a:ahLst/>
              <a:cxnLst/>
              <a:rect l="l" t="t" r="r" b="b"/>
              <a:pathLst>
                <a:path w="7907" h="9712" extrusionOk="0">
                  <a:moveTo>
                    <a:pt x="3019" y="0"/>
                  </a:moveTo>
                  <a:cubicBezTo>
                    <a:pt x="2682" y="0"/>
                    <a:pt x="2377" y="82"/>
                    <a:pt x="2116" y="238"/>
                  </a:cubicBezTo>
                  <a:lnTo>
                    <a:pt x="1" y="1460"/>
                  </a:lnTo>
                  <a:lnTo>
                    <a:pt x="4824" y="9711"/>
                  </a:lnTo>
                  <a:lnTo>
                    <a:pt x="6940" y="8489"/>
                  </a:lnTo>
                  <a:cubicBezTo>
                    <a:pt x="7537" y="8131"/>
                    <a:pt x="7907" y="7379"/>
                    <a:pt x="7907" y="6314"/>
                  </a:cubicBezTo>
                  <a:cubicBezTo>
                    <a:pt x="7907" y="4160"/>
                    <a:pt x="6394" y="1540"/>
                    <a:pt x="4528" y="462"/>
                  </a:cubicBezTo>
                  <a:cubicBezTo>
                    <a:pt x="3986" y="149"/>
                    <a:pt x="3473" y="0"/>
                    <a:pt x="3019"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4219;p72">
              <a:extLst>
                <a:ext uri="{FF2B5EF4-FFF2-40B4-BE49-F238E27FC236}">
                  <a16:creationId xmlns:a16="http://schemas.microsoft.com/office/drawing/2014/main" id="{728CC217-0B3E-1A03-B4B1-E1EDC3166C42}"/>
                </a:ext>
              </a:extLst>
            </p:cNvPr>
            <p:cNvSpPr/>
            <p:nvPr/>
          </p:nvSpPr>
          <p:spPr>
            <a:xfrm>
              <a:off x="998100" y="1909025"/>
              <a:ext cx="168975" cy="218175"/>
            </a:xfrm>
            <a:custGeom>
              <a:avLst/>
              <a:gdLst/>
              <a:ahLst/>
              <a:cxnLst/>
              <a:rect l="l" t="t" r="r" b="b"/>
              <a:pathLst>
                <a:path w="6759" h="8727" extrusionOk="0">
                  <a:moveTo>
                    <a:pt x="1870" y="0"/>
                  </a:moveTo>
                  <a:cubicBezTo>
                    <a:pt x="762" y="0"/>
                    <a:pt x="0" y="884"/>
                    <a:pt x="0" y="2412"/>
                  </a:cubicBezTo>
                  <a:cubicBezTo>
                    <a:pt x="0" y="4568"/>
                    <a:pt x="1513" y="7188"/>
                    <a:pt x="3379" y="8265"/>
                  </a:cubicBezTo>
                  <a:cubicBezTo>
                    <a:pt x="3921" y="8578"/>
                    <a:pt x="4434" y="8726"/>
                    <a:pt x="4888" y="8726"/>
                  </a:cubicBezTo>
                  <a:cubicBezTo>
                    <a:pt x="5997" y="8726"/>
                    <a:pt x="6758" y="7843"/>
                    <a:pt x="6758" y="6314"/>
                  </a:cubicBezTo>
                  <a:cubicBezTo>
                    <a:pt x="6758" y="4160"/>
                    <a:pt x="5245" y="1538"/>
                    <a:pt x="3379" y="462"/>
                  </a:cubicBezTo>
                  <a:cubicBezTo>
                    <a:pt x="2837" y="149"/>
                    <a:pt x="2324" y="0"/>
                    <a:pt x="1870"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4220;p72">
              <a:extLst>
                <a:ext uri="{FF2B5EF4-FFF2-40B4-BE49-F238E27FC236}">
                  <a16:creationId xmlns:a16="http://schemas.microsoft.com/office/drawing/2014/main" id="{D017B43E-45D3-9C0F-FAA2-267A6C23529F}"/>
                </a:ext>
              </a:extLst>
            </p:cNvPr>
            <p:cNvSpPr/>
            <p:nvPr/>
          </p:nvSpPr>
          <p:spPr>
            <a:xfrm>
              <a:off x="1023800" y="1940225"/>
              <a:ext cx="115200" cy="158950"/>
            </a:xfrm>
            <a:custGeom>
              <a:avLst/>
              <a:gdLst/>
              <a:ahLst/>
              <a:cxnLst/>
              <a:rect l="l" t="t" r="r" b="b"/>
              <a:pathLst>
                <a:path w="4608" h="6358" extrusionOk="0">
                  <a:moveTo>
                    <a:pt x="1616" y="0"/>
                  </a:moveTo>
                  <a:cubicBezTo>
                    <a:pt x="964" y="0"/>
                    <a:pt x="439" y="519"/>
                    <a:pt x="268" y="1468"/>
                  </a:cubicBezTo>
                  <a:cubicBezTo>
                    <a:pt x="1" y="2945"/>
                    <a:pt x="697" y="4911"/>
                    <a:pt x="1821" y="5857"/>
                  </a:cubicBezTo>
                  <a:cubicBezTo>
                    <a:pt x="2224" y="6195"/>
                    <a:pt x="2628" y="6357"/>
                    <a:pt x="2992" y="6357"/>
                  </a:cubicBezTo>
                  <a:cubicBezTo>
                    <a:pt x="3644" y="6357"/>
                    <a:pt x="4170" y="5839"/>
                    <a:pt x="4341" y="4891"/>
                  </a:cubicBezTo>
                  <a:cubicBezTo>
                    <a:pt x="4608" y="3412"/>
                    <a:pt x="3912" y="1448"/>
                    <a:pt x="2787" y="502"/>
                  </a:cubicBezTo>
                  <a:cubicBezTo>
                    <a:pt x="2384" y="162"/>
                    <a:pt x="1980" y="0"/>
                    <a:pt x="1616"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4221;p72">
              <a:extLst>
                <a:ext uri="{FF2B5EF4-FFF2-40B4-BE49-F238E27FC236}">
                  <a16:creationId xmlns:a16="http://schemas.microsoft.com/office/drawing/2014/main" id="{6D5B8B60-EF42-FB0D-6EBC-0EDB7EA7323C}"/>
                </a:ext>
              </a:extLst>
            </p:cNvPr>
            <p:cNvSpPr/>
            <p:nvPr/>
          </p:nvSpPr>
          <p:spPr>
            <a:xfrm>
              <a:off x="1031850" y="1951375"/>
              <a:ext cx="99075" cy="136650"/>
            </a:xfrm>
            <a:custGeom>
              <a:avLst/>
              <a:gdLst/>
              <a:ahLst/>
              <a:cxnLst/>
              <a:rect l="l" t="t" r="r" b="b"/>
              <a:pathLst>
                <a:path w="3963" h="5466" extrusionOk="0">
                  <a:moveTo>
                    <a:pt x="1390" y="1"/>
                  </a:moveTo>
                  <a:cubicBezTo>
                    <a:pt x="830" y="1"/>
                    <a:pt x="378" y="446"/>
                    <a:pt x="231" y="1261"/>
                  </a:cubicBezTo>
                  <a:cubicBezTo>
                    <a:pt x="1" y="2533"/>
                    <a:pt x="600" y="4223"/>
                    <a:pt x="1568" y="5035"/>
                  </a:cubicBezTo>
                  <a:cubicBezTo>
                    <a:pt x="1914" y="5326"/>
                    <a:pt x="2261" y="5465"/>
                    <a:pt x="2574" y="5465"/>
                  </a:cubicBezTo>
                  <a:cubicBezTo>
                    <a:pt x="3134" y="5465"/>
                    <a:pt x="3586" y="5020"/>
                    <a:pt x="3734" y="4204"/>
                  </a:cubicBezTo>
                  <a:cubicBezTo>
                    <a:pt x="3962" y="2933"/>
                    <a:pt x="3365" y="1244"/>
                    <a:pt x="2397" y="431"/>
                  </a:cubicBezTo>
                  <a:cubicBezTo>
                    <a:pt x="2050" y="140"/>
                    <a:pt x="1703" y="1"/>
                    <a:pt x="1390"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4222;p72">
              <a:extLst>
                <a:ext uri="{FF2B5EF4-FFF2-40B4-BE49-F238E27FC236}">
                  <a16:creationId xmlns:a16="http://schemas.microsoft.com/office/drawing/2014/main" id="{BD27BB36-5F92-7998-5605-D18C36204FBA}"/>
                </a:ext>
              </a:extLst>
            </p:cNvPr>
            <p:cNvSpPr/>
            <p:nvPr/>
          </p:nvSpPr>
          <p:spPr>
            <a:xfrm>
              <a:off x="1056500" y="1980000"/>
              <a:ext cx="56025" cy="77225"/>
            </a:xfrm>
            <a:custGeom>
              <a:avLst/>
              <a:gdLst/>
              <a:ahLst/>
              <a:cxnLst/>
              <a:rect l="l" t="t" r="r" b="b"/>
              <a:pathLst>
                <a:path w="2241" h="3089" extrusionOk="0">
                  <a:moveTo>
                    <a:pt x="785" y="1"/>
                  </a:moveTo>
                  <a:cubicBezTo>
                    <a:pt x="469" y="1"/>
                    <a:pt x="214" y="253"/>
                    <a:pt x="131" y="714"/>
                  </a:cubicBezTo>
                  <a:cubicBezTo>
                    <a:pt x="1" y="1431"/>
                    <a:pt x="339" y="2386"/>
                    <a:pt x="885" y="2846"/>
                  </a:cubicBezTo>
                  <a:cubicBezTo>
                    <a:pt x="1081" y="3010"/>
                    <a:pt x="1278" y="3089"/>
                    <a:pt x="1455" y="3089"/>
                  </a:cubicBezTo>
                  <a:cubicBezTo>
                    <a:pt x="1772" y="3089"/>
                    <a:pt x="2028" y="2837"/>
                    <a:pt x="2110" y="2377"/>
                  </a:cubicBezTo>
                  <a:cubicBezTo>
                    <a:pt x="2241" y="1658"/>
                    <a:pt x="1902" y="703"/>
                    <a:pt x="1354" y="244"/>
                  </a:cubicBezTo>
                  <a:cubicBezTo>
                    <a:pt x="1159" y="79"/>
                    <a:pt x="962" y="1"/>
                    <a:pt x="785" y="1"/>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4223;p72">
              <a:extLst>
                <a:ext uri="{FF2B5EF4-FFF2-40B4-BE49-F238E27FC236}">
                  <a16:creationId xmlns:a16="http://schemas.microsoft.com/office/drawing/2014/main" id="{5FF46876-2875-55A1-D203-4EBAC5DBDB98}"/>
                </a:ext>
              </a:extLst>
            </p:cNvPr>
            <p:cNvSpPr/>
            <p:nvPr/>
          </p:nvSpPr>
          <p:spPr>
            <a:xfrm>
              <a:off x="1052825" y="1966700"/>
              <a:ext cx="70700" cy="100600"/>
            </a:xfrm>
            <a:custGeom>
              <a:avLst/>
              <a:gdLst/>
              <a:ahLst/>
              <a:cxnLst/>
              <a:rect l="l" t="t" r="r" b="b"/>
              <a:pathLst>
                <a:path w="2828" h="4024" extrusionOk="0">
                  <a:moveTo>
                    <a:pt x="933" y="533"/>
                  </a:moveTo>
                  <a:cubicBezTo>
                    <a:pt x="1110" y="533"/>
                    <a:pt x="1307" y="611"/>
                    <a:pt x="1503" y="776"/>
                  </a:cubicBezTo>
                  <a:cubicBezTo>
                    <a:pt x="1793" y="1019"/>
                    <a:pt x="2023" y="1402"/>
                    <a:pt x="2158" y="1814"/>
                  </a:cubicBezTo>
                  <a:cubicBezTo>
                    <a:pt x="2216" y="1998"/>
                    <a:pt x="2257" y="2187"/>
                    <a:pt x="2274" y="2372"/>
                  </a:cubicBezTo>
                  <a:cubicBezTo>
                    <a:pt x="2293" y="2558"/>
                    <a:pt x="2288" y="2739"/>
                    <a:pt x="2257" y="2909"/>
                  </a:cubicBezTo>
                  <a:cubicBezTo>
                    <a:pt x="2253" y="2938"/>
                    <a:pt x="2247" y="2966"/>
                    <a:pt x="2239" y="2993"/>
                  </a:cubicBezTo>
                  <a:cubicBezTo>
                    <a:pt x="2141" y="3401"/>
                    <a:pt x="1898" y="3621"/>
                    <a:pt x="1601" y="3621"/>
                  </a:cubicBezTo>
                  <a:cubicBezTo>
                    <a:pt x="1424" y="3621"/>
                    <a:pt x="1228" y="3543"/>
                    <a:pt x="1032" y="3378"/>
                  </a:cubicBezTo>
                  <a:cubicBezTo>
                    <a:pt x="486" y="2918"/>
                    <a:pt x="148" y="1963"/>
                    <a:pt x="278" y="1246"/>
                  </a:cubicBezTo>
                  <a:cubicBezTo>
                    <a:pt x="361" y="785"/>
                    <a:pt x="616" y="533"/>
                    <a:pt x="933" y="533"/>
                  </a:cubicBezTo>
                  <a:close/>
                  <a:moveTo>
                    <a:pt x="1022" y="0"/>
                  </a:moveTo>
                  <a:cubicBezTo>
                    <a:pt x="610" y="0"/>
                    <a:pt x="277" y="328"/>
                    <a:pt x="169" y="928"/>
                  </a:cubicBezTo>
                  <a:cubicBezTo>
                    <a:pt x="0" y="1865"/>
                    <a:pt x="440" y="3108"/>
                    <a:pt x="1152" y="3706"/>
                  </a:cubicBezTo>
                  <a:cubicBezTo>
                    <a:pt x="1408" y="3921"/>
                    <a:pt x="1663" y="4024"/>
                    <a:pt x="1894" y="4024"/>
                  </a:cubicBezTo>
                  <a:cubicBezTo>
                    <a:pt x="2281" y="4024"/>
                    <a:pt x="2597" y="3736"/>
                    <a:pt x="2725" y="3206"/>
                  </a:cubicBezTo>
                  <a:cubicBezTo>
                    <a:pt x="2733" y="3171"/>
                    <a:pt x="2740" y="3133"/>
                    <a:pt x="2748" y="3095"/>
                  </a:cubicBezTo>
                  <a:cubicBezTo>
                    <a:pt x="2828" y="2656"/>
                    <a:pt x="2772" y="2147"/>
                    <a:pt x="2618" y="1670"/>
                  </a:cubicBezTo>
                  <a:cubicBezTo>
                    <a:pt x="2443" y="1134"/>
                    <a:pt x="2141" y="634"/>
                    <a:pt x="1764" y="318"/>
                  </a:cubicBezTo>
                  <a:cubicBezTo>
                    <a:pt x="1508" y="103"/>
                    <a:pt x="1253" y="0"/>
                    <a:pt x="1022"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4224;p72">
              <a:extLst>
                <a:ext uri="{FF2B5EF4-FFF2-40B4-BE49-F238E27FC236}">
                  <a16:creationId xmlns:a16="http://schemas.microsoft.com/office/drawing/2014/main" id="{8C4CE999-32A6-F16F-58E4-2642DA4835F5}"/>
                </a:ext>
              </a:extLst>
            </p:cNvPr>
            <p:cNvSpPr/>
            <p:nvPr/>
          </p:nvSpPr>
          <p:spPr>
            <a:xfrm>
              <a:off x="884825" y="1325775"/>
              <a:ext cx="1486250" cy="1159950"/>
            </a:xfrm>
            <a:custGeom>
              <a:avLst/>
              <a:gdLst/>
              <a:ahLst/>
              <a:cxnLst/>
              <a:rect l="l" t="t" r="r" b="b"/>
              <a:pathLst>
                <a:path w="59450" h="46398" extrusionOk="0">
                  <a:moveTo>
                    <a:pt x="17262" y="1"/>
                  </a:moveTo>
                  <a:cubicBezTo>
                    <a:pt x="16889" y="1"/>
                    <a:pt x="14374" y="4428"/>
                    <a:pt x="14374" y="4428"/>
                  </a:cubicBezTo>
                  <a:lnTo>
                    <a:pt x="3617" y="7419"/>
                  </a:lnTo>
                  <a:lnTo>
                    <a:pt x="743" y="13782"/>
                  </a:lnTo>
                  <a:cubicBezTo>
                    <a:pt x="508" y="14332"/>
                    <a:pt x="389" y="14923"/>
                    <a:pt x="389" y="15521"/>
                  </a:cubicBezTo>
                  <a:lnTo>
                    <a:pt x="389" y="19622"/>
                  </a:lnTo>
                  <a:cubicBezTo>
                    <a:pt x="243" y="19770"/>
                    <a:pt x="45" y="19899"/>
                    <a:pt x="19" y="20108"/>
                  </a:cubicBezTo>
                  <a:cubicBezTo>
                    <a:pt x="1" y="20250"/>
                    <a:pt x="19" y="20405"/>
                    <a:pt x="19" y="20548"/>
                  </a:cubicBezTo>
                  <a:lnTo>
                    <a:pt x="19" y="21279"/>
                  </a:lnTo>
                  <a:cubicBezTo>
                    <a:pt x="19" y="21802"/>
                    <a:pt x="260" y="22295"/>
                    <a:pt x="671" y="22617"/>
                  </a:cubicBezTo>
                  <a:lnTo>
                    <a:pt x="3142" y="24551"/>
                  </a:lnTo>
                  <a:lnTo>
                    <a:pt x="4064" y="25083"/>
                  </a:lnTo>
                  <a:lnTo>
                    <a:pt x="4064" y="24816"/>
                  </a:lnTo>
                  <a:cubicBezTo>
                    <a:pt x="4064" y="23359"/>
                    <a:pt x="4856" y="22544"/>
                    <a:pt x="6033" y="22544"/>
                  </a:cubicBezTo>
                  <a:cubicBezTo>
                    <a:pt x="6611" y="22544"/>
                    <a:pt x="7282" y="22740"/>
                    <a:pt x="7998" y="23153"/>
                  </a:cubicBezTo>
                  <a:cubicBezTo>
                    <a:pt x="10170" y="24407"/>
                    <a:pt x="11930" y="27185"/>
                    <a:pt x="11930" y="29357"/>
                  </a:cubicBezTo>
                  <a:cubicBezTo>
                    <a:pt x="11930" y="29374"/>
                    <a:pt x="11930" y="29475"/>
                    <a:pt x="11930" y="29624"/>
                  </a:cubicBezTo>
                  <a:lnTo>
                    <a:pt x="30628" y="40420"/>
                  </a:lnTo>
                  <a:lnTo>
                    <a:pt x="30628" y="40153"/>
                  </a:lnTo>
                  <a:cubicBezTo>
                    <a:pt x="30628" y="38696"/>
                    <a:pt x="31421" y="37881"/>
                    <a:pt x="32599" y="37881"/>
                  </a:cubicBezTo>
                  <a:cubicBezTo>
                    <a:pt x="33177" y="37881"/>
                    <a:pt x="33847" y="38077"/>
                    <a:pt x="34562" y="38490"/>
                  </a:cubicBezTo>
                  <a:cubicBezTo>
                    <a:pt x="36735" y="39744"/>
                    <a:pt x="38496" y="42522"/>
                    <a:pt x="38496" y="44696"/>
                  </a:cubicBezTo>
                  <a:cubicBezTo>
                    <a:pt x="38496" y="44711"/>
                    <a:pt x="38496" y="44813"/>
                    <a:pt x="38496" y="44961"/>
                  </a:cubicBezTo>
                  <a:lnTo>
                    <a:pt x="39784" y="45706"/>
                  </a:lnTo>
                  <a:cubicBezTo>
                    <a:pt x="40347" y="46031"/>
                    <a:pt x="41668" y="46398"/>
                    <a:pt x="43313" y="46398"/>
                  </a:cubicBezTo>
                  <a:cubicBezTo>
                    <a:pt x="44635" y="46398"/>
                    <a:pt x="46166" y="46161"/>
                    <a:pt x="47681" y="45475"/>
                  </a:cubicBezTo>
                  <a:cubicBezTo>
                    <a:pt x="51087" y="43933"/>
                    <a:pt x="54177" y="42128"/>
                    <a:pt x="56957" y="40061"/>
                  </a:cubicBezTo>
                  <a:cubicBezTo>
                    <a:pt x="58510" y="38905"/>
                    <a:pt x="59450" y="37104"/>
                    <a:pt x="59450" y="35168"/>
                  </a:cubicBezTo>
                  <a:cubicBezTo>
                    <a:pt x="59444" y="35102"/>
                    <a:pt x="59438" y="35036"/>
                    <a:pt x="59430" y="34970"/>
                  </a:cubicBezTo>
                  <a:cubicBezTo>
                    <a:pt x="59398" y="34653"/>
                    <a:pt x="59335" y="34465"/>
                    <a:pt x="59333" y="34147"/>
                  </a:cubicBezTo>
                  <a:cubicBezTo>
                    <a:pt x="59326" y="32732"/>
                    <a:pt x="59381" y="31839"/>
                    <a:pt x="59418" y="31401"/>
                  </a:cubicBezTo>
                  <a:cubicBezTo>
                    <a:pt x="59438" y="31160"/>
                    <a:pt x="59450" y="30918"/>
                    <a:pt x="59450" y="30676"/>
                  </a:cubicBezTo>
                  <a:lnTo>
                    <a:pt x="59450" y="29838"/>
                  </a:lnTo>
                  <a:cubicBezTo>
                    <a:pt x="59450" y="27174"/>
                    <a:pt x="48338" y="20995"/>
                    <a:pt x="48338" y="20995"/>
                  </a:cubicBezTo>
                  <a:lnTo>
                    <a:pt x="42906" y="15222"/>
                  </a:lnTo>
                  <a:cubicBezTo>
                    <a:pt x="42412" y="14657"/>
                    <a:pt x="41829" y="14179"/>
                    <a:pt x="41182" y="13805"/>
                  </a:cubicBezTo>
                  <a:lnTo>
                    <a:pt x="17281" y="5"/>
                  </a:lnTo>
                  <a:cubicBezTo>
                    <a:pt x="17275" y="2"/>
                    <a:pt x="17269" y="1"/>
                    <a:pt x="17262" y="1"/>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4225;p72">
              <a:extLst>
                <a:ext uri="{FF2B5EF4-FFF2-40B4-BE49-F238E27FC236}">
                  <a16:creationId xmlns:a16="http://schemas.microsoft.com/office/drawing/2014/main" id="{F574B220-616E-815A-6DB6-8D4B2D88AC01}"/>
                </a:ext>
              </a:extLst>
            </p:cNvPr>
            <p:cNvSpPr/>
            <p:nvPr/>
          </p:nvSpPr>
          <p:spPr>
            <a:xfrm>
              <a:off x="884825" y="1814350"/>
              <a:ext cx="1155375" cy="681550"/>
            </a:xfrm>
            <a:custGeom>
              <a:avLst/>
              <a:gdLst/>
              <a:ahLst/>
              <a:cxnLst/>
              <a:rect l="l" t="t" r="r" b="b"/>
              <a:pathLst>
                <a:path w="46215" h="27262" extrusionOk="0">
                  <a:moveTo>
                    <a:pt x="36913" y="21087"/>
                  </a:moveTo>
                  <a:cubicBezTo>
                    <a:pt x="37872" y="22360"/>
                    <a:pt x="38496" y="23862"/>
                    <a:pt x="38496" y="25152"/>
                  </a:cubicBezTo>
                  <a:cubicBezTo>
                    <a:pt x="38496" y="25168"/>
                    <a:pt x="38496" y="25270"/>
                    <a:pt x="38496" y="25418"/>
                  </a:cubicBezTo>
                  <a:lnTo>
                    <a:pt x="39784" y="26163"/>
                  </a:lnTo>
                  <a:cubicBezTo>
                    <a:pt x="40653" y="26665"/>
                    <a:pt x="43329" y="27261"/>
                    <a:pt x="46214" y="26459"/>
                  </a:cubicBezTo>
                  <a:close/>
                  <a:moveTo>
                    <a:pt x="10346" y="5750"/>
                  </a:moveTo>
                  <a:cubicBezTo>
                    <a:pt x="11306" y="7022"/>
                    <a:pt x="11930" y="8525"/>
                    <a:pt x="11930" y="9814"/>
                  </a:cubicBezTo>
                  <a:cubicBezTo>
                    <a:pt x="11930" y="9831"/>
                    <a:pt x="11930" y="9932"/>
                    <a:pt x="11930" y="10081"/>
                  </a:cubicBezTo>
                  <a:lnTo>
                    <a:pt x="30628" y="20877"/>
                  </a:lnTo>
                  <a:lnTo>
                    <a:pt x="30628" y="20610"/>
                  </a:lnTo>
                  <a:cubicBezTo>
                    <a:pt x="30628" y="19320"/>
                    <a:pt x="31252" y="18538"/>
                    <a:pt x="32214" y="18375"/>
                  </a:cubicBezTo>
                  <a:close/>
                  <a:moveTo>
                    <a:pt x="5647" y="3038"/>
                  </a:moveTo>
                  <a:cubicBezTo>
                    <a:pt x="4688" y="3200"/>
                    <a:pt x="4064" y="3982"/>
                    <a:pt x="4064" y="5273"/>
                  </a:cubicBezTo>
                  <a:lnTo>
                    <a:pt x="4064" y="5540"/>
                  </a:lnTo>
                  <a:lnTo>
                    <a:pt x="3142" y="5008"/>
                  </a:lnTo>
                  <a:lnTo>
                    <a:pt x="671" y="3074"/>
                  </a:lnTo>
                  <a:cubicBezTo>
                    <a:pt x="260" y="2752"/>
                    <a:pt x="19" y="2259"/>
                    <a:pt x="19" y="1736"/>
                  </a:cubicBezTo>
                  <a:lnTo>
                    <a:pt x="19" y="1005"/>
                  </a:lnTo>
                  <a:cubicBezTo>
                    <a:pt x="19" y="862"/>
                    <a:pt x="1" y="707"/>
                    <a:pt x="19" y="565"/>
                  </a:cubicBezTo>
                  <a:cubicBezTo>
                    <a:pt x="45" y="356"/>
                    <a:pt x="243" y="227"/>
                    <a:pt x="387" y="79"/>
                  </a:cubicBezTo>
                  <a:lnTo>
                    <a:pt x="387" y="1"/>
                  </a:ln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4226;p72">
              <a:extLst>
                <a:ext uri="{FF2B5EF4-FFF2-40B4-BE49-F238E27FC236}">
                  <a16:creationId xmlns:a16="http://schemas.microsoft.com/office/drawing/2014/main" id="{57F18725-96F1-49E4-6581-54B19BDF6520}"/>
                </a:ext>
              </a:extLst>
            </p:cNvPr>
            <p:cNvSpPr/>
            <p:nvPr/>
          </p:nvSpPr>
          <p:spPr>
            <a:xfrm>
              <a:off x="974325" y="1322700"/>
              <a:ext cx="967675" cy="545200"/>
            </a:xfrm>
            <a:custGeom>
              <a:avLst/>
              <a:gdLst/>
              <a:ahLst/>
              <a:cxnLst/>
              <a:rect l="l" t="t" r="r" b="b"/>
              <a:pathLst>
                <a:path w="38707" h="21808" extrusionOk="0">
                  <a:moveTo>
                    <a:pt x="13221" y="1"/>
                  </a:moveTo>
                  <a:cubicBezTo>
                    <a:pt x="13055" y="1"/>
                    <a:pt x="12890" y="43"/>
                    <a:pt x="12741" y="128"/>
                  </a:cubicBezTo>
                  <a:cubicBezTo>
                    <a:pt x="12741" y="128"/>
                    <a:pt x="2944" y="5408"/>
                    <a:pt x="123" y="7377"/>
                  </a:cubicBezTo>
                  <a:cubicBezTo>
                    <a:pt x="1" y="7463"/>
                    <a:pt x="10" y="7644"/>
                    <a:pt x="142" y="7716"/>
                  </a:cubicBezTo>
                  <a:cubicBezTo>
                    <a:pt x="2359" y="8932"/>
                    <a:pt x="17133" y="17030"/>
                    <a:pt x="18633" y="17842"/>
                  </a:cubicBezTo>
                  <a:cubicBezTo>
                    <a:pt x="20060" y="18615"/>
                    <a:pt x="24160" y="21077"/>
                    <a:pt x="25359" y="21724"/>
                  </a:cubicBezTo>
                  <a:cubicBezTo>
                    <a:pt x="25460" y="21779"/>
                    <a:pt x="25570" y="21808"/>
                    <a:pt x="25682" y="21808"/>
                  </a:cubicBezTo>
                  <a:cubicBezTo>
                    <a:pt x="25739" y="21808"/>
                    <a:pt x="25797" y="21800"/>
                    <a:pt x="25854" y="21784"/>
                  </a:cubicBezTo>
                  <a:cubicBezTo>
                    <a:pt x="28184" y="21109"/>
                    <a:pt x="38706" y="14705"/>
                    <a:pt x="38378" y="14451"/>
                  </a:cubicBezTo>
                  <a:cubicBezTo>
                    <a:pt x="38133" y="14259"/>
                    <a:pt x="37872" y="14084"/>
                    <a:pt x="37601" y="13928"/>
                  </a:cubicBezTo>
                  <a:lnTo>
                    <a:pt x="13701" y="128"/>
                  </a:lnTo>
                  <a:cubicBezTo>
                    <a:pt x="13552" y="43"/>
                    <a:pt x="13386" y="1"/>
                    <a:pt x="13221" y="1"/>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4227;p72">
              <a:extLst>
                <a:ext uri="{FF2B5EF4-FFF2-40B4-BE49-F238E27FC236}">
                  <a16:creationId xmlns:a16="http://schemas.microsoft.com/office/drawing/2014/main" id="{B5CFB4FF-4DB9-9CD1-0ED6-33D483A48D51}"/>
                </a:ext>
              </a:extLst>
            </p:cNvPr>
            <p:cNvSpPr/>
            <p:nvPr/>
          </p:nvSpPr>
          <p:spPr>
            <a:xfrm>
              <a:off x="917475" y="1746050"/>
              <a:ext cx="805675" cy="481400"/>
            </a:xfrm>
            <a:custGeom>
              <a:avLst/>
              <a:gdLst/>
              <a:ahLst/>
              <a:cxnLst/>
              <a:rect l="l" t="t" r="r" b="b"/>
              <a:pathLst>
                <a:path w="32227" h="19256" extrusionOk="0">
                  <a:moveTo>
                    <a:pt x="32226" y="19255"/>
                  </a:moveTo>
                  <a:lnTo>
                    <a:pt x="36" y="0"/>
                  </a:lnTo>
                  <a:lnTo>
                    <a:pt x="1" y="1458"/>
                  </a:ln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4228;p72">
              <a:extLst>
                <a:ext uri="{FF2B5EF4-FFF2-40B4-BE49-F238E27FC236}">
                  <a16:creationId xmlns:a16="http://schemas.microsoft.com/office/drawing/2014/main" id="{4DC7DEC8-6CFF-C58F-7F89-EB8DB40C635F}"/>
                </a:ext>
              </a:extLst>
            </p:cNvPr>
            <p:cNvSpPr/>
            <p:nvPr/>
          </p:nvSpPr>
          <p:spPr>
            <a:xfrm>
              <a:off x="1182825" y="1778250"/>
              <a:ext cx="482025" cy="526850"/>
            </a:xfrm>
            <a:custGeom>
              <a:avLst/>
              <a:gdLst/>
              <a:ahLst/>
              <a:cxnLst/>
              <a:rect l="l" t="t" r="r" b="b"/>
              <a:pathLst>
                <a:path w="19281" h="21074" extrusionOk="0">
                  <a:moveTo>
                    <a:pt x="9620" y="0"/>
                  </a:moveTo>
                  <a:cubicBezTo>
                    <a:pt x="9601" y="43"/>
                    <a:pt x="9580" y="86"/>
                    <a:pt x="9555" y="126"/>
                  </a:cubicBezTo>
                  <a:cubicBezTo>
                    <a:pt x="10000" y="382"/>
                    <a:pt x="10402" y="612"/>
                    <a:pt x="10790" y="837"/>
                  </a:cubicBezTo>
                  <a:cubicBezTo>
                    <a:pt x="10641" y="1259"/>
                    <a:pt x="9289" y="5267"/>
                    <a:pt x="8617" y="8811"/>
                  </a:cubicBezTo>
                  <a:cubicBezTo>
                    <a:pt x="7987" y="12123"/>
                    <a:pt x="7982" y="15056"/>
                    <a:pt x="7990" y="15675"/>
                  </a:cubicBezTo>
                  <a:lnTo>
                    <a:pt x="1" y="11063"/>
                  </a:lnTo>
                  <a:lnTo>
                    <a:pt x="1" y="11063"/>
                  </a:lnTo>
                  <a:cubicBezTo>
                    <a:pt x="4" y="11120"/>
                    <a:pt x="9" y="11177"/>
                    <a:pt x="10" y="11232"/>
                  </a:cubicBezTo>
                  <a:lnTo>
                    <a:pt x="8255" y="15994"/>
                  </a:lnTo>
                  <a:lnTo>
                    <a:pt x="17039" y="21064"/>
                  </a:lnTo>
                  <a:cubicBezTo>
                    <a:pt x="17049" y="21070"/>
                    <a:pt x="17062" y="21073"/>
                    <a:pt x="17074" y="21073"/>
                  </a:cubicBezTo>
                  <a:cubicBezTo>
                    <a:pt x="17086" y="21073"/>
                    <a:pt x="17097" y="21072"/>
                    <a:pt x="17108" y="21066"/>
                  </a:cubicBezTo>
                  <a:cubicBezTo>
                    <a:pt x="17129" y="21055"/>
                    <a:pt x="17143" y="21033"/>
                    <a:pt x="17146" y="21010"/>
                  </a:cubicBezTo>
                  <a:cubicBezTo>
                    <a:pt x="17151" y="20960"/>
                    <a:pt x="17609" y="16115"/>
                    <a:pt x="18028" y="14488"/>
                  </a:cubicBezTo>
                  <a:cubicBezTo>
                    <a:pt x="18064" y="14344"/>
                    <a:pt x="18126" y="14209"/>
                    <a:pt x="18210" y="14085"/>
                  </a:cubicBezTo>
                  <a:lnTo>
                    <a:pt x="19145" y="12738"/>
                  </a:lnTo>
                  <a:cubicBezTo>
                    <a:pt x="19220" y="12627"/>
                    <a:pt x="19266" y="12500"/>
                    <a:pt x="19280" y="12368"/>
                  </a:cubicBezTo>
                  <a:lnTo>
                    <a:pt x="19139" y="12353"/>
                  </a:lnTo>
                  <a:cubicBezTo>
                    <a:pt x="19127" y="12462"/>
                    <a:pt x="19088" y="12567"/>
                    <a:pt x="19027" y="12656"/>
                  </a:cubicBezTo>
                  <a:lnTo>
                    <a:pt x="18092" y="14005"/>
                  </a:lnTo>
                  <a:cubicBezTo>
                    <a:pt x="18000" y="14140"/>
                    <a:pt x="17933" y="14289"/>
                    <a:pt x="17891" y="14449"/>
                  </a:cubicBezTo>
                  <a:cubicBezTo>
                    <a:pt x="17505" y="15943"/>
                    <a:pt x="17086" y="20150"/>
                    <a:pt x="17014" y="20886"/>
                  </a:cubicBezTo>
                  <a:lnTo>
                    <a:pt x="8326" y="15870"/>
                  </a:lnTo>
                  <a:cubicBezTo>
                    <a:pt x="8326" y="15870"/>
                    <a:pt x="8133" y="15758"/>
                    <a:pt x="8133" y="15758"/>
                  </a:cubicBezTo>
                  <a:cubicBezTo>
                    <a:pt x="8127" y="15378"/>
                    <a:pt x="8096" y="12313"/>
                    <a:pt x="8757" y="8837"/>
                  </a:cubicBezTo>
                  <a:cubicBezTo>
                    <a:pt x="9408" y="5406"/>
                    <a:pt x="10693" y="1543"/>
                    <a:pt x="10911" y="922"/>
                  </a:cubicBezTo>
                  <a:cubicBezTo>
                    <a:pt x="11115" y="1037"/>
                    <a:pt x="12077" y="1582"/>
                    <a:pt x="12942" y="2081"/>
                  </a:cubicBezTo>
                  <a:cubicBezTo>
                    <a:pt x="12959" y="2036"/>
                    <a:pt x="12979" y="1993"/>
                    <a:pt x="13002" y="1950"/>
                  </a:cubicBezTo>
                  <a:cubicBezTo>
                    <a:pt x="12248" y="1515"/>
                    <a:pt x="11398" y="1032"/>
                    <a:pt x="11122" y="877"/>
                  </a:cubicBezTo>
                  <a:cubicBezTo>
                    <a:pt x="10745" y="647"/>
                    <a:pt x="10224" y="347"/>
                    <a:pt x="9620"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4229;p72">
              <a:extLst>
                <a:ext uri="{FF2B5EF4-FFF2-40B4-BE49-F238E27FC236}">
                  <a16:creationId xmlns:a16="http://schemas.microsoft.com/office/drawing/2014/main" id="{C8EF5234-D325-1408-3649-D1F9953138B4}"/>
                </a:ext>
              </a:extLst>
            </p:cNvPr>
            <p:cNvSpPr/>
            <p:nvPr/>
          </p:nvSpPr>
          <p:spPr>
            <a:xfrm>
              <a:off x="1132475" y="1775750"/>
              <a:ext cx="37075" cy="172650"/>
            </a:xfrm>
            <a:custGeom>
              <a:avLst/>
              <a:gdLst/>
              <a:ahLst/>
              <a:cxnLst/>
              <a:rect l="l" t="t" r="r" b="b"/>
              <a:pathLst>
                <a:path w="1483" h="6906" extrusionOk="0">
                  <a:moveTo>
                    <a:pt x="1357" y="1"/>
                  </a:moveTo>
                  <a:cubicBezTo>
                    <a:pt x="703" y="1229"/>
                    <a:pt x="350" y="3820"/>
                    <a:pt x="164" y="5210"/>
                  </a:cubicBezTo>
                  <a:cubicBezTo>
                    <a:pt x="92" y="5754"/>
                    <a:pt x="40" y="6270"/>
                    <a:pt x="0" y="6751"/>
                  </a:cubicBezTo>
                  <a:cubicBezTo>
                    <a:pt x="45" y="6802"/>
                    <a:pt x="88" y="6855"/>
                    <a:pt x="131" y="6906"/>
                  </a:cubicBezTo>
                  <a:cubicBezTo>
                    <a:pt x="172" y="6386"/>
                    <a:pt x="227" y="5825"/>
                    <a:pt x="305" y="5229"/>
                  </a:cubicBezTo>
                  <a:cubicBezTo>
                    <a:pt x="488" y="3855"/>
                    <a:pt x="836" y="1281"/>
                    <a:pt x="1483" y="68"/>
                  </a:cubicBezTo>
                  <a:lnTo>
                    <a:pt x="1357" y="1"/>
                  </a:ln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4230;p72">
              <a:extLst>
                <a:ext uri="{FF2B5EF4-FFF2-40B4-BE49-F238E27FC236}">
                  <a16:creationId xmlns:a16="http://schemas.microsoft.com/office/drawing/2014/main" id="{2832AAC2-8E50-70CD-0263-6ED89E384CEF}"/>
                </a:ext>
              </a:extLst>
            </p:cNvPr>
            <p:cNvSpPr/>
            <p:nvPr/>
          </p:nvSpPr>
          <p:spPr>
            <a:xfrm>
              <a:off x="1622925" y="1693875"/>
              <a:ext cx="458475" cy="377875"/>
            </a:xfrm>
            <a:custGeom>
              <a:avLst/>
              <a:gdLst/>
              <a:ahLst/>
              <a:cxnLst/>
              <a:rect l="l" t="t" r="r" b="b"/>
              <a:pathLst>
                <a:path w="18339" h="15115" extrusionOk="0">
                  <a:moveTo>
                    <a:pt x="12580" y="1"/>
                  </a:moveTo>
                  <a:cubicBezTo>
                    <a:pt x="8672" y="2793"/>
                    <a:pt x="4401" y="5329"/>
                    <a:pt x="0" y="7263"/>
                  </a:cubicBezTo>
                  <a:cubicBezTo>
                    <a:pt x="0" y="7263"/>
                    <a:pt x="2378" y="12737"/>
                    <a:pt x="3077" y="13934"/>
                  </a:cubicBezTo>
                  <a:cubicBezTo>
                    <a:pt x="3292" y="14302"/>
                    <a:pt x="3553" y="14573"/>
                    <a:pt x="3803" y="14771"/>
                  </a:cubicBezTo>
                  <a:cubicBezTo>
                    <a:pt x="4088" y="14998"/>
                    <a:pt x="4438" y="15115"/>
                    <a:pt x="4792" y="15115"/>
                  </a:cubicBezTo>
                  <a:cubicBezTo>
                    <a:pt x="4987" y="15115"/>
                    <a:pt x="5183" y="15080"/>
                    <a:pt x="5369" y="15007"/>
                  </a:cubicBezTo>
                  <a:cubicBezTo>
                    <a:pt x="11921" y="12461"/>
                    <a:pt x="16495" y="8543"/>
                    <a:pt x="18010" y="7133"/>
                  </a:cubicBezTo>
                  <a:cubicBezTo>
                    <a:pt x="18320" y="6845"/>
                    <a:pt x="18338" y="6360"/>
                    <a:pt x="18055" y="6048"/>
                  </a:cubicBezTo>
                  <a:lnTo>
                    <a:pt x="12580"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4231;p72">
              <a:extLst>
                <a:ext uri="{FF2B5EF4-FFF2-40B4-BE49-F238E27FC236}">
                  <a16:creationId xmlns:a16="http://schemas.microsoft.com/office/drawing/2014/main" id="{94F744C3-2CE5-BE68-3DAB-1D0A54AFFA6A}"/>
                </a:ext>
              </a:extLst>
            </p:cNvPr>
            <p:cNvSpPr/>
            <p:nvPr/>
          </p:nvSpPr>
          <p:spPr>
            <a:xfrm>
              <a:off x="1632725" y="1705575"/>
              <a:ext cx="432925" cy="346675"/>
            </a:xfrm>
            <a:custGeom>
              <a:avLst/>
              <a:gdLst/>
              <a:ahLst/>
              <a:cxnLst/>
              <a:rect l="l" t="t" r="r" b="b"/>
              <a:pathLst>
                <a:path w="17317" h="13867" extrusionOk="0">
                  <a:moveTo>
                    <a:pt x="12240" y="0"/>
                  </a:moveTo>
                  <a:cubicBezTo>
                    <a:pt x="12195" y="0"/>
                    <a:pt x="12149" y="14"/>
                    <a:pt x="12110" y="42"/>
                  </a:cubicBezTo>
                  <a:cubicBezTo>
                    <a:pt x="8232" y="2775"/>
                    <a:pt x="4079" y="5179"/>
                    <a:pt x="209" y="6933"/>
                  </a:cubicBezTo>
                  <a:cubicBezTo>
                    <a:pt x="64" y="6998"/>
                    <a:pt x="1" y="7162"/>
                    <a:pt x="65" y="7307"/>
                  </a:cubicBezTo>
                  <a:cubicBezTo>
                    <a:pt x="677" y="8693"/>
                    <a:pt x="2137" y="11925"/>
                    <a:pt x="2682" y="12860"/>
                  </a:cubicBezTo>
                  <a:cubicBezTo>
                    <a:pt x="2849" y="13146"/>
                    <a:pt x="3064" y="13394"/>
                    <a:pt x="3322" y="13598"/>
                  </a:cubicBezTo>
                  <a:cubicBezTo>
                    <a:pt x="3538" y="13771"/>
                    <a:pt x="3811" y="13866"/>
                    <a:pt x="4090" y="13866"/>
                  </a:cubicBezTo>
                  <a:cubicBezTo>
                    <a:pt x="4245" y="13866"/>
                    <a:pt x="4396" y="13837"/>
                    <a:pt x="4539" y="13782"/>
                  </a:cubicBezTo>
                  <a:cubicBezTo>
                    <a:pt x="10964" y="11283"/>
                    <a:pt x="15516" y="7448"/>
                    <a:pt x="17141" y="5935"/>
                  </a:cubicBezTo>
                  <a:cubicBezTo>
                    <a:pt x="17309" y="5780"/>
                    <a:pt x="17316" y="5518"/>
                    <a:pt x="17163" y="5348"/>
                  </a:cubicBezTo>
                  <a:lnTo>
                    <a:pt x="12406" y="74"/>
                  </a:lnTo>
                  <a:cubicBezTo>
                    <a:pt x="12361" y="25"/>
                    <a:pt x="12301" y="0"/>
                    <a:pt x="12240" y="0"/>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4232;p72">
              <a:extLst>
                <a:ext uri="{FF2B5EF4-FFF2-40B4-BE49-F238E27FC236}">
                  <a16:creationId xmlns:a16="http://schemas.microsoft.com/office/drawing/2014/main" id="{D66D8B28-CC03-9BDF-5799-9E2ED0ED19E6}"/>
                </a:ext>
              </a:extLst>
            </p:cNvPr>
            <p:cNvSpPr/>
            <p:nvPr/>
          </p:nvSpPr>
          <p:spPr>
            <a:xfrm>
              <a:off x="1430550" y="1808950"/>
              <a:ext cx="234475" cy="284575"/>
            </a:xfrm>
            <a:custGeom>
              <a:avLst/>
              <a:gdLst/>
              <a:ahLst/>
              <a:cxnLst/>
              <a:rect l="l" t="t" r="r" b="b"/>
              <a:pathLst>
                <a:path w="9379" h="11383" extrusionOk="0">
                  <a:moveTo>
                    <a:pt x="1754" y="0"/>
                  </a:moveTo>
                  <a:cubicBezTo>
                    <a:pt x="1654" y="0"/>
                    <a:pt x="1559" y="59"/>
                    <a:pt x="1523" y="163"/>
                  </a:cubicBezTo>
                  <a:cubicBezTo>
                    <a:pt x="1291" y="808"/>
                    <a:pt x="701" y="2596"/>
                    <a:pt x="50" y="5701"/>
                  </a:cubicBezTo>
                  <a:cubicBezTo>
                    <a:pt x="1" y="5929"/>
                    <a:pt x="128" y="6219"/>
                    <a:pt x="330" y="6335"/>
                  </a:cubicBezTo>
                  <a:lnTo>
                    <a:pt x="9015" y="11350"/>
                  </a:lnTo>
                  <a:cubicBezTo>
                    <a:pt x="9054" y="11373"/>
                    <a:pt x="9095" y="11383"/>
                    <a:pt x="9135" y="11383"/>
                  </a:cubicBezTo>
                  <a:cubicBezTo>
                    <a:pt x="9260" y="11383"/>
                    <a:pt x="9373" y="11284"/>
                    <a:pt x="9374" y="11145"/>
                  </a:cubicBezTo>
                  <a:lnTo>
                    <a:pt x="9377" y="10165"/>
                  </a:lnTo>
                  <a:cubicBezTo>
                    <a:pt x="9379" y="10062"/>
                    <a:pt x="9360" y="9964"/>
                    <a:pt x="9322" y="9869"/>
                  </a:cubicBezTo>
                  <a:cubicBezTo>
                    <a:pt x="8969" y="8992"/>
                    <a:pt x="7053" y="4279"/>
                    <a:pt x="6020" y="2708"/>
                  </a:cubicBezTo>
                  <a:cubicBezTo>
                    <a:pt x="5820" y="2403"/>
                    <a:pt x="5554" y="2154"/>
                    <a:pt x="5238" y="1972"/>
                  </a:cubicBezTo>
                  <a:lnTo>
                    <a:pt x="1885" y="36"/>
                  </a:lnTo>
                  <a:cubicBezTo>
                    <a:pt x="1843" y="12"/>
                    <a:pt x="1798" y="0"/>
                    <a:pt x="1754" y="0"/>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4233;p72">
              <a:extLst>
                <a:ext uri="{FF2B5EF4-FFF2-40B4-BE49-F238E27FC236}">
                  <a16:creationId xmlns:a16="http://schemas.microsoft.com/office/drawing/2014/main" id="{6E10ACA1-0A2C-2517-E866-EBBB50336E75}"/>
                </a:ext>
              </a:extLst>
            </p:cNvPr>
            <p:cNvSpPr/>
            <p:nvPr/>
          </p:nvSpPr>
          <p:spPr>
            <a:xfrm>
              <a:off x="1436450" y="1815100"/>
              <a:ext cx="223550" cy="262350"/>
            </a:xfrm>
            <a:custGeom>
              <a:avLst/>
              <a:gdLst/>
              <a:ahLst/>
              <a:cxnLst/>
              <a:rect l="l" t="t" r="r" b="b"/>
              <a:pathLst>
                <a:path w="8942" h="10494" extrusionOk="0">
                  <a:moveTo>
                    <a:pt x="1710" y="0"/>
                  </a:moveTo>
                  <a:cubicBezTo>
                    <a:pt x="1563" y="0"/>
                    <a:pt x="1424" y="91"/>
                    <a:pt x="1373" y="243"/>
                  </a:cubicBezTo>
                  <a:cubicBezTo>
                    <a:pt x="1085" y="1102"/>
                    <a:pt x="563" y="2839"/>
                    <a:pt x="1" y="5536"/>
                  </a:cubicBezTo>
                  <a:cubicBezTo>
                    <a:pt x="7" y="5589"/>
                    <a:pt x="122" y="5734"/>
                    <a:pt x="214" y="5787"/>
                  </a:cubicBezTo>
                  <a:lnTo>
                    <a:pt x="8367" y="10494"/>
                  </a:lnTo>
                  <a:cubicBezTo>
                    <a:pt x="8480" y="10298"/>
                    <a:pt x="8672" y="10149"/>
                    <a:pt x="8942" y="10108"/>
                  </a:cubicBezTo>
                  <a:lnTo>
                    <a:pt x="8942" y="9795"/>
                  </a:lnTo>
                  <a:cubicBezTo>
                    <a:pt x="8928" y="9724"/>
                    <a:pt x="8916" y="9655"/>
                    <a:pt x="8902" y="9585"/>
                  </a:cubicBezTo>
                  <a:cubicBezTo>
                    <a:pt x="8533" y="8668"/>
                    <a:pt x="6633" y="4003"/>
                    <a:pt x="5620" y="2460"/>
                  </a:cubicBezTo>
                  <a:cubicBezTo>
                    <a:pt x="5439" y="2184"/>
                    <a:pt x="5200" y="1959"/>
                    <a:pt x="4910" y="1792"/>
                  </a:cubicBezTo>
                  <a:lnTo>
                    <a:pt x="1893" y="50"/>
                  </a:lnTo>
                  <a:cubicBezTo>
                    <a:pt x="1834" y="16"/>
                    <a:pt x="1771" y="0"/>
                    <a:pt x="1710" y="0"/>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4234;p72">
              <a:extLst>
                <a:ext uri="{FF2B5EF4-FFF2-40B4-BE49-F238E27FC236}">
                  <a16:creationId xmlns:a16="http://schemas.microsoft.com/office/drawing/2014/main" id="{DC2EB6E2-70B9-4482-4FCB-6DA1474C6810}"/>
                </a:ext>
              </a:extLst>
            </p:cNvPr>
            <p:cNvSpPr/>
            <p:nvPr/>
          </p:nvSpPr>
          <p:spPr>
            <a:xfrm>
              <a:off x="928325" y="1544225"/>
              <a:ext cx="512450" cy="398600"/>
            </a:xfrm>
            <a:custGeom>
              <a:avLst/>
              <a:gdLst/>
              <a:ahLst/>
              <a:cxnLst/>
              <a:rect l="l" t="t" r="r" b="b"/>
              <a:pathLst>
                <a:path w="20498" h="15944" extrusionOk="0">
                  <a:moveTo>
                    <a:pt x="3020" y="0"/>
                  </a:moveTo>
                  <a:cubicBezTo>
                    <a:pt x="2786" y="0"/>
                    <a:pt x="2545" y="179"/>
                    <a:pt x="2425" y="382"/>
                  </a:cubicBezTo>
                  <a:cubicBezTo>
                    <a:pt x="1810" y="1415"/>
                    <a:pt x="471" y="4179"/>
                    <a:pt x="68" y="5019"/>
                  </a:cubicBezTo>
                  <a:cubicBezTo>
                    <a:pt x="1" y="5161"/>
                    <a:pt x="54" y="5326"/>
                    <a:pt x="189" y="5404"/>
                  </a:cubicBezTo>
                  <a:lnTo>
                    <a:pt x="18400" y="15919"/>
                  </a:lnTo>
                  <a:cubicBezTo>
                    <a:pt x="18430" y="15936"/>
                    <a:pt x="18463" y="15944"/>
                    <a:pt x="18494" y="15944"/>
                  </a:cubicBezTo>
                  <a:cubicBezTo>
                    <a:pt x="18581" y="15944"/>
                    <a:pt x="18662" y="15884"/>
                    <a:pt x="18681" y="15790"/>
                  </a:cubicBezTo>
                  <a:cubicBezTo>
                    <a:pt x="19210" y="13153"/>
                    <a:pt x="20218" y="10540"/>
                    <a:pt x="20465" y="9922"/>
                  </a:cubicBezTo>
                  <a:cubicBezTo>
                    <a:pt x="20497" y="9840"/>
                    <a:pt x="20467" y="9752"/>
                    <a:pt x="20392" y="9708"/>
                  </a:cubicBezTo>
                  <a:cubicBezTo>
                    <a:pt x="19722" y="9306"/>
                    <a:pt x="4286" y="273"/>
                    <a:pt x="3115" y="11"/>
                  </a:cubicBezTo>
                  <a:cubicBezTo>
                    <a:pt x="3084" y="4"/>
                    <a:pt x="3052" y="0"/>
                    <a:pt x="3020" y="0"/>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4235;p72">
              <a:extLst>
                <a:ext uri="{FF2B5EF4-FFF2-40B4-BE49-F238E27FC236}">
                  <a16:creationId xmlns:a16="http://schemas.microsoft.com/office/drawing/2014/main" id="{A76E44E0-1A38-9731-3E23-2C712C66F80C}"/>
                </a:ext>
              </a:extLst>
            </p:cNvPr>
            <p:cNvSpPr/>
            <p:nvPr/>
          </p:nvSpPr>
          <p:spPr>
            <a:xfrm>
              <a:off x="1695050" y="1855250"/>
              <a:ext cx="676025" cy="431150"/>
            </a:xfrm>
            <a:custGeom>
              <a:avLst/>
              <a:gdLst/>
              <a:ahLst/>
              <a:cxnLst/>
              <a:rect l="l" t="t" r="r" b="b"/>
              <a:pathLst>
                <a:path w="27041" h="17246" extrusionOk="0">
                  <a:moveTo>
                    <a:pt x="16254" y="0"/>
                  </a:moveTo>
                  <a:cubicBezTo>
                    <a:pt x="15203" y="1348"/>
                    <a:pt x="9091" y="7119"/>
                    <a:pt x="1" y="9949"/>
                  </a:cubicBezTo>
                  <a:cubicBezTo>
                    <a:pt x="1" y="9949"/>
                    <a:pt x="8684" y="16831"/>
                    <a:pt x="11771" y="17205"/>
                  </a:cubicBezTo>
                  <a:cubicBezTo>
                    <a:pt x="11993" y="17232"/>
                    <a:pt x="12213" y="17245"/>
                    <a:pt x="12433" y="17245"/>
                  </a:cubicBezTo>
                  <a:cubicBezTo>
                    <a:pt x="14544" y="17245"/>
                    <a:pt x="16624" y="16041"/>
                    <a:pt x="19792" y="14297"/>
                  </a:cubicBezTo>
                  <a:cubicBezTo>
                    <a:pt x="26400" y="10662"/>
                    <a:pt x="27041" y="9371"/>
                    <a:pt x="27041" y="8659"/>
                  </a:cubicBezTo>
                  <a:cubicBezTo>
                    <a:pt x="27041" y="6315"/>
                    <a:pt x="18368" y="1156"/>
                    <a:pt x="16254"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4236;p72">
              <a:extLst>
                <a:ext uri="{FF2B5EF4-FFF2-40B4-BE49-F238E27FC236}">
                  <a16:creationId xmlns:a16="http://schemas.microsoft.com/office/drawing/2014/main" id="{9DBC7CA7-E051-AC71-1711-0278FFA0259C}"/>
                </a:ext>
              </a:extLst>
            </p:cNvPr>
            <p:cNvSpPr/>
            <p:nvPr/>
          </p:nvSpPr>
          <p:spPr>
            <a:xfrm>
              <a:off x="1859750" y="2137675"/>
              <a:ext cx="516650" cy="351600"/>
            </a:xfrm>
            <a:custGeom>
              <a:avLst/>
              <a:gdLst/>
              <a:ahLst/>
              <a:cxnLst/>
              <a:rect l="l" t="t" r="r" b="b"/>
              <a:pathLst>
                <a:path w="20666" h="14064" extrusionOk="0">
                  <a:moveTo>
                    <a:pt x="19087" y="1"/>
                  </a:moveTo>
                  <a:cubicBezTo>
                    <a:pt x="19071" y="1"/>
                    <a:pt x="19056" y="5"/>
                    <a:pt x="19042" y="15"/>
                  </a:cubicBezTo>
                  <a:cubicBezTo>
                    <a:pt x="15827" y="2190"/>
                    <a:pt x="12528" y="4047"/>
                    <a:pt x="10348" y="5192"/>
                  </a:cubicBezTo>
                  <a:cubicBezTo>
                    <a:pt x="9725" y="5519"/>
                    <a:pt x="9160" y="6187"/>
                    <a:pt x="8937" y="6854"/>
                  </a:cubicBezTo>
                  <a:lnTo>
                    <a:pt x="8359" y="8562"/>
                  </a:lnTo>
                  <a:cubicBezTo>
                    <a:pt x="7979" y="10047"/>
                    <a:pt x="6427" y="10572"/>
                    <a:pt x="4686" y="10572"/>
                  </a:cubicBezTo>
                  <a:cubicBezTo>
                    <a:pt x="3471" y="10572"/>
                    <a:pt x="2164" y="10316"/>
                    <a:pt x="1100" y="9954"/>
                  </a:cubicBezTo>
                  <a:cubicBezTo>
                    <a:pt x="1009" y="9923"/>
                    <a:pt x="916" y="9908"/>
                    <a:pt x="827" y="9908"/>
                  </a:cubicBezTo>
                  <a:cubicBezTo>
                    <a:pt x="387" y="9908"/>
                    <a:pt x="1" y="10260"/>
                    <a:pt x="1" y="10734"/>
                  </a:cubicBezTo>
                  <a:lnTo>
                    <a:pt x="1" y="12505"/>
                  </a:lnTo>
                  <a:cubicBezTo>
                    <a:pt x="1" y="12760"/>
                    <a:pt x="137" y="12996"/>
                    <a:pt x="359" y="13125"/>
                  </a:cubicBezTo>
                  <a:lnTo>
                    <a:pt x="787" y="13371"/>
                  </a:lnTo>
                  <a:cubicBezTo>
                    <a:pt x="1350" y="13697"/>
                    <a:pt x="2670" y="14064"/>
                    <a:pt x="4315" y="14064"/>
                  </a:cubicBezTo>
                  <a:cubicBezTo>
                    <a:pt x="5637" y="14064"/>
                    <a:pt x="7169" y="13827"/>
                    <a:pt x="8684" y="13140"/>
                  </a:cubicBezTo>
                  <a:cubicBezTo>
                    <a:pt x="12090" y="11599"/>
                    <a:pt x="15180" y="9795"/>
                    <a:pt x="17960" y="7728"/>
                  </a:cubicBezTo>
                  <a:cubicBezTo>
                    <a:pt x="19304" y="6727"/>
                    <a:pt x="20364" y="5231"/>
                    <a:pt x="20557" y="3601"/>
                  </a:cubicBezTo>
                  <a:cubicBezTo>
                    <a:pt x="20588" y="3348"/>
                    <a:pt x="20666" y="1303"/>
                    <a:pt x="20338" y="1045"/>
                  </a:cubicBezTo>
                  <a:lnTo>
                    <a:pt x="20336" y="1671"/>
                  </a:lnTo>
                  <a:cubicBezTo>
                    <a:pt x="20336" y="1671"/>
                    <a:pt x="20263" y="1890"/>
                    <a:pt x="20131" y="1893"/>
                  </a:cubicBezTo>
                  <a:cubicBezTo>
                    <a:pt x="20131" y="1893"/>
                    <a:pt x="20131" y="1893"/>
                    <a:pt x="20131" y="1893"/>
                  </a:cubicBezTo>
                  <a:cubicBezTo>
                    <a:pt x="20021" y="1893"/>
                    <a:pt x="19404" y="1"/>
                    <a:pt x="19087"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4237;p72">
              <a:extLst>
                <a:ext uri="{FF2B5EF4-FFF2-40B4-BE49-F238E27FC236}">
                  <a16:creationId xmlns:a16="http://schemas.microsoft.com/office/drawing/2014/main" id="{0C3EA995-F031-952B-DE40-27418B0491EB}"/>
                </a:ext>
              </a:extLst>
            </p:cNvPr>
            <p:cNvSpPr/>
            <p:nvPr/>
          </p:nvSpPr>
          <p:spPr>
            <a:xfrm>
              <a:off x="2073325" y="2145775"/>
              <a:ext cx="282425" cy="228300"/>
            </a:xfrm>
            <a:custGeom>
              <a:avLst/>
              <a:gdLst/>
              <a:ahLst/>
              <a:cxnLst/>
              <a:rect l="l" t="t" r="r" b="b"/>
              <a:pathLst>
                <a:path w="11297" h="9132" extrusionOk="0">
                  <a:moveTo>
                    <a:pt x="10438" y="0"/>
                  </a:moveTo>
                  <a:cubicBezTo>
                    <a:pt x="10426" y="0"/>
                    <a:pt x="10415" y="4"/>
                    <a:pt x="10404" y="11"/>
                  </a:cubicBezTo>
                  <a:cubicBezTo>
                    <a:pt x="7248" y="2207"/>
                    <a:pt x="3738" y="4187"/>
                    <a:pt x="1889" y="5160"/>
                  </a:cubicBezTo>
                  <a:cubicBezTo>
                    <a:pt x="1317" y="5460"/>
                    <a:pt x="926" y="6093"/>
                    <a:pt x="722" y="6708"/>
                  </a:cubicBezTo>
                  <a:cubicBezTo>
                    <a:pt x="722" y="6708"/>
                    <a:pt x="197" y="8873"/>
                    <a:pt x="0" y="9132"/>
                  </a:cubicBezTo>
                  <a:cubicBezTo>
                    <a:pt x="3226" y="8220"/>
                    <a:pt x="10518" y="3882"/>
                    <a:pt x="11297" y="1991"/>
                  </a:cubicBezTo>
                  <a:cubicBezTo>
                    <a:pt x="11133" y="1486"/>
                    <a:pt x="10678" y="0"/>
                    <a:pt x="1043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4238;p72">
              <a:extLst>
                <a:ext uri="{FF2B5EF4-FFF2-40B4-BE49-F238E27FC236}">
                  <a16:creationId xmlns:a16="http://schemas.microsoft.com/office/drawing/2014/main" id="{2687CCA8-7D44-6FDB-3854-F01C0E70B6E1}"/>
                </a:ext>
              </a:extLst>
            </p:cNvPr>
            <p:cNvSpPr/>
            <p:nvPr/>
          </p:nvSpPr>
          <p:spPr>
            <a:xfrm>
              <a:off x="1891100" y="2292125"/>
              <a:ext cx="181675" cy="73875"/>
            </a:xfrm>
            <a:custGeom>
              <a:avLst/>
              <a:gdLst/>
              <a:ahLst/>
              <a:cxnLst/>
              <a:rect l="l" t="t" r="r" b="b"/>
              <a:pathLst>
                <a:path w="7267" h="2955" extrusionOk="0">
                  <a:moveTo>
                    <a:pt x="7051" y="1"/>
                  </a:moveTo>
                  <a:cubicBezTo>
                    <a:pt x="7047" y="1"/>
                    <a:pt x="7042" y="2"/>
                    <a:pt x="7038" y="3"/>
                  </a:cubicBezTo>
                  <a:cubicBezTo>
                    <a:pt x="5856" y="398"/>
                    <a:pt x="4584" y="514"/>
                    <a:pt x="3515" y="514"/>
                  </a:cubicBezTo>
                  <a:cubicBezTo>
                    <a:pt x="2596" y="514"/>
                    <a:pt x="1826" y="428"/>
                    <a:pt x="1391" y="360"/>
                  </a:cubicBezTo>
                  <a:cubicBezTo>
                    <a:pt x="1357" y="355"/>
                    <a:pt x="1323" y="352"/>
                    <a:pt x="1289" y="352"/>
                  </a:cubicBezTo>
                  <a:cubicBezTo>
                    <a:pt x="590" y="352"/>
                    <a:pt x="1" y="1465"/>
                    <a:pt x="976" y="2409"/>
                  </a:cubicBezTo>
                  <a:cubicBezTo>
                    <a:pt x="1372" y="2793"/>
                    <a:pt x="2280" y="2955"/>
                    <a:pt x="3261" y="2955"/>
                  </a:cubicBezTo>
                  <a:cubicBezTo>
                    <a:pt x="4445" y="2955"/>
                    <a:pt x="5736" y="2720"/>
                    <a:pt x="6371" y="2358"/>
                  </a:cubicBezTo>
                  <a:cubicBezTo>
                    <a:pt x="6606" y="2225"/>
                    <a:pt x="7267" y="1"/>
                    <a:pt x="705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4239;p72">
              <a:extLst>
                <a:ext uri="{FF2B5EF4-FFF2-40B4-BE49-F238E27FC236}">
                  <a16:creationId xmlns:a16="http://schemas.microsoft.com/office/drawing/2014/main" id="{876ABD4A-8A07-868D-A1AA-300E32353F5B}"/>
                </a:ext>
              </a:extLst>
            </p:cNvPr>
            <p:cNvSpPr/>
            <p:nvPr/>
          </p:nvSpPr>
          <p:spPr>
            <a:xfrm>
              <a:off x="1891125" y="2300950"/>
              <a:ext cx="40750" cy="59975"/>
            </a:xfrm>
            <a:custGeom>
              <a:avLst/>
              <a:gdLst/>
              <a:ahLst/>
              <a:cxnLst/>
              <a:rect l="l" t="t" r="r" b="b"/>
              <a:pathLst>
                <a:path w="1630" h="2399" extrusionOk="0">
                  <a:moveTo>
                    <a:pt x="1304" y="1"/>
                  </a:moveTo>
                  <a:cubicBezTo>
                    <a:pt x="588" y="1"/>
                    <a:pt x="0" y="1113"/>
                    <a:pt x="975" y="2056"/>
                  </a:cubicBezTo>
                  <a:cubicBezTo>
                    <a:pt x="1125" y="2203"/>
                    <a:pt x="1354" y="2315"/>
                    <a:pt x="1630" y="2399"/>
                  </a:cubicBezTo>
                  <a:cubicBezTo>
                    <a:pt x="1335" y="1588"/>
                    <a:pt x="1199" y="737"/>
                    <a:pt x="1410" y="9"/>
                  </a:cubicBezTo>
                  <a:cubicBezTo>
                    <a:pt x="1375" y="3"/>
                    <a:pt x="1339" y="1"/>
                    <a:pt x="1304" y="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4240;p72">
              <a:extLst>
                <a:ext uri="{FF2B5EF4-FFF2-40B4-BE49-F238E27FC236}">
                  <a16:creationId xmlns:a16="http://schemas.microsoft.com/office/drawing/2014/main" id="{F2C029BA-81DE-E2FB-FDDE-E62C54B44F26}"/>
                </a:ext>
              </a:extLst>
            </p:cNvPr>
            <p:cNvSpPr/>
            <p:nvPr/>
          </p:nvSpPr>
          <p:spPr>
            <a:xfrm>
              <a:off x="2346725" y="2091950"/>
              <a:ext cx="27725" cy="65850"/>
            </a:xfrm>
            <a:custGeom>
              <a:avLst/>
              <a:gdLst/>
              <a:ahLst/>
              <a:cxnLst/>
              <a:rect l="l" t="t" r="r" b="b"/>
              <a:pathLst>
                <a:path w="1109" h="2634" extrusionOk="0">
                  <a:moveTo>
                    <a:pt x="974" y="1"/>
                  </a:moveTo>
                  <a:lnTo>
                    <a:pt x="974" y="1"/>
                  </a:lnTo>
                  <a:cubicBezTo>
                    <a:pt x="801" y="677"/>
                    <a:pt x="144" y="1125"/>
                    <a:pt x="57" y="1338"/>
                  </a:cubicBezTo>
                  <a:cubicBezTo>
                    <a:pt x="0" y="1477"/>
                    <a:pt x="510" y="2634"/>
                    <a:pt x="700" y="2634"/>
                  </a:cubicBezTo>
                  <a:cubicBezTo>
                    <a:pt x="705" y="2634"/>
                    <a:pt x="709" y="2633"/>
                    <a:pt x="713" y="2632"/>
                  </a:cubicBezTo>
                  <a:cubicBezTo>
                    <a:pt x="756" y="2617"/>
                    <a:pt x="850" y="2500"/>
                    <a:pt x="866" y="2454"/>
                  </a:cubicBezTo>
                  <a:cubicBezTo>
                    <a:pt x="1109" y="1812"/>
                    <a:pt x="1035" y="420"/>
                    <a:pt x="97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4241;p72">
              <a:extLst>
                <a:ext uri="{FF2B5EF4-FFF2-40B4-BE49-F238E27FC236}">
                  <a16:creationId xmlns:a16="http://schemas.microsoft.com/office/drawing/2014/main" id="{1B179CF4-E494-ACF2-BCB1-B73F1C42D289}"/>
                </a:ext>
              </a:extLst>
            </p:cNvPr>
            <p:cNvSpPr/>
            <p:nvPr/>
          </p:nvSpPr>
          <p:spPr>
            <a:xfrm>
              <a:off x="1877050" y="2185025"/>
              <a:ext cx="497325" cy="232175"/>
            </a:xfrm>
            <a:custGeom>
              <a:avLst/>
              <a:gdLst/>
              <a:ahLst/>
              <a:cxnLst/>
              <a:rect l="l" t="t" r="r" b="b"/>
              <a:pathLst>
                <a:path w="19893" h="9287" extrusionOk="0">
                  <a:moveTo>
                    <a:pt x="19867" y="0"/>
                  </a:moveTo>
                  <a:cubicBezTo>
                    <a:pt x="19805" y="109"/>
                    <a:pt x="19732" y="230"/>
                    <a:pt x="19647" y="370"/>
                  </a:cubicBezTo>
                  <a:cubicBezTo>
                    <a:pt x="19471" y="626"/>
                    <a:pt x="19241" y="925"/>
                    <a:pt x="18948" y="1245"/>
                  </a:cubicBezTo>
                  <a:cubicBezTo>
                    <a:pt x="18648" y="1561"/>
                    <a:pt x="18292" y="1898"/>
                    <a:pt x="17880" y="2246"/>
                  </a:cubicBezTo>
                  <a:cubicBezTo>
                    <a:pt x="16228" y="3634"/>
                    <a:pt x="13713" y="5101"/>
                    <a:pt x="11131" y="6418"/>
                  </a:cubicBezTo>
                  <a:cubicBezTo>
                    <a:pt x="10488" y="6740"/>
                    <a:pt x="9832" y="7088"/>
                    <a:pt x="9194" y="7379"/>
                  </a:cubicBezTo>
                  <a:cubicBezTo>
                    <a:pt x="8557" y="7686"/>
                    <a:pt x="7908" y="7939"/>
                    <a:pt x="7273" y="8158"/>
                  </a:cubicBezTo>
                  <a:cubicBezTo>
                    <a:pt x="6636" y="8367"/>
                    <a:pt x="6009" y="8534"/>
                    <a:pt x="5406" y="8655"/>
                  </a:cubicBezTo>
                  <a:cubicBezTo>
                    <a:pt x="4803" y="8767"/>
                    <a:pt x="4225" y="8840"/>
                    <a:pt x="3692" y="8856"/>
                  </a:cubicBezTo>
                  <a:cubicBezTo>
                    <a:pt x="3555" y="8862"/>
                    <a:pt x="3421" y="8865"/>
                    <a:pt x="3290" y="8865"/>
                  </a:cubicBezTo>
                  <a:cubicBezTo>
                    <a:pt x="2911" y="8865"/>
                    <a:pt x="2557" y="8841"/>
                    <a:pt x="2237" y="8807"/>
                  </a:cubicBezTo>
                  <a:cubicBezTo>
                    <a:pt x="1805" y="8762"/>
                    <a:pt x="1435" y="8683"/>
                    <a:pt x="1135" y="8603"/>
                  </a:cubicBezTo>
                  <a:cubicBezTo>
                    <a:pt x="531" y="8436"/>
                    <a:pt x="232" y="8267"/>
                    <a:pt x="232" y="8267"/>
                  </a:cubicBezTo>
                  <a:cubicBezTo>
                    <a:pt x="209" y="8254"/>
                    <a:pt x="185" y="8248"/>
                    <a:pt x="161" y="8248"/>
                  </a:cubicBezTo>
                  <a:cubicBezTo>
                    <a:pt x="114" y="8248"/>
                    <a:pt x="68" y="8272"/>
                    <a:pt x="42" y="8315"/>
                  </a:cubicBezTo>
                  <a:cubicBezTo>
                    <a:pt x="0" y="8381"/>
                    <a:pt x="20" y="8468"/>
                    <a:pt x="88" y="8509"/>
                  </a:cubicBezTo>
                  <a:cubicBezTo>
                    <a:pt x="91" y="8511"/>
                    <a:pt x="423" y="8718"/>
                    <a:pt x="1041" y="8917"/>
                  </a:cubicBezTo>
                  <a:cubicBezTo>
                    <a:pt x="1352" y="9014"/>
                    <a:pt x="1737" y="9115"/>
                    <a:pt x="2186" y="9182"/>
                  </a:cubicBezTo>
                  <a:cubicBezTo>
                    <a:pt x="2575" y="9244"/>
                    <a:pt x="3014" y="9287"/>
                    <a:pt x="3488" y="9287"/>
                  </a:cubicBezTo>
                  <a:cubicBezTo>
                    <a:pt x="3559" y="9287"/>
                    <a:pt x="3630" y="9286"/>
                    <a:pt x="3703" y="9284"/>
                  </a:cubicBezTo>
                  <a:cubicBezTo>
                    <a:pt x="4261" y="9282"/>
                    <a:pt x="4862" y="9219"/>
                    <a:pt x="5490" y="9118"/>
                  </a:cubicBezTo>
                  <a:cubicBezTo>
                    <a:pt x="6119" y="9012"/>
                    <a:pt x="6770" y="8848"/>
                    <a:pt x="7431" y="8637"/>
                  </a:cubicBezTo>
                  <a:cubicBezTo>
                    <a:pt x="8087" y="8414"/>
                    <a:pt x="8756" y="8160"/>
                    <a:pt x="9414" y="7850"/>
                  </a:cubicBezTo>
                  <a:cubicBezTo>
                    <a:pt x="10079" y="7548"/>
                    <a:pt x="10718" y="7229"/>
                    <a:pt x="11371" y="6889"/>
                  </a:cubicBezTo>
                  <a:cubicBezTo>
                    <a:pt x="12670" y="6214"/>
                    <a:pt x="13949" y="5507"/>
                    <a:pt x="15115" y="4781"/>
                  </a:cubicBezTo>
                  <a:cubicBezTo>
                    <a:pt x="16279" y="4053"/>
                    <a:pt x="17323" y="3295"/>
                    <a:pt x="18154" y="2564"/>
                  </a:cubicBezTo>
                  <a:cubicBezTo>
                    <a:pt x="18573" y="2200"/>
                    <a:pt x="18924" y="1829"/>
                    <a:pt x="19224" y="1491"/>
                  </a:cubicBezTo>
                  <a:cubicBezTo>
                    <a:pt x="19503" y="1159"/>
                    <a:pt x="19721" y="851"/>
                    <a:pt x="19893" y="583"/>
                  </a:cubicBezTo>
                  <a:cubicBezTo>
                    <a:pt x="19890" y="388"/>
                    <a:pt x="19882" y="187"/>
                    <a:pt x="19867"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4242;p72">
              <a:extLst>
                <a:ext uri="{FF2B5EF4-FFF2-40B4-BE49-F238E27FC236}">
                  <a16:creationId xmlns:a16="http://schemas.microsoft.com/office/drawing/2014/main" id="{FA8ABB84-A14C-B48A-2FED-A019A4B9D014}"/>
                </a:ext>
              </a:extLst>
            </p:cNvPr>
            <p:cNvSpPr/>
            <p:nvPr/>
          </p:nvSpPr>
          <p:spPr>
            <a:xfrm>
              <a:off x="865600" y="1788525"/>
              <a:ext cx="105600" cy="160525"/>
            </a:xfrm>
            <a:custGeom>
              <a:avLst/>
              <a:gdLst/>
              <a:ahLst/>
              <a:cxnLst/>
              <a:rect l="l" t="t" r="r" b="b"/>
              <a:pathLst>
                <a:path w="4224" h="6421" extrusionOk="0">
                  <a:moveTo>
                    <a:pt x="1156" y="0"/>
                  </a:moveTo>
                  <a:lnTo>
                    <a:pt x="434" y="715"/>
                  </a:lnTo>
                  <a:cubicBezTo>
                    <a:pt x="156" y="989"/>
                    <a:pt x="0" y="1363"/>
                    <a:pt x="0" y="1754"/>
                  </a:cubicBezTo>
                  <a:lnTo>
                    <a:pt x="0" y="2763"/>
                  </a:lnTo>
                  <a:cubicBezTo>
                    <a:pt x="0" y="3292"/>
                    <a:pt x="238" y="3792"/>
                    <a:pt x="647" y="4124"/>
                  </a:cubicBezTo>
                  <a:lnTo>
                    <a:pt x="2343" y="5503"/>
                  </a:lnTo>
                  <a:cubicBezTo>
                    <a:pt x="2516" y="5644"/>
                    <a:pt x="2700" y="5771"/>
                    <a:pt x="2893" y="5883"/>
                  </a:cubicBezTo>
                  <a:lnTo>
                    <a:pt x="3825" y="6421"/>
                  </a:lnTo>
                  <a:lnTo>
                    <a:pt x="4224" y="6189"/>
                  </a:lnTo>
                  <a:lnTo>
                    <a:pt x="4224" y="3211"/>
                  </a:lnTo>
                  <a:lnTo>
                    <a:pt x="1158" y="1440"/>
                  </a:lnTo>
                  <a:lnTo>
                    <a:pt x="1156"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4243;p72">
              <a:extLst>
                <a:ext uri="{FF2B5EF4-FFF2-40B4-BE49-F238E27FC236}">
                  <a16:creationId xmlns:a16="http://schemas.microsoft.com/office/drawing/2014/main" id="{51034BBD-2F4B-708D-FB28-33436D4CF3E5}"/>
                </a:ext>
              </a:extLst>
            </p:cNvPr>
            <p:cNvSpPr/>
            <p:nvPr/>
          </p:nvSpPr>
          <p:spPr>
            <a:xfrm>
              <a:off x="2141175" y="1949775"/>
              <a:ext cx="124200" cy="121625"/>
            </a:xfrm>
            <a:custGeom>
              <a:avLst/>
              <a:gdLst/>
              <a:ahLst/>
              <a:cxnLst/>
              <a:rect l="l" t="t" r="r" b="b"/>
              <a:pathLst>
                <a:path w="4968" h="4865" extrusionOk="0">
                  <a:moveTo>
                    <a:pt x="15" y="0"/>
                  </a:moveTo>
                  <a:cubicBezTo>
                    <a:pt x="0" y="17"/>
                    <a:pt x="1234" y="1233"/>
                    <a:pt x="2468" y="2448"/>
                  </a:cubicBezTo>
                  <a:cubicBezTo>
                    <a:pt x="3710" y="3657"/>
                    <a:pt x="4952" y="4865"/>
                    <a:pt x="4952" y="4865"/>
                  </a:cubicBezTo>
                  <a:cubicBezTo>
                    <a:pt x="4967" y="4848"/>
                    <a:pt x="4898" y="4765"/>
                    <a:pt x="4777" y="4618"/>
                  </a:cubicBezTo>
                  <a:cubicBezTo>
                    <a:pt x="4653" y="4472"/>
                    <a:pt x="4489" y="4253"/>
                    <a:pt x="4268" y="4014"/>
                  </a:cubicBezTo>
                  <a:cubicBezTo>
                    <a:pt x="4048" y="3776"/>
                    <a:pt x="3802" y="3485"/>
                    <a:pt x="3517" y="3195"/>
                  </a:cubicBezTo>
                  <a:cubicBezTo>
                    <a:pt x="3232" y="2905"/>
                    <a:pt x="2928" y="2597"/>
                    <a:pt x="2626" y="2288"/>
                  </a:cubicBezTo>
                  <a:cubicBezTo>
                    <a:pt x="2310" y="1990"/>
                    <a:pt x="1995" y="1694"/>
                    <a:pt x="1699" y="1415"/>
                  </a:cubicBezTo>
                  <a:cubicBezTo>
                    <a:pt x="1404" y="1136"/>
                    <a:pt x="1108" y="897"/>
                    <a:pt x="865" y="681"/>
                  </a:cubicBezTo>
                  <a:cubicBezTo>
                    <a:pt x="621" y="465"/>
                    <a:pt x="399" y="307"/>
                    <a:pt x="251" y="186"/>
                  </a:cubicBezTo>
                  <a:cubicBezTo>
                    <a:pt x="101" y="68"/>
                    <a:pt x="15" y="0"/>
                    <a:pt x="15"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4244;p72">
              <a:extLst>
                <a:ext uri="{FF2B5EF4-FFF2-40B4-BE49-F238E27FC236}">
                  <a16:creationId xmlns:a16="http://schemas.microsoft.com/office/drawing/2014/main" id="{66D792B4-4524-F741-218A-F5BBD43F062D}"/>
                </a:ext>
              </a:extLst>
            </p:cNvPr>
            <p:cNvSpPr/>
            <p:nvPr/>
          </p:nvSpPr>
          <p:spPr>
            <a:xfrm>
              <a:off x="1853925" y="2109750"/>
              <a:ext cx="174500" cy="99625"/>
            </a:xfrm>
            <a:custGeom>
              <a:avLst/>
              <a:gdLst/>
              <a:ahLst/>
              <a:cxnLst/>
              <a:rect l="l" t="t" r="r" b="b"/>
              <a:pathLst>
                <a:path w="6980" h="3985" extrusionOk="0">
                  <a:moveTo>
                    <a:pt x="11" y="0"/>
                  </a:moveTo>
                  <a:lnTo>
                    <a:pt x="11" y="0"/>
                  </a:lnTo>
                  <a:cubicBezTo>
                    <a:pt x="1" y="20"/>
                    <a:pt x="103" y="92"/>
                    <a:pt x="284" y="218"/>
                  </a:cubicBezTo>
                  <a:cubicBezTo>
                    <a:pt x="467" y="341"/>
                    <a:pt x="718" y="532"/>
                    <a:pt x="1036" y="733"/>
                  </a:cubicBezTo>
                  <a:cubicBezTo>
                    <a:pt x="1354" y="933"/>
                    <a:pt x="1718" y="1179"/>
                    <a:pt x="2123" y="1419"/>
                  </a:cubicBezTo>
                  <a:cubicBezTo>
                    <a:pt x="2527" y="1658"/>
                    <a:pt x="2958" y="1914"/>
                    <a:pt x="3390" y="2168"/>
                  </a:cubicBezTo>
                  <a:cubicBezTo>
                    <a:pt x="3830" y="2409"/>
                    <a:pt x="4269" y="2650"/>
                    <a:pt x="4681" y="2875"/>
                  </a:cubicBezTo>
                  <a:cubicBezTo>
                    <a:pt x="5094" y="3102"/>
                    <a:pt x="5492" y="3286"/>
                    <a:pt x="5827" y="3459"/>
                  </a:cubicBezTo>
                  <a:cubicBezTo>
                    <a:pt x="6162" y="3631"/>
                    <a:pt x="6455" y="3747"/>
                    <a:pt x="6653" y="3842"/>
                  </a:cubicBezTo>
                  <a:cubicBezTo>
                    <a:pt x="6854" y="3933"/>
                    <a:pt x="6969" y="3985"/>
                    <a:pt x="6969" y="3985"/>
                  </a:cubicBezTo>
                  <a:cubicBezTo>
                    <a:pt x="6980" y="3965"/>
                    <a:pt x="5241" y="2969"/>
                    <a:pt x="3501" y="1974"/>
                  </a:cubicBezTo>
                  <a:cubicBezTo>
                    <a:pt x="1756" y="986"/>
                    <a:pt x="12" y="0"/>
                    <a:pt x="11"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4245;p72">
              <a:extLst>
                <a:ext uri="{FF2B5EF4-FFF2-40B4-BE49-F238E27FC236}">
                  <a16:creationId xmlns:a16="http://schemas.microsoft.com/office/drawing/2014/main" id="{B118C7CD-92AD-E1DC-9AC4-E40EC54A551F}"/>
                </a:ext>
              </a:extLst>
            </p:cNvPr>
            <p:cNvSpPr/>
            <p:nvPr/>
          </p:nvSpPr>
          <p:spPr>
            <a:xfrm>
              <a:off x="1606250" y="2054550"/>
              <a:ext cx="54575" cy="32950"/>
            </a:xfrm>
            <a:custGeom>
              <a:avLst/>
              <a:gdLst/>
              <a:ahLst/>
              <a:cxnLst/>
              <a:rect l="l" t="t" r="r" b="b"/>
              <a:pathLst>
                <a:path w="2183" h="1318" extrusionOk="0">
                  <a:moveTo>
                    <a:pt x="1815" y="0"/>
                  </a:moveTo>
                  <a:cubicBezTo>
                    <a:pt x="1517" y="0"/>
                    <a:pt x="488" y="167"/>
                    <a:pt x="293" y="192"/>
                  </a:cubicBezTo>
                  <a:lnTo>
                    <a:pt x="0" y="1318"/>
                  </a:lnTo>
                  <a:lnTo>
                    <a:pt x="1799" y="1204"/>
                  </a:lnTo>
                  <a:cubicBezTo>
                    <a:pt x="1799" y="1204"/>
                    <a:pt x="2182" y="1092"/>
                    <a:pt x="2182" y="620"/>
                  </a:cubicBezTo>
                  <a:cubicBezTo>
                    <a:pt x="2182" y="428"/>
                    <a:pt x="2130" y="198"/>
                    <a:pt x="1981" y="64"/>
                  </a:cubicBezTo>
                  <a:cubicBezTo>
                    <a:pt x="1951" y="36"/>
                    <a:pt x="1918" y="18"/>
                    <a:pt x="1885" y="7"/>
                  </a:cubicBezTo>
                  <a:cubicBezTo>
                    <a:pt x="1872" y="2"/>
                    <a:pt x="1848" y="0"/>
                    <a:pt x="1815"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4246;p72">
              <a:extLst>
                <a:ext uri="{FF2B5EF4-FFF2-40B4-BE49-F238E27FC236}">
                  <a16:creationId xmlns:a16="http://schemas.microsoft.com/office/drawing/2014/main" id="{F5A7BC85-D10F-043C-AB58-62F9ABA2AA16}"/>
                </a:ext>
              </a:extLst>
            </p:cNvPr>
            <p:cNvSpPr/>
            <p:nvPr/>
          </p:nvSpPr>
          <p:spPr>
            <a:xfrm>
              <a:off x="1536225" y="2037150"/>
              <a:ext cx="84950" cy="58625"/>
            </a:xfrm>
            <a:custGeom>
              <a:avLst/>
              <a:gdLst/>
              <a:ahLst/>
              <a:cxnLst/>
              <a:rect l="l" t="t" r="r" b="b"/>
              <a:pathLst>
                <a:path w="3398" h="2345" extrusionOk="0">
                  <a:moveTo>
                    <a:pt x="2764" y="0"/>
                  </a:moveTo>
                  <a:cubicBezTo>
                    <a:pt x="2495" y="0"/>
                    <a:pt x="2220" y="105"/>
                    <a:pt x="1963" y="174"/>
                  </a:cubicBezTo>
                  <a:cubicBezTo>
                    <a:pt x="65" y="680"/>
                    <a:pt x="0" y="996"/>
                    <a:pt x="4" y="1788"/>
                  </a:cubicBezTo>
                  <a:cubicBezTo>
                    <a:pt x="6" y="2240"/>
                    <a:pt x="889" y="2345"/>
                    <a:pt x="1598" y="2345"/>
                  </a:cubicBezTo>
                  <a:cubicBezTo>
                    <a:pt x="1850" y="2345"/>
                    <a:pt x="2080" y="2331"/>
                    <a:pt x="2240" y="2316"/>
                  </a:cubicBezTo>
                  <a:cubicBezTo>
                    <a:pt x="2782" y="2262"/>
                    <a:pt x="3352" y="2283"/>
                    <a:pt x="3392" y="563"/>
                  </a:cubicBezTo>
                  <a:cubicBezTo>
                    <a:pt x="3398" y="323"/>
                    <a:pt x="3326" y="143"/>
                    <a:pt x="3045" y="45"/>
                  </a:cubicBezTo>
                  <a:cubicBezTo>
                    <a:pt x="2953" y="13"/>
                    <a:pt x="2859" y="0"/>
                    <a:pt x="2764"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4247;p72">
              <a:extLst>
                <a:ext uri="{FF2B5EF4-FFF2-40B4-BE49-F238E27FC236}">
                  <a16:creationId xmlns:a16="http://schemas.microsoft.com/office/drawing/2014/main" id="{6B961AB2-5617-0099-F69B-DBDD1051F867}"/>
                </a:ext>
              </a:extLst>
            </p:cNvPr>
            <p:cNvSpPr/>
            <p:nvPr/>
          </p:nvSpPr>
          <p:spPr>
            <a:xfrm>
              <a:off x="1561750" y="2044150"/>
              <a:ext cx="50975" cy="16125"/>
            </a:xfrm>
            <a:custGeom>
              <a:avLst/>
              <a:gdLst/>
              <a:ahLst/>
              <a:cxnLst/>
              <a:rect l="l" t="t" r="r" b="b"/>
              <a:pathLst>
                <a:path w="2039" h="645" extrusionOk="0">
                  <a:moveTo>
                    <a:pt x="1813" y="1"/>
                  </a:moveTo>
                  <a:cubicBezTo>
                    <a:pt x="1622" y="1"/>
                    <a:pt x="1312" y="50"/>
                    <a:pt x="971" y="141"/>
                  </a:cubicBezTo>
                  <a:cubicBezTo>
                    <a:pt x="424" y="288"/>
                    <a:pt x="1" y="489"/>
                    <a:pt x="28" y="588"/>
                  </a:cubicBezTo>
                  <a:cubicBezTo>
                    <a:pt x="38" y="626"/>
                    <a:pt x="111" y="644"/>
                    <a:pt x="228" y="644"/>
                  </a:cubicBezTo>
                  <a:cubicBezTo>
                    <a:pt x="419" y="644"/>
                    <a:pt x="728" y="595"/>
                    <a:pt x="1068" y="504"/>
                  </a:cubicBezTo>
                  <a:cubicBezTo>
                    <a:pt x="1616" y="357"/>
                    <a:pt x="2038" y="158"/>
                    <a:pt x="2010" y="56"/>
                  </a:cubicBezTo>
                  <a:cubicBezTo>
                    <a:pt x="2001" y="19"/>
                    <a:pt x="1928" y="1"/>
                    <a:pt x="1813" y="1"/>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4248;p72">
              <a:extLst>
                <a:ext uri="{FF2B5EF4-FFF2-40B4-BE49-F238E27FC236}">
                  <a16:creationId xmlns:a16="http://schemas.microsoft.com/office/drawing/2014/main" id="{833E6DEC-FB91-744A-D63C-3481138C90B0}"/>
                </a:ext>
              </a:extLst>
            </p:cNvPr>
            <p:cNvSpPr/>
            <p:nvPr/>
          </p:nvSpPr>
          <p:spPr>
            <a:xfrm>
              <a:off x="1439050" y="1999850"/>
              <a:ext cx="41500" cy="37900"/>
            </a:xfrm>
            <a:custGeom>
              <a:avLst/>
              <a:gdLst/>
              <a:ahLst/>
              <a:cxnLst/>
              <a:rect l="l" t="t" r="r" b="b"/>
              <a:pathLst>
                <a:path w="1660" h="1516" extrusionOk="0">
                  <a:moveTo>
                    <a:pt x="110" y="0"/>
                  </a:moveTo>
                  <a:cubicBezTo>
                    <a:pt x="45" y="0"/>
                    <a:pt x="1" y="46"/>
                    <a:pt x="1" y="127"/>
                  </a:cubicBezTo>
                  <a:lnTo>
                    <a:pt x="1" y="432"/>
                  </a:lnTo>
                  <a:cubicBezTo>
                    <a:pt x="1" y="553"/>
                    <a:pt x="99" y="708"/>
                    <a:pt x="220" y="777"/>
                  </a:cubicBezTo>
                  <a:lnTo>
                    <a:pt x="1441" y="1482"/>
                  </a:lnTo>
                  <a:cubicBezTo>
                    <a:pt x="1480" y="1504"/>
                    <a:pt x="1517" y="1515"/>
                    <a:pt x="1549" y="1515"/>
                  </a:cubicBezTo>
                  <a:cubicBezTo>
                    <a:pt x="1615" y="1515"/>
                    <a:pt x="1660" y="1470"/>
                    <a:pt x="1660" y="1388"/>
                  </a:cubicBezTo>
                  <a:lnTo>
                    <a:pt x="1660" y="1085"/>
                  </a:lnTo>
                  <a:cubicBezTo>
                    <a:pt x="1660" y="964"/>
                    <a:pt x="1562" y="809"/>
                    <a:pt x="1441" y="738"/>
                  </a:cubicBezTo>
                  <a:lnTo>
                    <a:pt x="220" y="35"/>
                  </a:lnTo>
                  <a:cubicBezTo>
                    <a:pt x="180" y="11"/>
                    <a:pt x="143" y="0"/>
                    <a:pt x="110"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4249;p72">
              <a:extLst>
                <a:ext uri="{FF2B5EF4-FFF2-40B4-BE49-F238E27FC236}">
                  <a16:creationId xmlns:a16="http://schemas.microsoft.com/office/drawing/2014/main" id="{A68697CD-7600-E363-191A-FDDE169A2230}"/>
                </a:ext>
              </a:extLst>
            </p:cNvPr>
            <p:cNvSpPr/>
            <p:nvPr/>
          </p:nvSpPr>
          <p:spPr>
            <a:xfrm>
              <a:off x="1167975" y="1843325"/>
              <a:ext cx="41475" cy="37900"/>
            </a:xfrm>
            <a:custGeom>
              <a:avLst/>
              <a:gdLst/>
              <a:ahLst/>
              <a:cxnLst/>
              <a:rect l="l" t="t" r="r" b="b"/>
              <a:pathLst>
                <a:path w="1659" h="1516" extrusionOk="0">
                  <a:moveTo>
                    <a:pt x="110" y="1"/>
                  </a:moveTo>
                  <a:cubicBezTo>
                    <a:pt x="44" y="1"/>
                    <a:pt x="0" y="46"/>
                    <a:pt x="0" y="128"/>
                  </a:cubicBezTo>
                  <a:lnTo>
                    <a:pt x="0" y="431"/>
                  </a:lnTo>
                  <a:cubicBezTo>
                    <a:pt x="0" y="552"/>
                    <a:pt x="98" y="707"/>
                    <a:pt x="219" y="778"/>
                  </a:cubicBezTo>
                  <a:lnTo>
                    <a:pt x="1440" y="1482"/>
                  </a:lnTo>
                  <a:cubicBezTo>
                    <a:pt x="1480" y="1505"/>
                    <a:pt x="1517" y="1516"/>
                    <a:pt x="1550" y="1516"/>
                  </a:cubicBezTo>
                  <a:cubicBezTo>
                    <a:pt x="1615" y="1516"/>
                    <a:pt x="1659" y="1471"/>
                    <a:pt x="1659" y="1390"/>
                  </a:cubicBezTo>
                  <a:lnTo>
                    <a:pt x="1659" y="1084"/>
                  </a:lnTo>
                  <a:cubicBezTo>
                    <a:pt x="1659" y="963"/>
                    <a:pt x="1561" y="809"/>
                    <a:pt x="1440" y="740"/>
                  </a:cubicBezTo>
                  <a:lnTo>
                    <a:pt x="219" y="34"/>
                  </a:lnTo>
                  <a:cubicBezTo>
                    <a:pt x="180" y="12"/>
                    <a:pt x="142" y="1"/>
                    <a:pt x="110"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4250;p72">
              <a:extLst>
                <a:ext uri="{FF2B5EF4-FFF2-40B4-BE49-F238E27FC236}">
                  <a16:creationId xmlns:a16="http://schemas.microsoft.com/office/drawing/2014/main" id="{4DAA1FE6-89A2-C7A4-71FE-53EA8ED34D3C}"/>
                </a:ext>
              </a:extLst>
            </p:cNvPr>
            <p:cNvSpPr/>
            <p:nvPr/>
          </p:nvSpPr>
          <p:spPr>
            <a:xfrm>
              <a:off x="1660550" y="2229575"/>
              <a:ext cx="28925" cy="24625"/>
            </a:xfrm>
            <a:custGeom>
              <a:avLst/>
              <a:gdLst/>
              <a:ahLst/>
              <a:cxnLst/>
              <a:rect l="l" t="t" r="r" b="b"/>
              <a:pathLst>
                <a:path w="1157" h="985" extrusionOk="0">
                  <a:moveTo>
                    <a:pt x="102" y="1"/>
                  </a:moveTo>
                  <a:cubicBezTo>
                    <a:pt x="42" y="1"/>
                    <a:pt x="1" y="42"/>
                    <a:pt x="1" y="116"/>
                  </a:cubicBezTo>
                  <a:lnTo>
                    <a:pt x="1" y="202"/>
                  </a:lnTo>
                  <a:cubicBezTo>
                    <a:pt x="1" y="313"/>
                    <a:pt x="91" y="454"/>
                    <a:pt x="202" y="518"/>
                  </a:cubicBezTo>
                  <a:lnTo>
                    <a:pt x="956" y="954"/>
                  </a:lnTo>
                  <a:cubicBezTo>
                    <a:pt x="992" y="975"/>
                    <a:pt x="1027" y="985"/>
                    <a:pt x="1056" y="985"/>
                  </a:cubicBezTo>
                  <a:cubicBezTo>
                    <a:pt x="1116" y="985"/>
                    <a:pt x="1157" y="943"/>
                    <a:pt x="1157" y="869"/>
                  </a:cubicBezTo>
                  <a:lnTo>
                    <a:pt x="1157" y="783"/>
                  </a:lnTo>
                  <a:cubicBezTo>
                    <a:pt x="1157" y="673"/>
                    <a:pt x="1066" y="532"/>
                    <a:pt x="956" y="468"/>
                  </a:cubicBezTo>
                  <a:lnTo>
                    <a:pt x="202" y="32"/>
                  </a:lnTo>
                  <a:cubicBezTo>
                    <a:pt x="165" y="11"/>
                    <a:pt x="131" y="1"/>
                    <a:pt x="102" y="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4251;p72">
              <a:extLst>
                <a:ext uri="{FF2B5EF4-FFF2-40B4-BE49-F238E27FC236}">
                  <a16:creationId xmlns:a16="http://schemas.microsoft.com/office/drawing/2014/main" id="{86CCF277-DCC8-2DFF-C988-D7D512661DBD}"/>
                </a:ext>
              </a:extLst>
            </p:cNvPr>
            <p:cNvSpPr/>
            <p:nvPr/>
          </p:nvSpPr>
          <p:spPr>
            <a:xfrm>
              <a:off x="918150" y="1800925"/>
              <a:ext cx="28875" cy="24650"/>
            </a:xfrm>
            <a:custGeom>
              <a:avLst/>
              <a:gdLst/>
              <a:ahLst/>
              <a:cxnLst/>
              <a:rect l="l" t="t" r="r" b="b"/>
              <a:pathLst>
                <a:path w="1155" h="986" extrusionOk="0">
                  <a:moveTo>
                    <a:pt x="100" y="1"/>
                  </a:moveTo>
                  <a:cubicBezTo>
                    <a:pt x="40" y="1"/>
                    <a:pt x="0" y="42"/>
                    <a:pt x="0" y="116"/>
                  </a:cubicBezTo>
                  <a:lnTo>
                    <a:pt x="0" y="203"/>
                  </a:lnTo>
                  <a:cubicBezTo>
                    <a:pt x="0" y="314"/>
                    <a:pt x="89" y="455"/>
                    <a:pt x="199" y="518"/>
                  </a:cubicBezTo>
                  <a:lnTo>
                    <a:pt x="955" y="955"/>
                  </a:lnTo>
                  <a:cubicBezTo>
                    <a:pt x="992" y="975"/>
                    <a:pt x="1026" y="985"/>
                    <a:pt x="1055" y="985"/>
                  </a:cubicBezTo>
                  <a:cubicBezTo>
                    <a:pt x="1114" y="985"/>
                    <a:pt x="1154" y="944"/>
                    <a:pt x="1154" y="870"/>
                  </a:cubicBezTo>
                  <a:lnTo>
                    <a:pt x="1154" y="783"/>
                  </a:lnTo>
                  <a:cubicBezTo>
                    <a:pt x="1154" y="672"/>
                    <a:pt x="1066" y="531"/>
                    <a:pt x="955" y="469"/>
                  </a:cubicBezTo>
                  <a:lnTo>
                    <a:pt x="199" y="32"/>
                  </a:lnTo>
                  <a:cubicBezTo>
                    <a:pt x="163" y="11"/>
                    <a:pt x="129" y="1"/>
                    <a:pt x="100" y="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4252;p72">
              <a:extLst>
                <a:ext uri="{FF2B5EF4-FFF2-40B4-BE49-F238E27FC236}">
                  <a16:creationId xmlns:a16="http://schemas.microsoft.com/office/drawing/2014/main" id="{18514C59-681E-BFF0-98A0-17BB10F5066E}"/>
                </a:ext>
              </a:extLst>
            </p:cNvPr>
            <p:cNvSpPr/>
            <p:nvPr/>
          </p:nvSpPr>
          <p:spPr>
            <a:xfrm>
              <a:off x="935850" y="1550200"/>
              <a:ext cx="97675" cy="143250"/>
            </a:xfrm>
            <a:custGeom>
              <a:avLst/>
              <a:gdLst/>
              <a:ahLst/>
              <a:cxnLst/>
              <a:rect l="l" t="t" r="r" b="b"/>
              <a:pathLst>
                <a:path w="3907" h="5730" extrusionOk="0">
                  <a:moveTo>
                    <a:pt x="2830" y="1"/>
                  </a:moveTo>
                  <a:cubicBezTo>
                    <a:pt x="2588" y="1"/>
                    <a:pt x="2359" y="132"/>
                    <a:pt x="2234" y="353"/>
                  </a:cubicBezTo>
                  <a:cubicBezTo>
                    <a:pt x="1592" y="1487"/>
                    <a:pt x="393" y="3963"/>
                    <a:pt x="0" y="4779"/>
                  </a:cubicBezTo>
                  <a:cubicBezTo>
                    <a:pt x="14" y="4819"/>
                    <a:pt x="20" y="4837"/>
                    <a:pt x="34" y="4877"/>
                  </a:cubicBezTo>
                  <a:lnTo>
                    <a:pt x="1512" y="5729"/>
                  </a:lnTo>
                  <a:lnTo>
                    <a:pt x="3907" y="449"/>
                  </a:lnTo>
                  <a:cubicBezTo>
                    <a:pt x="3473" y="226"/>
                    <a:pt x="3165" y="77"/>
                    <a:pt x="3037" y="34"/>
                  </a:cubicBezTo>
                  <a:cubicBezTo>
                    <a:pt x="2969" y="11"/>
                    <a:pt x="2899" y="1"/>
                    <a:pt x="2830" y="1"/>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4253;p72">
              <a:extLst>
                <a:ext uri="{FF2B5EF4-FFF2-40B4-BE49-F238E27FC236}">
                  <a16:creationId xmlns:a16="http://schemas.microsoft.com/office/drawing/2014/main" id="{711DD431-D18A-A62C-F7A3-DBF0EC256FFB}"/>
                </a:ext>
              </a:extLst>
            </p:cNvPr>
            <p:cNvSpPr/>
            <p:nvPr/>
          </p:nvSpPr>
          <p:spPr>
            <a:xfrm>
              <a:off x="981875" y="1565825"/>
              <a:ext cx="233525" cy="231725"/>
            </a:xfrm>
            <a:custGeom>
              <a:avLst/>
              <a:gdLst/>
              <a:ahLst/>
              <a:cxnLst/>
              <a:rect l="l" t="t" r="r" b="b"/>
              <a:pathLst>
                <a:path w="9341" h="9269" extrusionOk="0">
                  <a:moveTo>
                    <a:pt x="2402" y="1"/>
                  </a:moveTo>
                  <a:lnTo>
                    <a:pt x="1" y="5295"/>
                  </a:lnTo>
                  <a:lnTo>
                    <a:pt x="6884" y="9268"/>
                  </a:lnTo>
                  <a:lnTo>
                    <a:pt x="9341" y="3853"/>
                  </a:lnTo>
                  <a:cubicBezTo>
                    <a:pt x="6613" y="2310"/>
                    <a:pt x="3925" y="806"/>
                    <a:pt x="2402" y="1"/>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4254;p72">
              <a:extLst>
                <a:ext uri="{FF2B5EF4-FFF2-40B4-BE49-F238E27FC236}">
                  <a16:creationId xmlns:a16="http://schemas.microsoft.com/office/drawing/2014/main" id="{4B8DE4D6-5713-995D-3994-21E470DD7988}"/>
                </a:ext>
              </a:extLst>
            </p:cNvPr>
            <p:cNvSpPr/>
            <p:nvPr/>
          </p:nvSpPr>
          <p:spPr>
            <a:xfrm>
              <a:off x="1162175" y="1666825"/>
              <a:ext cx="272725" cy="267775"/>
            </a:xfrm>
            <a:custGeom>
              <a:avLst/>
              <a:gdLst/>
              <a:ahLst/>
              <a:cxnLst/>
              <a:rect l="l" t="t" r="r" b="b"/>
              <a:pathLst>
                <a:path w="10909" h="10711" extrusionOk="0">
                  <a:moveTo>
                    <a:pt x="2458" y="0"/>
                  </a:moveTo>
                  <a:lnTo>
                    <a:pt x="1" y="5419"/>
                  </a:lnTo>
                  <a:lnTo>
                    <a:pt x="9169" y="10711"/>
                  </a:lnTo>
                  <a:cubicBezTo>
                    <a:pt x="9380" y="9667"/>
                    <a:pt x="9667" y="8624"/>
                    <a:pt x="9951" y="7706"/>
                  </a:cubicBezTo>
                  <a:cubicBezTo>
                    <a:pt x="10308" y="6555"/>
                    <a:pt x="10662" y="5601"/>
                    <a:pt x="10857" y="5094"/>
                  </a:cubicBezTo>
                  <a:cubicBezTo>
                    <a:pt x="10909" y="4962"/>
                    <a:pt x="10857" y="4816"/>
                    <a:pt x="10736" y="4744"/>
                  </a:cubicBezTo>
                  <a:cubicBezTo>
                    <a:pt x="10176" y="4413"/>
                    <a:pt x="6331" y="2196"/>
                    <a:pt x="2458" y="0"/>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4255;p72">
              <a:extLst>
                <a:ext uri="{FF2B5EF4-FFF2-40B4-BE49-F238E27FC236}">
                  <a16:creationId xmlns:a16="http://schemas.microsoft.com/office/drawing/2014/main" id="{0E0F14F9-17C7-6A1E-0ADC-B576C61A2726}"/>
                </a:ext>
              </a:extLst>
            </p:cNvPr>
            <p:cNvSpPr/>
            <p:nvPr/>
          </p:nvSpPr>
          <p:spPr>
            <a:xfrm>
              <a:off x="1268575" y="1325800"/>
              <a:ext cx="615725" cy="372700"/>
            </a:xfrm>
            <a:custGeom>
              <a:avLst/>
              <a:gdLst/>
              <a:ahLst/>
              <a:cxnLst/>
              <a:rect l="l" t="t" r="r" b="b"/>
              <a:pathLst>
                <a:path w="24629" h="14908" extrusionOk="0">
                  <a:moveTo>
                    <a:pt x="706" y="1"/>
                  </a:moveTo>
                  <a:cubicBezTo>
                    <a:pt x="614" y="1"/>
                    <a:pt x="522" y="19"/>
                    <a:pt x="433" y="56"/>
                  </a:cubicBezTo>
                  <a:cubicBezTo>
                    <a:pt x="234" y="142"/>
                    <a:pt x="88" y="312"/>
                    <a:pt x="36" y="526"/>
                  </a:cubicBezTo>
                  <a:cubicBezTo>
                    <a:pt x="1" y="670"/>
                    <a:pt x="89" y="814"/>
                    <a:pt x="234" y="849"/>
                  </a:cubicBezTo>
                  <a:cubicBezTo>
                    <a:pt x="255" y="854"/>
                    <a:pt x="277" y="857"/>
                    <a:pt x="298" y="857"/>
                  </a:cubicBezTo>
                  <a:cubicBezTo>
                    <a:pt x="419" y="857"/>
                    <a:pt x="528" y="775"/>
                    <a:pt x="557" y="653"/>
                  </a:cubicBezTo>
                  <a:cubicBezTo>
                    <a:pt x="574" y="588"/>
                    <a:pt x="618" y="561"/>
                    <a:pt x="644" y="550"/>
                  </a:cubicBezTo>
                  <a:cubicBezTo>
                    <a:pt x="658" y="544"/>
                    <a:pt x="680" y="538"/>
                    <a:pt x="705" y="538"/>
                  </a:cubicBezTo>
                  <a:cubicBezTo>
                    <a:pt x="728" y="538"/>
                    <a:pt x="753" y="543"/>
                    <a:pt x="779" y="558"/>
                  </a:cubicBezTo>
                  <a:lnTo>
                    <a:pt x="23251" y="13533"/>
                  </a:lnTo>
                  <a:cubicBezTo>
                    <a:pt x="23681" y="13781"/>
                    <a:pt x="23980" y="14203"/>
                    <a:pt x="24074" y="14690"/>
                  </a:cubicBezTo>
                  <a:cubicBezTo>
                    <a:pt x="24098" y="14817"/>
                    <a:pt x="24210" y="14908"/>
                    <a:pt x="24336" y="14908"/>
                  </a:cubicBezTo>
                  <a:cubicBezTo>
                    <a:pt x="24353" y="14908"/>
                    <a:pt x="24370" y="14906"/>
                    <a:pt x="24387" y="14903"/>
                  </a:cubicBezTo>
                  <a:cubicBezTo>
                    <a:pt x="24532" y="14876"/>
                    <a:pt x="24629" y="14735"/>
                    <a:pt x="24600" y="14589"/>
                  </a:cubicBezTo>
                  <a:cubicBezTo>
                    <a:pt x="24479" y="13948"/>
                    <a:pt x="24085" y="13395"/>
                    <a:pt x="23519" y="13068"/>
                  </a:cubicBezTo>
                  <a:lnTo>
                    <a:pt x="1048" y="93"/>
                  </a:lnTo>
                  <a:cubicBezTo>
                    <a:pt x="941" y="31"/>
                    <a:pt x="824" y="1"/>
                    <a:pt x="706"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4256;p72">
              <a:extLst>
                <a:ext uri="{FF2B5EF4-FFF2-40B4-BE49-F238E27FC236}">
                  <a16:creationId xmlns:a16="http://schemas.microsoft.com/office/drawing/2014/main" id="{946C9DED-53A8-A365-2B40-9E6044BA403F}"/>
                </a:ext>
              </a:extLst>
            </p:cNvPr>
            <p:cNvSpPr/>
            <p:nvPr/>
          </p:nvSpPr>
          <p:spPr>
            <a:xfrm>
              <a:off x="1014800" y="1472325"/>
              <a:ext cx="615700" cy="372725"/>
            </a:xfrm>
            <a:custGeom>
              <a:avLst/>
              <a:gdLst/>
              <a:ahLst/>
              <a:cxnLst/>
              <a:rect l="l" t="t" r="r" b="b"/>
              <a:pathLst>
                <a:path w="24628" h="14909" extrusionOk="0">
                  <a:moveTo>
                    <a:pt x="705" y="0"/>
                  </a:moveTo>
                  <a:cubicBezTo>
                    <a:pt x="613" y="0"/>
                    <a:pt x="521" y="19"/>
                    <a:pt x="433" y="57"/>
                  </a:cubicBezTo>
                  <a:cubicBezTo>
                    <a:pt x="232" y="142"/>
                    <a:pt x="88" y="313"/>
                    <a:pt x="36" y="526"/>
                  </a:cubicBezTo>
                  <a:cubicBezTo>
                    <a:pt x="1" y="670"/>
                    <a:pt x="88" y="814"/>
                    <a:pt x="232" y="849"/>
                  </a:cubicBezTo>
                  <a:cubicBezTo>
                    <a:pt x="253" y="854"/>
                    <a:pt x="275" y="857"/>
                    <a:pt x="296" y="857"/>
                  </a:cubicBezTo>
                  <a:cubicBezTo>
                    <a:pt x="417" y="857"/>
                    <a:pt x="527" y="774"/>
                    <a:pt x="557" y="653"/>
                  </a:cubicBezTo>
                  <a:cubicBezTo>
                    <a:pt x="572" y="589"/>
                    <a:pt x="618" y="561"/>
                    <a:pt x="645" y="550"/>
                  </a:cubicBezTo>
                  <a:cubicBezTo>
                    <a:pt x="658" y="544"/>
                    <a:pt x="679" y="537"/>
                    <a:pt x="705" y="537"/>
                  </a:cubicBezTo>
                  <a:cubicBezTo>
                    <a:pt x="727" y="537"/>
                    <a:pt x="752" y="542"/>
                    <a:pt x="778" y="558"/>
                  </a:cubicBezTo>
                  <a:lnTo>
                    <a:pt x="23251" y="13533"/>
                  </a:lnTo>
                  <a:cubicBezTo>
                    <a:pt x="23680" y="13780"/>
                    <a:pt x="23980" y="14203"/>
                    <a:pt x="24072" y="14689"/>
                  </a:cubicBezTo>
                  <a:cubicBezTo>
                    <a:pt x="24097" y="14818"/>
                    <a:pt x="24210" y="14908"/>
                    <a:pt x="24336" y="14908"/>
                  </a:cubicBezTo>
                  <a:cubicBezTo>
                    <a:pt x="24353" y="14908"/>
                    <a:pt x="24370" y="14906"/>
                    <a:pt x="24387" y="14903"/>
                  </a:cubicBezTo>
                  <a:cubicBezTo>
                    <a:pt x="24532" y="14876"/>
                    <a:pt x="24627" y="14735"/>
                    <a:pt x="24600" y="14589"/>
                  </a:cubicBezTo>
                  <a:cubicBezTo>
                    <a:pt x="24479" y="13948"/>
                    <a:pt x="24083" y="13395"/>
                    <a:pt x="23519" y="13068"/>
                  </a:cubicBezTo>
                  <a:lnTo>
                    <a:pt x="1046" y="93"/>
                  </a:lnTo>
                  <a:cubicBezTo>
                    <a:pt x="940" y="31"/>
                    <a:pt x="823" y="0"/>
                    <a:pt x="705"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4257;p72">
              <a:extLst>
                <a:ext uri="{FF2B5EF4-FFF2-40B4-BE49-F238E27FC236}">
                  <a16:creationId xmlns:a16="http://schemas.microsoft.com/office/drawing/2014/main" id="{D6B77D6B-DC7C-B8B7-7DC6-387AB4B99C86}"/>
                </a:ext>
              </a:extLst>
            </p:cNvPr>
            <p:cNvSpPr/>
            <p:nvPr/>
          </p:nvSpPr>
          <p:spPr>
            <a:xfrm>
              <a:off x="2197975" y="2299250"/>
              <a:ext cx="91125" cy="85375"/>
            </a:xfrm>
            <a:custGeom>
              <a:avLst/>
              <a:gdLst/>
              <a:ahLst/>
              <a:cxnLst/>
              <a:rect l="l" t="t" r="r" b="b"/>
              <a:pathLst>
                <a:path w="3645" h="3415" extrusionOk="0">
                  <a:moveTo>
                    <a:pt x="3644" y="0"/>
                  </a:moveTo>
                  <a:lnTo>
                    <a:pt x="0" y="2269"/>
                  </a:lnTo>
                  <a:lnTo>
                    <a:pt x="0" y="3414"/>
                  </a:lnTo>
                  <a:lnTo>
                    <a:pt x="3644" y="1145"/>
                  </a:lnTo>
                  <a:lnTo>
                    <a:pt x="3644"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51" name="Google Shape;905;p36">
            <a:extLst>
              <a:ext uri="{FF2B5EF4-FFF2-40B4-BE49-F238E27FC236}">
                <a16:creationId xmlns:a16="http://schemas.microsoft.com/office/drawing/2014/main" id="{9AE6F548-10CC-1973-AE1C-E216477A404E}"/>
              </a:ext>
            </a:extLst>
          </p:cNvPr>
          <p:cNvSpPr/>
          <p:nvPr/>
        </p:nvSpPr>
        <p:spPr>
          <a:xfrm rot="-5400000" flipH="1">
            <a:off x="686167" y="711250"/>
            <a:ext cx="532646" cy="152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904;p36">
            <a:extLst>
              <a:ext uri="{FF2B5EF4-FFF2-40B4-BE49-F238E27FC236}">
                <a16:creationId xmlns:a16="http://schemas.microsoft.com/office/drawing/2014/main" id="{09410A80-9051-0B62-9B70-08A9E4B756A4}"/>
              </a:ext>
            </a:extLst>
          </p:cNvPr>
          <p:cNvSpPr/>
          <p:nvPr/>
        </p:nvSpPr>
        <p:spPr>
          <a:xfrm rot="5400000">
            <a:off x="7994974" y="711249"/>
            <a:ext cx="457800" cy="152401"/>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937143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8">
          <a:extLst>
            <a:ext uri="{FF2B5EF4-FFF2-40B4-BE49-F238E27FC236}">
              <a16:creationId xmlns:a16="http://schemas.microsoft.com/office/drawing/2014/main" id="{D830E299-88A6-D463-1717-7004E6A21C60}"/>
            </a:ext>
          </a:extLst>
        </p:cNvPr>
        <p:cNvGrpSpPr/>
        <p:nvPr/>
      </p:nvGrpSpPr>
      <p:grpSpPr>
        <a:xfrm>
          <a:off x="0" y="0"/>
          <a:ext cx="0" cy="0"/>
          <a:chOff x="0" y="0"/>
          <a:chExt cx="0" cy="0"/>
        </a:xfrm>
      </p:grpSpPr>
      <p:sp>
        <p:nvSpPr>
          <p:cNvPr id="904" name="Google Shape;904;p36">
            <a:extLst>
              <a:ext uri="{FF2B5EF4-FFF2-40B4-BE49-F238E27FC236}">
                <a16:creationId xmlns:a16="http://schemas.microsoft.com/office/drawing/2014/main" id="{6C063532-01BF-8AF7-68CF-302A34293525}"/>
              </a:ext>
            </a:extLst>
          </p:cNvPr>
          <p:cNvSpPr/>
          <p:nvPr/>
        </p:nvSpPr>
        <p:spPr>
          <a:xfrm rot="5400000">
            <a:off x="7962591" y="745450"/>
            <a:ext cx="457800" cy="840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6">
            <a:extLst>
              <a:ext uri="{FF2B5EF4-FFF2-40B4-BE49-F238E27FC236}">
                <a16:creationId xmlns:a16="http://schemas.microsoft.com/office/drawing/2014/main" id="{C90E532E-2F1A-AE39-97C0-999B46519D7C}"/>
              </a:ext>
            </a:extLst>
          </p:cNvPr>
          <p:cNvSpPr/>
          <p:nvPr/>
        </p:nvSpPr>
        <p:spPr>
          <a:xfrm rot="-5400000" flipH="1">
            <a:off x="723591" y="745450"/>
            <a:ext cx="457800" cy="840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Rectangle 15">
            <a:extLst>
              <a:ext uri="{FF2B5EF4-FFF2-40B4-BE49-F238E27FC236}">
                <a16:creationId xmlns:a16="http://schemas.microsoft.com/office/drawing/2014/main" id="{0BBE968B-5FEB-E4CC-A69B-9010EBD04BE0}"/>
              </a:ext>
            </a:extLst>
          </p:cNvPr>
          <p:cNvSpPr/>
          <p:nvPr/>
        </p:nvSpPr>
        <p:spPr>
          <a:xfrm>
            <a:off x="713250" y="1371633"/>
            <a:ext cx="7717500" cy="348935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latin typeface="Times New Roman" panose="02020603050405020304" pitchFamily="18" charset="0"/>
              <a:cs typeface="Times New Roman" panose="02020603050405020304" pitchFamily="18" charset="0"/>
            </a:endParaRPr>
          </a:p>
        </p:txBody>
      </p:sp>
      <p:sp>
        <p:nvSpPr>
          <p:cNvPr id="18" name="Title 17">
            <a:extLst>
              <a:ext uri="{FF2B5EF4-FFF2-40B4-BE49-F238E27FC236}">
                <a16:creationId xmlns:a16="http://schemas.microsoft.com/office/drawing/2014/main" id="{41EC6BAE-5E8D-6112-F8D9-F0E600037E51}"/>
              </a:ext>
            </a:extLst>
          </p:cNvPr>
          <p:cNvSpPr>
            <a:spLocks noGrp="1"/>
          </p:cNvSpPr>
          <p:nvPr>
            <p:ph type="ctrTitle"/>
          </p:nvPr>
        </p:nvSpPr>
        <p:spPr/>
        <p:txBody>
          <a:bodyPr/>
          <a:lstStyle/>
          <a:p>
            <a:r>
              <a:rPr lang="en-US" dirty="0"/>
              <a:t>REFERENCES</a:t>
            </a:r>
            <a:endParaRPr lang="en-IN" dirty="0"/>
          </a:p>
        </p:txBody>
      </p:sp>
      <p:sp>
        <p:nvSpPr>
          <p:cNvPr id="19" name="TextBox 18">
            <a:extLst>
              <a:ext uri="{FF2B5EF4-FFF2-40B4-BE49-F238E27FC236}">
                <a16:creationId xmlns:a16="http://schemas.microsoft.com/office/drawing/2014/main" id="{C241D6B9-C435-0511-62D6-A6B737D24246}"/>
              </a:ext>
            </a:extLst>
          </p:cNvPr>
          <p:cNvSpPr txBox="1"/>
          <p:nvPr/>
        </p:nvSpPr>
        <p:spPr>
          <a:xfrm>
            <a:off x="994491" y="1480106"/>
            <a:ext cx="6631481" cy="1815882"/>
          </a:xfrm>
          <a:prstGeom prst="rect">
            <a:avLst/>
          </a:prstGeom>
          <a:noFill/>
        </p:spPr>
        <p:txBody>
          <a:bodyPr wrap="square" rtlCol="0">
            <a:spAutoFit/>
          </a:bodyPr>
          <a:lstStyle/>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www.arduino.cc – Arduino official documentation</a:t>
            </a:r>
          </a:p>
          <a:p>
            <a:pPr algn="just"/>
            <a:r>
              <a:rPr lang="en-IN" dirty="0">
                <a:latin typeface="Times New Roman" panose="02020603050405020304" pitchFamily="18" charset="0"/>
                <a:cs typeface="Times New Roman" panose="02020603050405020304" pitchFamily="18" charset="0"/>
              </a:rPr>
              <a:t>www.electronicshub.org – IR sensor details</a:t>
            </a:r>
          </a:p>
          <a:p>
            <a:pPr algn="just"/>
            <a:r>
              <a:rPr lang="en-IN" dirty="0">
                <a:latin typeface="Times New Roman" panose="02020603050405020304" pitchFamily="18" charset="0"/>
                <a:cs typeface="Times New Roman" panose="02020603050405020304" pitchFamily="18" charset="0"/>
              </a:rPr>
              <a:t>circuitdigest.com – LCD and servo motor interfacing</a:t>
            </a:r>
          </a:p>
          <a:p>
            <a:pPr algn="just"/>
            <a:r>
              <a:rPr lang="en-IN" dirty="0">
                <a:latin typeface="Times New Roman" panose="02020603050405020304" pitchFamily="18" charset="0"/>
                <a:cs typeface="Times New Roman" panose="02020603050405020304" pitchFamily="18" charset="0"/>
              </a:rPr>
              <a:t>create.arduino.cc – Arduino project examples</a:t>
            </a:r>
          </a:p>
          <a:p>
            <a:pPr algn="just"/>
            <a:r>
              <a:rPr lang="en-IN" dirty="0">
                <a:latin typeface="Times New Roman" panose="02020603050405020304" pitchFamily="18" charset="0"/>
                <a:cs typeface="Times New Roman" panose="02020603050405020304" pitchFamily="18" charset="0"/>
              </a:rPr>
              <a:t>ieeexplore.ieee.org – Smart parking system research papers</a:t>
            </a:r>
          </a:p>
          <a:p>
            <a:pPr algn="just"/>
            <a:r>
              <a:rPr lang="en-IN" dirty="0">
                <a:latin typeface="Times New Roman" panose="02020603050405020304" pitchFamily="18" charset="0"/>
                <a:cs typeface="Times New Roman" panose="02020603050405020304" pitchFamily="18" charset="0"/>
              </a:rPr>
              <a:t>fritzing.org – Circuit design and simulation</a:t>
            </a:r>
          </a:p>
          <a:p>
            <a:endParaRPr lang="en-IN" dirty="0"/>
          </a:p>
        </p:txBody>
      </p:sp>
      <p:grpSp>
        <p:nvGrpSpPr>
          <p:cNvPr id="47" name="Google Shape;1314;p45">
            <a:extLst>
              <a:ext uri="{FF2B5EF4-FFF2-40B4-BE49-F238E27FC236}">
                <a16:creationId xmlns:a16="http://schemas.microsoft.com/office/drawing/2014/main" id="{E4218F63-A186-5565-5D60-76E43B9A90B0}"/>
              </a:ext>
            </a:extLst>
          </p:cNvPr>
          <p:cNvGrpSpPr/>
          <p:nvPr/>
        </p:nvGrpSpPr>
        <p:grpSpPr>
          <a:xfrm>
            <a:off x="3688303" y="2584939"/>
            <a:ext cx="3455078" cy="2246307"/>
            <a:chOff x="-3284522" y="1823164"/>
            <a:chExt cx="3455078" cy="2246307"/>
          </a:xfrm>
        </p:grpSpPr>
        <p:sp>
          <p:nvSpPr>
            <p:cNvPr id="48" name="Google Shape;1315;p45">
              <a:extLst>
                <a:ext uri="{FF2B5EF4-FFF2-40B4-BE49-F238E27FC236}">
                  <a16:creationId xmlns:a16="http://schemas.microsoft.com/office/drawing/2014/main" id="{AB713729-25DB-8F3E-9A41-20D327DED2AC}"/>
                </a:ext>
              </a:extLst>
            </p:cNvPr>
            <p:cNvSpPr/>
            <p:nvPr/>
          </p:nvSpPr>
          <p:spPr>
            <a:xfrm>
              <a:off x="-3284522" y="2214462"/>
              <a:ext cx="2948732" cy="1809047"/>
            </a:xfrm>
            <a:custGeom>
              <a:avLst/>
              <a:gdLst/>
              <a:ahLst/>
              <a:cxnLst/>
              <a:rect l="l" t="t" r="r" b="b"/>
              <a:pathLst>
                <a:path w="30859" h="18932" extrusionOk="0">
                  <a:moveTo>
                    <a:pt x="30858" y="1294"/>
                  </a:moveTo>
                  <a:lnTo>
                    <a:pt x="0" y="18931"/>
                  </a:lnTo>
                  <a:lnTo>
                    <a:pt x="0" y="18797"/>
                  </a:lnTo>
                  <a:lnTo>
                    <a:pt x="0" y="16344"/>
                  </a:lnTo>
                  <a:lnTo>
                    <a:pt x="28548" y="1"/>
                  </a:ln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316;p45">
              <a:extLst>
                <a:ext uri="{FF2B5EF4-FFF2-40B4-BE49-F238E27FC236}">
                  <a16:creationId xmlns:a16="http://schemas.microsoft.com/office/drawing/2014/main" id="{A6F7F08C-E20A-B440-A087-813B0565AD81}"/>
                </a:ext>
              </a:extLst>
            </p:cNvPr>
            <p:cNvSpPr/>
            <p:nvPr/>
          </p:nvSpPr>
          <p:spPr>
            <a:xfrm>
              <a:off x="-3202727" y="2259659"/>
              <a:ext cx="2947872" cy="1809812"/>
            </a:xfrm>
            <a:custGeom>
              <a:avLst/>
              <a:gdLst/>
              <a:ahLst/>
              <a:cxnLst/>
              <a:rect l="l" t="t" r="r" b="b"/>
              <a:pathLst>
                <a:path w="30850" h="18940" extrusionOk="0">
                  <a:moveTo>
                    <a:pt x="30850" y="1294"/>
                  </a:moveTo>
                  <a:lnTo>
                    <a:pt x="1" y="18940"/>
                  </a:lnTo>
                  <a:lnTo>
                    <a:pt x="1" y="18797"/>
                  </a:lnTo>
                  <a:lnTo>
                    <a:pt x="1" y="16344"/>
                  </a:lnTo>
                  <a:lnTo>
                    <a:pt x="28548" y="0"/>
                  </a:ln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317;p45">
              <a:extLst>
                <a:ext uri="{FF2B5EF4-FFF2-40B4-BE49-F238E27FC236}">
                  <a16:creationId xmlns:a16="http://schemas.microsoft.com/office/drawing/2014/main" id="{31189B19-3C5C-AFE0-36AA-EFED18AB178C}"/>
                </a:ext>
              </a:extLst>
            </p:cNvPr>
            <p:cNvSpPr/>
            <p:nvPr/>
          </p:nvSpPr>
          <p:spPr>
            <a:xfrm>
              <a:off x="-1345233" y="2686695"/>
              <a:ext cx="369225" cy="180886"/>
            </a:xfrm>
            <a:custGeom>
              <a:avLst/>
              <a:gdLst/>
              <a:ahLst/>
              <a:cxnLst/>
              <a:rect l="l" t="t" r="r" b="b"/>
              <a:pathLst>
                <a:path w="3864" h="1893" extrusionOk="0">
                  <a:moveTo>
                    <a:pt x="1" y="750"/>
                  </a:moveTo>
                  <a:lnTo>
                    <a:pt x="2561" y="1892"/>
                  </a:lnTo>
                  <a:lnTo>
                    <a:pt x="3863" y="1143"/>
                  </a:lnTo>
                  <a:lnTo>
                    <a:pt x="1303"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318;p45">
              <a:extLst>
                <a:ext uri="{FF2B5EF4-FFF2-40B4-BE49-F238E27FC236}">
                  <a16:creationId xmlns:a16="http://schemas.microsoft.com/office/drawing/2014/main" id="{BC04CC9B-2F90-2362-C842-42A0D9DA72D9}"/>
                </a:ext>
              </a:extLst>
            </p:cNvPr>
            <p:cNvSpPr/>
            <p:nvPr/>
          </p:nvSpPr>
          <p:spPr>
            <a:xfrm>
              <a:off x="-1592434" y="2828212"/>
              <a:ext cx="368365" cy="180886"/>
            </a:xfrm>
            <a:custGeom>
              <a:avLst/>
              <a:gdLst/>
              <a:ahLst/>
              <a:cxnLst/>
              <a:rect l="l" t="t" r="r" b="b"/>
              <a:pathLst>
                <a:path w="3855" h="1893" extrusionOk="0">
                  <a:moveTo>
                    <a:pt x="1" y="750"/>
                  </a:moveTo>
                  <a:lnTo>
                    <a:pt x="2552" y="1892"/>
                  </a:lnTo>
                  <a:lnTo>
                    <a:pt x="3854" y="1143"/>
                  </a:lnTo>
                  <a:lnTo>
                    <a:pt x="1303"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319;p45">
              <a:extLst>
                <a:ext uri="{FF2B5EF4-FFF2-40B4-BE49-F238E27FC236}">
                  <a16:creationId xmlns:a16="http://schemas.microsoft.com/office/drawing/2014/main" id="{32AA490C-ABB8-B94D-8396-D1A88BDCF853}"/>
                </a:ext>
              </a:extLst>
            </p:cNvPr>
            <p:cNvSpPr/>
            <p:nvPr/>
          </p:nvSpPr>
          <p:spPr>
            <a:xfrm>
              <a:off x="-1839635" y="2969729"/>
              <a:ext cx="368365" cy="180790"/>
            </a:xfrm>
            <a:custGeom>
              <a:avLst/>
              <a:gdLst/>
              <a:ahLst/>
              <a:cxnLst/>
              <a:rect l="l" t="t" r="r" b="b"/>
              <a:pathLst>
                <a:path w="3855" h="1892" extrusionOk="0">
                  <a:moveTo>
                    <a:pt x="0" y="750"/>
                  </a:moveTo>
                  <a:lnTo>
                    <a:pt x="2552" y="1892"/>
                  </a:lnTo>
                  <a:lnTo>
                    <a:pt x="3854" y="1143"/>
                  </a:lnTo>
                  <a:lnTo>
                    <a:pt x="1303"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320;p45">
              <a:extLst>
                <a:ext uri="{FF2B5EF4-FFF2-40B4-BE49-F238E27FC236}">
                  <a16:creationId xmlns:a16="http://schemas.microsoft.com/office/drawing/2014/main" id="{2A078892-3D79-F594-3251-74BDD5D201E0}"/>
                </a:ext>
              </a:extLst>
            </p:cNvPr>
            <p:cNvSpPr/>
            <p:nvPr/>
          </p:nvSpPr>
          <p:spPr>
            <a:xfrm>
              <a:off x="-2086836" y="3111246"/>
              <a:ext cx="368365" cy="180790"/>
            </a:xfrm>
            <a:custGeom>
              <a:avLst/>
              <a:gdLst/>
              <a:ahLst/>
              <a:cxnLst/>
              <a:rect l="l" t="t" r="r" b="b"/>
              <a:pathLst>
                <a:path w="3855" h="1892" extrusionOk="0">
                  <a:moveTo>
                    <a:pt x="0" y="750"/>
                  </a:moveTo>
                  <a:lnTo>
                    <a:pt x="2543" y="1892"/>
                  </a:lnTo>
                  <a:lnTo>
                    <a:pt x="3854" y="1142"/>
                  </a:lnTo>
                  <a:lnTo>
                    <a:pt x="1303"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321;p45">
              <a:extLst>
                <a:ext uri="{FF2B5EF4-FFF2-40B4-BE49-F238E27FC236}">
                  <a16:creationId xmlns:a16="http://schemas.microsoft.com/office/drawing/2014/main" id="{372491EB-A47C-18A1-E13D-B61BC71D2435}"/>
                </a:ext>
              </a:extLst>
            </p:cNvPr>
            <p:cNvSpPr/>
            <p:nvPr/>
          </p:nvSpPr>
          <p:spPr>
            <a:xfrm>
              <a:off x="-2334896" y="3252763"/>
              <a:ext cx="368365" cy="180790"/>
            </a:xfrm>
            <a:custGeom>
              <a:avLst/>
              <a:gdLst/>
              <a:ahLst/>
              <a:cxnLst/>
              <a:rect l="l" t="t" r="r" b="b"/>
              <a:pathLst>
                <a:path w="3855" h="1892" extrusionOk="0">
                  <a:moveTo>
                    <a:pt x="0" y="750"/>
                  </a:moveTo>
                  <a:lnTo>
                    <a:pt x="2552" y="1892"/>
                  </a:lnTo>
                  <a:lnTo>
                    <a:pt x="3854" y="1142"/>
                  </a:lnTo>
                  <a:lnTo>
                    <a:pt x="1303"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322;p45">
              <a:extLst>
                <a:ext uri="{FF2B5EF4-FFF2-40B4-BE49-F238E27FC236}">
                  <a16:creationId xmlns:a16="http://schemas.microsoft.com/office/drawing/2014/main" id="{0FFB4290-FB92-AF1A-7CC0-DC86F81F44BB}"/>
                </a:ext>
              </a:extLst>
            </p:cNvPr>
            <p:cNvSpPr/>
            <p:nvPr/>
          </p:nvSpPr>
          <p:spPr>
            <a:xfrm>
              <a:off x="-2582097" y="3395140"/>
              <a:ext cx="368365" cy="179930"/>
            </a:xfrm>
            <a:custGeom>
              <a:avLst/>
              <a:gdLst/>
              <a:ahLst/>
              <a:cxnLst/>
              <a:rect l="l" t="t" r="r" b="b"/>
              <a:pathLst>
                <a:path w="3855" h="1883" extrusionOk="0">
                  <a:moveTo>
                    <a:pt x="0" y="741"/>
                  </a:moveTo>
                  <a:lnTo>
                    <a:pt x="2552" y="1883"/>
                  </a:lnTo>
                  <a:lnTo>
                    <a:pt x="3854" y="1133"/>
                  </a:lnTo>
                  <a:lnTo>
                    <a:pt x="1303"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323;p45">
              <a:extLst>
                <a:ext uri="{FF2B5EF4-FFF2-40B4-BE49-F238E27FC236}">
                  <a16:creationId xmlns:a16="http://schemas.microsoft.com/office/drawing/2014/main" id="{1E3B3D8A-3973-FCFD-E1D8-CD8A66A7B282}"/>
                </a:ext>
              </a:extLst>
            </p:cNvPr>
            <p:cNvSpPr/>
            <p:nvPr/>
          </p:nvSpPr>
          <p:spPr>
            <a:xfrm>
              <a:off x="-2829298" y="3536656"/>
              <a:ext cx="367505" cy="179930"/>
            </a:xfrm>
            <a:custGeom>
              <a:avLst/>
              <a:gdLst/>
              <a:ahLst/>
              <a:cxnLst/>
              <a:rect l="l" t="t" r="r" b="b"/>
              <a:pathLst>
                <a:path w="3846" h="1883" extrusionOk="0">
                  <a:moveTo>
                    <a:pt x="0" y="741"/>
                  </a:moveTo>
                  <a:lnTo>
                    <a:pt x="2543" y="1882"/>
                  </a:lnTo>
                  <a:lnTo>
                    <a:pt x="3845" y="1133"/>
                  </a:lnTo>
                  <a:lnTo>
                    <a:pt x="1303"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324;p45">
              <a:extLst>
                <a:ext uri="{FF2B5EF4-FFF2-40B4-BE49-F238E27FC236}">
                  <a16:creationId xmlns:a16="http://schemas.microsoft.com/office/drawing/2014/main" id="{0BF5BB40-935A-B442-B3AE-E5A6F08A1C3D}"/>
                </a:ext>
              </a:extLst>
            </p:cNvPr>
            <p:cNvSpPr/>
            <p:nvPr/>
          </p:nvSpPr>
          <p:spPr>
            <a:xfrm>
              <a:off x="-3077359" y="3678173"/>
              <a:ext cx="368269" cy="179930"/>
            </a:xfrm>
            <a:custGeom>
              <a:avLst/>
              <a:gdLst/>
              <a:ahLst/>
              <a:cxnLst/>
              <a:rect l="l" t="t" r="r" b="b"/>
              <a:pathLst>
                <a:path w="3854" h="1883" extrusionOk="0">
                  <a:moveTo>
                    <a:pt x="0" y="740"/>
                  </a:moveTo>
                  <a:lnTo>
                    <a:pt x="2551" y="1882"/>
                  </a:lnTo>
                  <a:lnTo>
                    <a:pt x="3854" y="1133"/>
                  </a:lnTo>
                  <a:lnTo>
                    <a:pt x="1311"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325;p45">
              <a:extLst>
                <a:ext uri="{FF2B5EF4-FFF2-40B4-BE49-F238E27FC236}">
                  <a16:creationId xmlns:a16="http://schemas.microsoft.com/office/drawing/2014/main" id="{929CB6B9-E268-A97F-554E-CDF5A8B42EA4}"/>
                </a:ext>
              </a:extLst>
            </p:cNvPr>
            <p:cNvSpPr/>
            <p:nvPr/>
          </p:nvSpPr>
          <p:spPr>
            <a:xfrm>
              <a:off x="-866980" y="3227154"/>
              <a:ext cx="1037536" cy="602761"/>
            </a:xfrm>
            <a:custGeom>
              <a:avLst/>
              <a:gdLst/>
              <a:ahLst/>
              <a:cxnLst/>
              <a:rect l="l" t="t" r="r" b="b"/>
              <a:pathLst>
                <a:path w="10858" h="6308" extrusionOk="0">
                  <a:moveTo>
                    <a:pt x="10857" y="2713"/>
                  </a:moveTo>
                  <a:lnTo>
                    <a:pt x="4773" y="6308"/>
                  </a:lnTo>
                  <a:lnTo>
                    <a:pt x="0" y="3596"/>
                  </a:lnTo>
                  <a:lnTo>
                    <a:pt x="6084" y="1"/>
                  </a:lnTo>
                  <a:close/>
                </a:path>
              </a:pathLst>
            </a:custGeom>
            <a:solidFill>
              <a:srgbClr val="262162">
                <a:alpha val="25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326;p45">
              <a:extLst>
                <a:ext uri="{FF2B5EF4-FFF2-40B4-BE49-F238E27FC236}">
                  <a16:creationId xmlns:a16="http://schemas.microsoft.com/office/drawing/2014/main" id="{AB12D0A6-8C65-033F-6BC9-AEA1420DEF65}"/>
                </a:ext>
              </a:extLst>
            </p:cNvPr>
            <p:cNvSpPr/>
            <p:nvPr/>
          </p:nvSpPr>
          <p:spPr>
            <a:xfrm>
              <a:off x="-736548" y="2132667"/>
              <a:ext cx="328231" cy="1617173"/>
            </a:xfrm>
            <a:custGeom>
              <a:avLst/>
              <a:gdLst/>
              <a:ahLst/>
              <a:cxnLst/>
              <a:rect l="l" t="t" r="r" b="b"/>
              <a:pathLst>
                <a:path w="3435" h="16924" extrusionOk="0">
                  <a:moveTo>
                    <a:pt x="3435" y="16923"/>
                  </a:moveTo>
                  <a:lnTo>
                    <a:pt x="3435" y="1936"/>
                  </a:lnTo>
                  <a:lnTo>
                    <a:pt x="0" y="0"/>
                  </a:lnTo>
                  <a:lnTo>
                    <a:pt x="9" y="14988"/>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327;p45">
              <a:extLst>
                <a:ext uri="{FF2B5EF4-FFF2-40B4-BE49-F238E27FC236}">
                  <a16:creationId xmlns:a16="http://schemas.microsoft.com/office/drawing/2014/main" id="{9DC28640-11C3-9BAE-08ED-EA7249F19797}"/>
                </a:ext>
              </a:extLst>
            </p:cNvPr>
            <p:cNvSpPr/>
            <p:nvPr/>
          </p:nvSpPr>
          <p:spPr>
            <a:xfrm>
              <a:off x="-408412" y="2055076"/>
              <a:ext cx="460480" cy="1694763"/>
            </a:xfrm>
            <a:custGeom>
              <a:avLst/>
              <a:gdLst/>
              <a:ahLst/>
              <a:cxnLst/>
              <a:rect l="l" t="t" r="r" b="b"/>
              <a:pathLst>
                <a:path w="4819" h="17736" extrusionOk="0">
                  <a:moveTo>
                    <a:pt x="4809" y="0"/>
                  </a:moveTo>
                  <a:lnTo>
                    <a:pt x="1" y="2748"/>
                  </a:lnTo>
                  <a:lnTo>
                    <a:pt x="1" y="17735"/>
                  </a:lnTo>
                  <a:lnTo>
                    <a:pt x="4818" y="14988"/>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328;p45">
              <a:extLst>
                <a:ext uri="{FF2B5EF4-FFF2-40B4-BE49-F238E27FC236}">
                  <a16:creationId xmlns:a16="http://schemas.microsoft.com/office/drawing/2014/main" id="{01C56C90-D272-9C10-EB35-AFFA1ED961CE}"/>
                </a:ext>
              </a:extLst>
            </p:cNvPr>
            <p:cNvSpPr/>
            <p:nvPr/>
          </p:nvSpPr>
          <p:spPr>
            <a:xfrm>
              <a:off x="-736548" y="1869222"/>
              <a:ext cx="787755" cy="448535"/>
            </a:xfrm>
            <a:custGeom>
              <a:avLst/>
              <a:gdLst/>
              <a:ahLst/>
              <a:cxnLst/>
              <a:rect l="l" t="t" r="r" b="b"/>
              <a:pathLst>
                <a:path w="8244" h="4694" extrusionOk="0">
                  <a:moveTo>
                    <a:pt x="0" y="2757"/>
                  </a:moveTo>
                  <a:lnTo>
                    <a:pt x="3435" y="4693"/>
                  </a:lnTo>
                  <a:lnTo>
                    <a:pt x="8243" y="1945"/>
                  </a:lnTo>
                  <a:lnTo>
                    <a:pt x="4764" y="1"/>
                  </a:lnTo>
                  <a:close/>
                </a:path>
              </a:pathLst>
            </a:custGeom>
            <a:solidFill>
              <a:srgbClr val="D0D0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329;p45">
              <a:extLst>
                <a:ext uri="{FF2B5EF4-FFF2-40B4-BE49-F238E27FC236}">
                  <a16:creationId xmlns:a16="http://schemas.microsoft.com/office/drawing/2014/main" id="{923F9751-47C3-A236-19BA-15507A5BBF3F}"/>
                </a:ext>
              </a:extLst>
            </p:cNvPr>
            <p:cNvSpPr/>
            <p:nvPr/>
          </p:nvSpPr>
          <p:spPr>
            <a:xfrm>
              <a:off x="-345346" y="2289473"/>
              <a:ext cx="346196" cy="609641"/>
            </a:xfrm>
            <a:custGeom>
              <a:avLst/>
              <a:gdLst/>
              <a:ahLst/>
              <a:cxnLst/>
              <a:rect l="l" t="t" r="r" b="b"/>
              <a:pathLst>
                <a:path w="3623" h="6380" extrusionOk="0">
                  <a:moveTo>
                    <a:pt x="3418" y="63"/>
                  </a:moveTo>
                  <a:lnTo>
                    <a:pt x="206" y="1910"/>
                  </a:lnTo>
                  <a:cubicBezTo>
                    <a:pt x="90" y="1972"/>
                    <a:pt x="1" y="2133"/>
                    <a:pt x="1" y="2267"/>
                  </a:cubicBezTo>
                  <a:lnTo>
                    <a:pt x="1" y="6192"/>
                  </a:lnTo>
                  <a:cubicBezTo>
                    <a:pt x="1" y="6326"/>
                    <a:pt x="90" y="6379"/>
                    <a:pt x="206" y="6317"/>
                  </a:cubicBezTo>
                  <a:lnTo>
                    <a:pt x="3418" y="4470"/>
                  </a:lnTo>
                  <a:cubicBezTo>
                    <a:pt x="3534" y="4408"/>
                    <a:pt x="3623" y="4247"/>
                    <a:pt x="3623" y="4113"/>
                  </a:cubicBezTo>
                  <a:lnTo>
                    <a:pt x="3623" y="197"/>
                  </a:lnTo>
                  <a:cubicBezTo>
                    <a:pt x="3623" y="63"/>
                    <a:pt x="3534" y="1"/>
                    <a:pt x="3418" y="6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330;p45">
              <a:extLst>
                <a:ext uri="{FF2B5EF4-FFF2-40B4-BE49-F238E27FC236}">
                  <a16:creationId xmlns:a16="http://schemas.microsoft.com/office/drawing/2014/main" id="{C97C3080-371B-50CB-7CD8-1680BC2C9E80}"/>
                </a:ext>
              </a:extLst>
            </p:cNvPr>
            <p:cNvSpPr/>
            <p:nvPr/>
          </p:nvSpPr>
          <p:spPr>
            <a:xfrm>
              <a:off x="-332541" y="2312501"/>
              <a:ext cx="320683" cy="563583"/>
            </a:xfrm>
            <a:custGeom>
              <a:avLst/>
              <a:gdLst/>
              <a:ahLst/>
              <a:cxnLst/>
              <a:rect l="l" t="t" r="r" b="b"/>
              <a:pathLst>
                <a:path w="3356" h="5898" extrusionOk="0">
                  <a:moveTo>
                    <a:pt x="3168" y="54"/>
                  </a:moveTo>
                  <a:lnTo>
                    <a:pt x="188" y="1767"/>
                  </a:lnTo>
                  <a:cubicBezTo>
                    <a:pt x="90" y="1820"/>
                    <a:pt x="1" y="1972"/>
                    <a:pt x="1" y="2097"/>
                  </a:cubicBezTo>
                  <a:lnTo>
                    <a:pt x="1" y="5728"/>
                  </a:lnTo>
                  <a:cubicBezTo>
                    <a:pt x="1" y="5844"/>
                    <a:pt x="90" y="5897"/>
                    <a:pt x="188" y="5844"/>
                  </a:cubicBezTo>
                  <a:lnTo>
                    <a:pt x="3168" y="4140"/>
                  </a:lnTo>
                  <a:cubicBezTo>
                    <a:pt x="3266" y="4077"/>
                    <a:pt x="3355" y="3926"/>
                    <a:pt x="3355" y="3801"/>
                  </a:cubicBezTo>
                  <a:lnTo>
                    <a:pt x="3355" y="170"/>
                  </a:lnTo>
                  <a:cubicBezTo>
                    <a:pt x="3355" y="54"/>
                    <a:pt x="3266" y="1"/>
                    <a:pt x="3168" y="54"/>
                  </a:cubicBez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1331;p45">
              <a:extLst>
                <a:ext uri="{FF2B5EF4-FFF2-40B4-BE49-F238E27FC236}">
                  <a16:creationId xmlns:a16="http://schemas.microsoft.com/office/drawing/2014/main" id="{26EB1DC8-EB69-73C5-5D88-FBFDCAB47446}"/>
                </a:ext>
              </a:extLst>
            </p:cNvPr>
            <p:cNvSpPr/>
            <p:nvPr/>
          </p:nvSpPr>
          <p:spPr>
            <a:xfrm>
              <a:off x="-254951" y="2402801"/>
              <a:ext cx="190250" cy="380309"/>
            </a:xfrm>
            <a:custGeom>
              <a:avLst/>
              <a:gdLst/>
              <a:ahLst/>
              <a:cxnLst/>
              <a:rect l="l" t="t" r="r" b="b"/>
              <a:pathLst>
                <a:path w="1991" h="3980" extrusionOk="0">
                  <a:moveTo>
                    <a:pt x="1256" y="684"/>
                  </a:moveTo>
                  <a:cubicBezTo>
                    <a:pt x="1297" y="684"/>
                    <a:pt x="1334" y="698"/>
                    <a:pt x="1366" y="724"/>
                  </a:cubicBezTo>
                  <a:cubicBezTo>
                    <a:pt x="1428" y="768"/>
                    <a:pt x="1455" y="840"/>
                    <a:pt x="1455" y="956"/>
                  </a:cubicBezTo>
                  <a:cubicBezTo>
                    <a:pt x="1455" y="1054"/>
                    <a:pt x="1428" y="1143"/>
                    <a:pt x="1392" y="1241"/>
                  </a:cubicBezTo>
                  <a:cubicBezTo>
                    <a:pt x="1357" y="1330"/>
                    <a:pt x="1294" y="1420"/>
                    <a:pt x="1232" y="1491"/>
                  </a:cubicBezTo>
                  <a:cubicBezTo>
                    <a:pt x="1178" y="1545"/>
                    <a:pt x="1098" y="1598"/>
                    <a:pt x="991" y="1669"/>
                  </a:cubicBezTo>
                  <a:cubicBezTo>
                    <a:pt x="937" y="1705"/>
                    <a:pt x="884" y="1741"/>
                    <a:pt x="812" y="1776"/>
                  </a:cubicBezTo>
                  <a:lnTo>
                    <a:pt x="527" y="1946"/>
                  </a:lnTo>
                  <a:lnTo>
                    <a:pt x="527" y="1054"/>
                  </a:lnTo>
                  <a:lnTo>
                    <a:pt x="777" y="902"/>
                  </a:lnTo>
                  <a:cubicBezTo>
                    <a:pt x="866" y="858"/>
                    <a:pt x="928" y="813"/>
                    <a:pt x="991" y="786"/>
                  </a:cubicBezTo>
                  <a:cubicBezTo>
                    <a:pt x="1062" y="742"/>
                    <a:pt x="1125" y="715"/>
                    <a:pt x="1160" y="706"/>
                  </a:cubicBezTo>
                  <a:cubicBezTo>
                    <a:pt x="1194" y="691"/>
                    <a:pt x="1226" y="684"/>
                    <a:pt x="1256" y="684"/>
                  </a:cubicBezTo>
                  <a:close/>
                  <a:moveTo>
                    <a:pt x="1588" y="0"/>
                  </a:moveTo>
                  <a:cubicBezTo>
                    <a:pt x="1549" y="0"/>
                    <a:pt x="1507" y="6"/>
                    <a:pt x="1464" y="19"/>
                  </a:cubicBezTo>
                  <a:cubicBezTo>
                    <a:pt x="1383" y="37"/>
                    <a:pt x="1223" y="108"/>
                    <a:pt x="991" y="242"/>
                  </a:cubicBezTo>
                  <a:cubicBezTo>
                    <a:pt x="946" y="269"/>
                    <a:pt x="893" y="305"/>
                    <a:pt x="848" y="331"/>
                  </a:cubicBezTo>
                  <a:lnTo>
                    <a:pt x="1" y="822"/>
                  </a:lnTo>
                  <a:lnTo>
                    <a:pt x="1" y="3980"/>
                  </a:lnTo>
                  <a:lnTo>
                    <a:pt x="527" y="3677"/>
                  </a:lnTo>
                  <a:lnTo>
                    <a:pt x="527" y="2481"/>
                  </a:lnTo>
                  <a:lnTo>
                    <a:pt x="866" y="2285"/>
                  </a:lnTo>
                  <a:cubicBezTo>
                    <a:pt x="911" y="2258"/>
                    <a:pt x="955" y="2240"/>
                    <a:pt x="991" y="2214"/>
                  </a:cubicBezTo>
                  <a:cubicBezTo>
                    <a:pt x="1169" y="2107"/>
                    <a:pt x="1312" y="2008"/>
                    <a:pt x="1410" y="1928"/>
                  </a:cubicBezTo>
                  <a:cubicBezTo>
                    <a:pt x="1508" y="1848"/>
                    <a:pt x="1597" y="1741"/>
                    <a:pt x="1687" y="1616"/>
                  </a:cubicBezTo>
                  <a:cubicBezTo>
                    <a:pt x="1776" y="1491"/>
                    <a:pt x="1847" y="1339"/>
                    <a:pt x="1910" y="1179"/>
                  </a:cubicBezTo>
                  <a:cubicBezTo>
                    <a:pt x="1963" y="1009"/>
                    <a:pt x="1990" y="831"/>
                    <a:pt x="1990" y="635"/>
                  </a:cubicBezTo>
                  <a:cubicBezTo>
                    <a:pt x="1990" y="385"/>
                    <a:pt x="1945" y="206"/>
                    <a:pt x="1838" y="108"/>
                  </a:cubicBezTo>
                  <a:cubicBezTo>
                    <a:pt x="1768" y="38"/>
                    <a:pt x="1685" y="0"/>
                    <a:pt x="158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1332;p45">
              <a:extLst>
                <a:ext uri="{FF2B5EF4-FFF2-40B4-BE49-F238E27FC236}">
                  <a16:creationId xmlns:a16="http://schemas.microsoft.com/office/drawing/2014/main" id="{F650AD79-A968-5356-FA42-43B4E581E93E}"/>
                </a:ext>
              </a:extLst>
            </p:cNvPr>
            <p:cNvSpPr/>
            <p:nvPr/>
          </p:nvSpPr>
          <p:spPr>
            <a:xfrm>
              <a:off x="-3171194" y="3781277"/>
              <a:ext cx="150977" cy="221688"/>
            </a:xfrm>
            <a:custGeom>
              <a:avLst/>
              <a:gdLst/>
              <a:ahLst/>
              <a:cxnLst/>
              <a:rect l="l" t="t" r="r" b="b"/>
              <a:pathLst>
                <a:path w="1580" h="2320" extrusionOk="0">
                  <a:moveTo>
                    <a:pt x="795" y="250"/>
                  </a:moveTo>
                  <a:cubicBezTo>
                    <a:pt x="1232" y="0"/>
                    <a:pt x="1580" y="197"/>
                    <a:pt x="1580" y="696"/>
                  </a:cubicBezTo>
                  <a:cubicBezTo>
                    <a:pt x="1580" y="1196"/>
                    <a:pt x="1232" y="1803"/>
                    <a:pt x="795" y="2061"/>
                  </a:cubicBezTo>
                  <a:cubicBezTo>
                    <a:pt x="358" y="2320"/>
                    <a:pt x="1" y="2115"/>
                    <a:pt x="1" y="1624"/>
                  </a:cubicBezTo>
                  <a:cubicBezTo>
                    <a:pt x="1" y="1125"/>
                    <a:pt x="358" y="509"/>
                    <a:pt x="795" y="25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1333;p45">
              <a:extLst>
                <a:ext uri="{FF2B5EF4-FFF2-40B4-BE49-F238E27FC236}">
                  <a16:creationId xmlns:a16="http://schemas.microsoft.com/office/drawing/2014/main" id="{82DA4ED0-D4EA-BAF8-682F-DD2EE63BD2C1}"/>
                </a:ext>
              </a:extLst>
            </p:cNvPr>
            <p:cNvSpPr/>
            <p:nvPr/>
          </p:nvSpPr>
          <p:spPr>
            <a:xfrm>
              <a:off x="-3165174" y="3782997"/>
              <a:ext cx="150977" cy="221688"/>
            </a:xfrm>
            <a:custGeom>
              <a:avLst/>
              <a:gdLst/>
              <a:ahLst/>
              <a:cxnLst/>
              <a:rect l="l" t="t" r="r" b="b"/>
              <a:pathLst>
                <a:path w="1580" h="2320" extrusionOk="0">
                  <a:moveTo>
                    <a:pt x="794" y="250"/>
                  </a:moveTo>
                  <a:cubicBezTo>
                    <a:pt x="1231" y="0"/>
                    <a:pt x="1579" y="197"/>
                    <a:pt x="1579" y="696"/>
                  </a:cubicBezTo>
                  <a:cubicBezTo>
                    <a:pt x="1579" y="1196"/>
                    <a:pt x="1231" y="1802"/>
                    <a:pt x="794" y="2061"/>
                  </a:cubicBezTo>
                  <a:cubicBezTo>
                    <a:pt x="357" y="2320"/>
                    <a:pt x="0" y="2115"/>
                    <a:pt x="0" y="1624"/>
                  </a:cubicBezTo>
                  <a:cubicBezTo>
                    <a:pt x="0" y="1124"/>
                    <a:pt x="357" y="509"/>
                    <a:pt x="794" y="25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1334;p45">
              <a:extLst>
                <a:ext uri="{FF2B5EF4-FFF2-40B4-BE49-F238E27FC236}">
                  <a16:creationId xmlns:a16="http://schemas.microsoft.com/office/drawing/2014/main" id="{9B0A1BD0-5232-6AAC-3ED7-254D3C410709}"/>
                </a:ext>
              </a:extLst>
            </p:cNvPr>
            <p:cNvSpPr/>
            <p:nvPr/>
          </p:nvSpPr>
          <p:spPr>
            <a:xfrm>
              <a:off x="-3150745" y="3804306"/>
              <a:ext cx="122884" cy="179070"/>
            </a:xfrm>
            <a:custGeom>
              <a:avLst/>
              <a:gdLst/>
              <a:ahLst/>
              <a:cxnLst/>
              <a:rect l="l" t="t" r="r" b="b"/>
              <a:pathLst>
                <a:path w="1286" h="1874" extrusionOk="0">
                  <a:moveTo>
                    <a:pt x="643" y="206"/>
                  </a:moveTo>
                  <a:cubicBezTo>
                    <a:pt x="991" y="0"/>
                    <a:pt x="1285" y="152"/>
                    <a:pt x="1285" y="562"/>
                  </a:cubicBezTo>
                  <a:cubicBezTo>
                    <a:pt x="1285" y="964"/>
                    <a:pt x="991" y="1454"/>
                    <a:pt x="643" y="1669"/>
                  </a:cubicBezTo>
                  <a:cubicBezTo>
                    <a:pt x="286" y="1874"/>
                    <a:pt x="1" y="1713"/>
                    <a:pt x="1" y="1312"/>
                  </a:cubicBezTo>
                  <a:cubicBezTo>
                    <a:pt x="1" y="901"/>
                    <a:pt x="286" y="411"/>
                    <a:pt x="643" y="206"/>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1335;p45">
              <a:extLst>
                <a:ext uri="{FF2B5EF4-FFF2-40B4-BE49-F238E27FC236}">
                  <a16:creationId xmlns:a16="http://schemas.microsoft.com/office/drawing/2014/main" id="{38C8C3B4-421C-EBD3-F505-68C285219185}"/>
                </a:ext>
              </a:extLst>
            </p:cNvPr>
            <p:cNvSpPr/>
            <p:nvPr/>
          </p:nvSpPr>
          <p:spPr>
            <a:xfrm>
              <a:off x="-3143005" y="3809370"/>
              <a:ext cx="121928" cy="179166"/>
            </a:xfrm>
            <a:custGeom>
              <a:avLst/>
              <a:gdLst/>
              <a:ahLst/>
              <a:cxnLst/>
              <a:rect l="l" t="t" r="r" b="b"/>
              <a:pathLst>
                <a:path w="1276" h="1875" extrusionOk="0">
                  <a:moveTo>
                    <a:pt x="642" y="206"/>
                  </a:moveTo>
                  <a:cubicBezTo>
                    <a:pt x="990" y="1"/>
                    <a:pt x="1276" y="161"/>
                    <a:pt x="1276" y="563"/>
                  </a:cubicBezTo>
                  <a:cubicBezTo>
                    <a:pt x="1276" y="964"/>
                    <a:pt x="990" y="1464"/>
                    <a:pt x="642" y="1669"/>
                  </a:cubicBezTo>
                  <a:cubicBezTo>
                    <a:pt x="286" y="1874"/>
                    <a:pt x="0" y="1714"/>
                    <a:pt x="0" y="1312"/>
                  </a:cubicBezTo>
                  <a:cubicBezTo>
                    <a:pt x="0" y="911"/>
                    <a:pt x="286" y="411"/>
                    <a:pt x="642" y="206"/>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1336;p45">
              <a:extLst>
                <a:ext uri="{FF2B5EF4-FFF2-40B4-BE49-F238E27FC236}">
                  <a16:creationId xmlns:a16="http://schemas.microsoft.com/office/drawing/2014/main" id="{E4813A86-D451-7498-1344-2270B47AD780}"/>
                </a:ext>
              </a:extLst>
            </p:cNvPr>
            <p:cNvSpPr/>
            <p:nvPr/>
          </p:nvSpPr>
          <p:spPr>
            <a:xfrm>
              <a:off x="-408412" y="2055076"/>
              <a:ext cx="459620" cy="400758"/>
            </a:xfrm>
            <a:custGeom>
              <a:avLst/>
              <a:gdLst/>
              <a:ahLst/>
              <a:cxnLst/>
              <a:rect l="l" t="t" r="r" b="b"/>
              <a:pathLst>
                <a:path w="4810" h="4194" extrusionOk="0">
                  <a:moveTo>
                    <a:pt x="1" y="4193"/>
                  </a:moveTo>
                  <a:lnTo>
                    <a:pt x="4809" y="1446"/>
                  </a:lnTo>
                  <a:lnTo>
                    <a:pt x="4809" y="0"/>
                  </a:lnTo>
                  <a:lnTo>
                    <a:pt x="1" y="2748"/>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1337;p45">
              <a:extLst>
                <a:ext uri="{FF2B5EF4-FFF2-40B4-BE49-F238E27FC236}">
                  <a16:creationId xmlns:a16="http://schemas.microsoft.com/office/drawing/2014/main" id="{61CE7CDE-1DCC-717E-42B4-66B037E2C50B}"/>
                </a:ext>
              </a:extLst>
            </p:cNvPr>
            <p:cNvSpPr/>
            <p:nvPr/>
          </p:nvSpPr>
          <p:spPr>
            <a:xfrm>
              <a:off x="-736548" y="2130947"/>
              <a:ext cx="328231" cy="324887"/>
            </a:xfrm>
            <a:custGeom>
              <a:avLst/>
              <a:gdLst/>
              <a:ahLst/>
              <a:cxnLst/>
              <a:rect l="l" t="t" r="r" b="b"/>
              <a:pathLst>
                <a:path w="3435" h="3400" extrusionOk="0">
                  <a:moveTo>
                    <a:pt x="3435" y="3399"/>
                  </a:moveTo>
                  <a:lnTo>
                    <a:pt x="0" y="1446"/>
                  </a:lnTo>
                  <a:lnTo>
                    <a:pt x="0" y="0"/>
                  </a:lnTo>
                  <a:lnTo>
                    <a:pt x="3435" y="1954"/>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1338;p45">
              <a:extLst>
                <a:ext uri="{FF2B5EF4-FFF2-40B4-BE49-F238E27FC236}">
                  <a16:creationId xmlns:a16="http://schemas.microsoft.com/office/drawing/2014/main" id="{04CBA9DC-BDBC-CDA3-AAB1-17C800D31B62}"/>
                </a:ext>
              </a:extLst>
            </p:cNvPr>
            <p:cNvSpPr/>
            <p:nvPr/>
          </p:nvSpPr>
          <p:spPr>
            <a:xfrm>
              <a:off x="-451029" y="2025263"/>
              <a:ext cx="209839" cy="133013"/>
            </a:xfrm>
            <a:custGeom>
              <a:avLst/>
              <a:gdLst/>
              <a:ahLst/>
              <a:cxnLst/>
              <a:rect l="l" t="t" r="r" b="b"/>
              <a:pathLst>
                <a:path w="2196" h="1392" extrusionOk="0">
                  <a:moveTo>
                    <a:pt x="1098" y="0"/>
                  </a:moveTo>
                  <a:cubicBezTo>
                    <a:pt x="491" y="0"/>
                    <a:pt x="1" y="312"/>
                    <a:pt x="1" y="696"/>
                  </a:cubicBezTo>
                  <a:cubicBezTo>
                    <a:pt x="1" y="1080"/>
                    <a:pt x="491" y="1392"/>
                    <a:pt x="1098" y="1392"/>
                  </a:cubicBezTo>
                  <a:cubicBezTo>
                    <a:pt x="1705" y="1392"/>
                    <a:pt x="2195" y="1080"/>
                    <a:pt x="2195" y="696"/>
                  </a:cubicBezTo>
                  <a:cubicBezTo>
                    <a:pt x="2195" y="312"/>
                    <a:pt x="1705" y="0"/>
                    <a:pt x="1098"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1339;p45">
              <a:extLst>
                <a:ext uri="{FF2B5EF4-FFF2-40B4-BE49-F238E27FC236}">
                  <a16:creationId xmlns:a16="http://schemas.microsoft.com/office/drawing/2014/main" id="{F63FD79D-4B6A-ED15-6738-BDCE81C22B37}"/>
                </a:ext>
              </a:extLst>
            </p:cNvPr>
            <p:cNvSpPr/>
            <p:nvPr/>
          </p:nvSpPr>
          <p:spPr>
            <a:xfrm>
              <a:off x="-451029" y="1998794"/>
              <a:ext cx="209839" cy="133108"/>
            </a:xfrm>
            <a:custGeom>
              <a:avLst/>
              <a:gdLst/>
              <a:ahLst/>
              <a:cxnLst/>
              <a:rect l="l" t="t" r="r" b="b"/>
              <a:pathLst>
                <a:path w="2196" h="1393" extrusionOk="0">
                  <a:moveTo>
                    <a:pt x="1098" y="1"/>
                  </a:moveTo>
                  <a:cubicBezTo>
                    <a:pt x="491" y="1"/>
                    <a:pt x="1" y="313"/>
                    <a:pt x="1" y="696"/>
                  </a:cubicBezTo>
                  <a:cubicBezTo>
                    <a:pt x="1" y="1080"/>
                    <a:pt x="491" y="1392"/>
                    <a:pt x="1098" y="1392"/>
                  </a:cubicBezTo>
                  <a:cubicBezTo>
                    <a:pt x="1705" y="1392"/>
                    <a:pt x="2195" y="1080"/>
                    <a:pt x="2195" y="696"/>
                  </a:cubicBezTo>
                  <a:cubicBezTo>
                    <a:pt x="2195" y="313"/>
                    <a:pt x="1705" y="1"/>
                    <a:pt x="1098"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1340;p45">
              <a:extLst>
                <a:ext uri="{FF2B5EF4-FFF2-40B4-BE49-F238E27FC236}">
                  <a16:creationId xmlns:a16="http://schemas.microsoft.com/office/drawing/2014/main" id="{5433A2F6-20DA-935C-1EE9-076F6E12A577}"/>
                </a:ext>
              </a:extLst>
            </p:cNvPr>
            <p:cNvSpPr/>
            <p:nvPr/>
          </p:nvSpPr>
          <p:spPr>
            <a:xfrm>
              <a:off x="-446730" y="1823164"/>
              <a:ext cx="202099" cy="315523"/>
            </a:xfrm>
            <a:custGeom>
              <a:avLst/>
              <a:gdLst/>
              <a:ahLst/>
              <a:cxnLst/>
              <a:rect l="l" t="t" r="r" b="b"/>
              <a:pathLst>
                <a:path w="2115" h="3302" extrusionOk="0">
                  <a:moveTo>
                    <a:pt x="1053" y="1"/>
                  </a:moveTo>
                  <a:lnTo>
                    <a:pt x="1053" y="1"/>
                  </a:lnTo>
                  <a:cubicBezTo>
                    <a:pt x="473" y="1"/>
                    <a:pt x="0" y="474"/>
                    <a:pt x="0" y="1063"/>
                  </a:cubicBezTo>
                  <a:lnTo>
                    <a:pt x="0" y="2579"/>
                  </a:lnTo>
                  <a:cubicBezTo>
                    <a:pt x="277" y="3302"/>
                    <a:pt x="1856" y="3284"/>
                    <a:pt x="2115" y="2579"/>
                  </a:cubicBezTo>
                  <a:lnTo>
                    <a:pt x="2115" y="1063"/>
                  </a:lnTo>
                  <a:cubicBezTo>
                    <a:pt x="2115" y="474"/>
                    <a:pt x="1633" y="1"/>
                    <a:pt x="1053" y="1"/>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1341;p45">
              <a:extLst>
                <a:ext uri="{FF2B5EF4-FFF2-40B4-BE49-F238E27FC236}">
                  <a16:creationId xmlns:a16="http://schemas.microsoft.com/office/drawing/2014/main" id="{B1DB9F6D-E5B4-0028-66CF-1D7791D7E1EC}"/>
                </a:ext>
              </a:extLst>
            </p:cNvPr>
            <p:cNvSpPr/>
            <p:nvPr/>
          </p:nvSpPr>
          <p:spPr>
            <a:xfrm>
              <a:off x="-434785" y="1841129"/>
              <a:ext cx="177350" cy="265165"/>
            </a:xfrm>
            <a:custGeom>
              <a:avLst/>
              <a:gdLst/>
              <a:ahLst/>
              <a:cxnLst/>
              <a:rect l="l" t="t" r="r" b="b"/>
              <a:pathLst>
                <a:path w="1856" h="2775" extrusionOk="0">
                  <a:moveTo>
                    <a:pt x="928" y="0"/>
                  </a:moveTo>
                  <a:lnTo>
                    <a:pt x="928" y="0"/>
                  </a:lnTo>
                  <a:cubicBezTo>
                    <a:pt x="420" y="0"/>
                    <a:pt x="0" y="420"/>
                    <a:pt x="0" y="928"/>
                  </a:cubicBezTo>
                  <a:cubicBezTo>
                    <a:pt x="0" y="1936"/>
                    <a:pt x="928" y="2775"/>
                    <a:pt x="1856" y="2427"/>
                  </a:cubicBezTo>
                  <a:lnTo>
                    <a:pt x="1856" y="928"/>
                  </a:lnTo>
                  <a:cubicBezTo>
                    <a:pt x="1856" y="420"/>
                    <a:pt x="1437" y="0"/>
                    <a:pt x="928" y="0"/>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1342;p45">
              <a:extLst>
                <a:ext uri="{FF2B5EF4-FFF2-40B4-BE49-F238E27FC236}">
                  <a16:creationId xmlns:a16="http://schemas.microsoft.com/office/drawing/2014/main" id="{1E671B48-362D-B2E4-B422-BCCE9129978A}"/>
                </a:ext>
              </a:extLst>
            </p:cNvPr>
            <p:cNvSpPr/>
            <p:nvPr/>
          </p:nvSpPr>
          <p:spPr>
            <a:xfrm>
              <a:off x="-325661" y="1892250"/>
              <a:ext cx="52937" cy="40133"/>
            </a:xfrm>
            <a:custGeom>
              <a:avLst/>
              <a:gdLst/>
              <a:ahLst/>
              <a:cxnLst/>
              <a:rect l="l" t="t" r="r" b="b"/>
              <a:pathLst>
                <a:path w="554" h="420" extrusionOk="0">
                  <a:moveTo>
                    <a:pt x="214" y="63"/>
                  </a:moveTo>
                  <a:cubicBezTo>
                    <a:pt x="80" y="117"/>
                    <a:pt x="0" y="232"/>
                    <a:pt x="36" y="313"/>
                  </a:cubicBezTo>
                  <a:cubicBezTo>
                    <a:pt x="72" y="402"/>
                    <a:pt x="214" y="420"/>
                    <a:pt x="339" y="366"/>
                  </a:cubicBezTo>
                  <a:cubicBezTo>
                    <a:pt x="473" y="304"/>
                    <a:pt x="553" y="197"/>
                    <a:pt x="518" y="108"/>
                  </a:cubicBezTo>
                  <a:cubicBezTo>
                    <a:pt x="482" y="27"/>
                    <a:pt x="339" y="1"/>
                    <a:pt x="214" y="6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1" name="Google Shape;1343;p45">
            <a:extLst>
              <a:ext uri="{FF2B5EF4-FFF2-40B4-BE49-F238E27FC236}">
                <a16:creationId xmlns:a16="http://schemas.microsoft.com/office/drawing/2014/main" id="{88B1DF59-EDAB-E235-B498-7F3AFDA7E44F}"/>
              </a:ext>
            </a:extLst>
          </p:cNvPr>
          <p:cNvGrpSpPr/>
          <p:nvPr/>
        </p:nvGrpSpPr>
        <p:grpSpPr>
          <a:xfrm>
            <a:off x="7335716" y="1785887"/>
            <a:ext cx="493733" cy="1714352"/>
            <a:chOff x="399697" y="2748997"/>
            <a:chExt cx="493733" cy="1714352"/>
          </a:xfrm>
        </p:grpSpPr>
        <p:sp>
          <p:nvSpPr>
            <p:cNvPr id="912" name="Google Shape;1344;p45">
              <a:extLst>
                <a:ext uri="{FF2B5EF4-FFF2-40B4-BE49-F238E27FC236}">
                  <a16:creationId xmlns:a16="http://schemas.microsoft.com/office/drawing/2014/main" id="{E5743D2B-63F2-F15E-AC2F-429B15792461}"/>
                </a:ext>
              </a:extLst>
            </p:cNvPr>
            <p:cNvSpPr/>
            <p:nvPr/>
          </p:nvSpPr>
          <p:spPr>
            <a:xfrm>
              <a:off x="399697" y="4200668"/>
              <a:ext cx="493733" cy="262681"/>
            </a:xfrm>
            <a:custGeom>
              <a:avLst/>
              <a:gdLst/>
              <a:ahLst/>
              <a:cxnLst/>
              <a:rect l="l" t="t" r="r" b="b"/>
              <a:pathLst>
                <a:path w="5167" h="2749" extrusionOk="0">
                  <a:moveTo>
                    <a:pt x="2579" y="1"/>
                  </a:moveTo>
                  <a:cubicBezTo>
                    <a:pt x="4007" y="1"/>
                    <a:pt x="5166" y="616"/>
                    <a:pt x="5166" y="1374"/>
                  </a:cubicBezTo>
                  <a:cubicBezTo>
                    <a:pt x="5166" y="2133"/>
                    <a:pt x="4007" y="2748"/>
                    <a:pt x="2579" y="2748"/>
                  </a:cubicBezTo>
                  <a:cubicBezTo>
                    <a:pt x="1152" y="2748"/>
                    <a:pt x="1" y="2133"/>
                    <a:pt x="1" y="1374"/>
                  </a:cubicBezTo>
                  <a:cubicBezTo>
                    <a:pt x="1" y="616"/>
                    <a:pt x="1152" y="1"/>
                    <a:pt x="2579" y="1"/>
                  </a:cubicBezTo>
                  <a:close/>
                </a:path>
              </a:pathLst>
            </a:custGeom>
            <a:solidFill>
              <a:srgbClr val="262162">
                <a:alpha val="25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1345;p45">
              <a:extLst>
                <a:ext uri="{FF2B5EF4-FFF2-40B4-BE49-F238E27FC236}">
                  <a16:creationId xmlns:a16="http://schemas.microsoft.com/office/drawing/2014/main" id="{2495831C-E78F-69DD-C72E-73F4D6537E44}"/>
                </a:ext>
              </a:extLst>
            </p:cNvPr>
            <p:cNvSpPr/>
            <p:nvPr/>
          </p:nvSpPr>
          <p:spPr>
            <a:xfrm>
              <a:off x="613740" y="2991897"/>
              <a:ext cx="73386" cy="1357168"/>
            </a:xfrm>
            <a:custGeom>
              <a:avLst/>
              <a:gdLst/>
              <a:ahLst/>
              <a:cxnLst/>
              <a:rect l="l" t="t" r="r" b="b"/>
              <a:pathLst>
                <a:path w="768" h="14203" extrusionOk="0">
                  <a:moveTo>
                    <a:pt x="384" y="1"/>
                  </a:moveTo>
                  <a:lnTo>
                    <a:pt x="384" y="1"/>
                  </a:lnTo>
                  <a:cubicBezTo>
                    <a:pt x="170" y="1"/>
                    <a:pt x="0" y="179"/>
                    <a:pt x="0" y="384"/>
                  </a:cubicBezTo>
                  <a:lnTo>
                    <a:pt x="0" y="13935"/>
                  </a:lnTo>
                  <a:cubicBezTo>
                    <a:pt x="98" y="14203"/>
                    <a:pt x="678" y="14194"/>
                    <a:pt x="767" y="13935"/>
                  </a:cubicBezTo>
                  <a:lnTo>
                    <a:pt x="767" y="384"/>
                  </a:lnTo>
                  <a:cubicBezTo>
                    <a:pt x="767" y="179"/>
                    <a:pt x="598" y="1"/>
                    <a:pt x="384"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1346;p45">
              <a:extLst>
                <a:ext uri="{FF2B5EF4-FFF2-40B4-BE49-F238E27FC236}">
                  <a16:creationId xmlns:a16="http://schemas.microsoft.com/office/drawing/2014/main" id="{D9F28CC0-C180-DECF-E8AC-BAD6DAEFFD91}"/>
                </a:ext>
              </a:extLst>
            </p:cNvPr>
            <p:cNvSpPr/>
            <p:nvPr/>
          </p:nvSpPr>
          <p:spPr>
            <a:xfrm>
              <a:off x="467063" y="2799259"/>
              <a:ext cx="253316" cy="490293"/>
            </a:xfrm>
            <a:custGeom>
              <a:avLst/>
              <a:gdLst/>
              <a:ahLst/>
              <a:cxnLst/>
              <a:rect l="l" t="t" r="r" b="b"/>
              <a:pathLst>
                <a:path w="2651" h="5131" extrusionOk="0">
                  <a:moveTo>
                    <a:pt x="2650" y="5130"/>
                  </a:moveTo>
                  <a:lnTo>
                    <a:pt x="2650" y="1535"/>
                  </a:lnTo>
                  <a:lnTo>
                    <a:pt x="1" y="0"/>
                  </a:lnTo>
                  <a:lnTo>
                    <a:pt x="10" y="3596"/>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1347;p45">
              <a:extLst>
                <a:ext uri="{FF2B5EF4-FFF2-40B4-BE49-F238E27FC236}">
                  <a16:creationId xmlns:a16="http://schemas.microsoft.com/office/drawing/2014/main" id="{FC01F85E-F656-CDDF-F011-8A29204E62F4}"/>
                </a:ext>
              </a:extLst>
            </p:cNvPr>
            <p:cNvSpPr/>
            <p:nvPr/>
          </p:nvSpPr>
          <p:spPr>
            <a:xfrm>
              <a:off x="720284" y="2895578"/>
              <a:ext cx="87911" cy="393973"/>
            </a:xfrm>
            <a:custGeom>
              <a:avLst/>
              <a:gdLst/>
              <a:ahLst/>
              <a:cxnLst/>
              <a:rect l="l" t="t" r="r" b="b"/>
              <a:pathLst>
                <a:path w="920" h="4123" extrusionOk="0">
                  <a:moveTo>
                    <a:pt x="919" y="1"/>
                  </a:moveTo>
                  <a:lnTo>
                    <a:pt x="0" y="527"/>
                  </a:lnTo>
                  <a:lnTo>
                    <a:pt x="0" y="4122"/>
                  </a:lnTo>
                  <a:lnTo>
                    <a:pt x="919" y="3596"/>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1348;p45">
              <a:extLst>
                <a:ext uri="{FF2B5EF4-FFF2-40B4-BE49-F238E27FC236}">
                  <a16:creationId xmlns:a16="http://schemas.microsoft.com/office/drawing/2014/main" id="{4C38699E-7C2F-2B28-D044-EAE704EB3034}"/>
                </a:ext>
              </a:extLst>
            </p:cNvPr>
            <p:cNvSpPr/>
            <p:nvPr/>
          </p:nvSpPr>
          <p:spPr>
            <a:xfrm>
              <a:off x="467063" y="2748997"/>
              <a:ext cx="341131" cy="196939"/>
            </a:xfrm>
            <a:custGeom>
              <a:avLst/>
              <a:gdLst/>
              <a:ahLst/>
              <a:cxnLst/>
              <a:rect l="l" t="t" r="r" b="b"/>
              <a:pathLst>
                <a:path w="3570" h="2061" extrusionOk="0">
                  <a:moveTo>
                    <a:pt x="3569" y="1535"/>
                  </a:moveTo>
                  <a:lnTo>
                    <a:pt x="2650" y="2061"/>
                  </a:lnTo>
                  <a:lnTo>
                    <a:pt x="1" y="526"/>
                  </a:lnTo>
                  <a:lnTo>
                    <a:pt x="911" y="0"/>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1349;p45">
              <a:extLst>
                <a:ext uri="{FF2B5EF4-FFF2-40B4-BE49-F238E27FC236}">
                  <a16:creationId xmlns:a16="http://schemas.microsoft.com/office/drawing/2014/main" id="{32D6C3D5-BA3E-2455-B87F-7A9C76B2C4D1}"/>
                </a:ext>
              </a:extLst>
            </p:cNvPr>
            <p:cNvSpPr/>
            <p:nvPr/>
          </p:nvSpPr>
          <p:spPr>
            <a:xfrm>
              <a:off x="539589" y="2965524"/>
              <a:ext cx="109124" cy="160341"/>
            </a:xfrm>
            <a:custGeom>
              <a:avLst/>
              <a:gdLst/>
              <a:ahLst/>
              <a:cxnLst/>
              <a:rect l="l" t="t" r="r" b="b"/>
              <a:pathLst>
                <a:path w="1142" h="1678" extrusionOk="0">
                  <a:moveTo>
                    <a:pt x="571" y="187"/>
                  </a:moveTo>
                  <a:cubicBezTo>
                    <a:pt x="250" y="0"/>
                    <a:pt x="0" y="143"/>
                    <a:pt x="0" y="500"/>
                  </a:cubicBezTo>
                  <a:cubicBezTo>
                    <a:pt x="0" y="865"/>
                    <a:pt x="250" y="1303"/>
                    <a:pt x="571" y="1490"/>
                  </a:cubicBezTo>
                  <a:cubicBezTo>
                    <a:pt x="883" y="1677"/>
                    <a:pt x="1142" y="1534"/>
                    <a:pt x="1142" y="1169"/>
                  </a:cubicBezTo>
                  <a:cubicBezTo>
                    <a:pt x="1142" y="812"/>
                    <a:pt x="883" y="366"/>
                    <a:pt x="571" y="187"/>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8" name="Google Shape;2952;p67">
            <a:extLst>
              <a:ext uri="{FF2B5EF4-FFF2-40B4-BE49-F238E27FC236}">
                <a16:creationId xmlns:a16="http://schemas.microsoft.com/office/drawing/2014/main" id="{B422B69C-6831-3C5B-D924-A06BEA88BD68}"/>
              </a:ext>
            </a:extLst>
          </p:cNvPr>
          <p:cNvGrpSpPr/>
          <p:nvPr/>
        </p:nvGrpSpPr>
        <p:grpSpPr>
          <a:xfrm>
            <a:off x="3047909" y="3107473"/>
            <a:ext cx="1873496" cy="788542"/>
            <a:chOff x="-2035903" y="-940925"/>
            <a:chExt cx="5724123" cy="3416923"/>
          </a:xfrm>
        </p:grpSpPr>
        <p:sp>
          <p:nvSpPr>
            <p:cNvPr id="919" name="Google Shape;2953;p67">
              <a:extLst>
                <a:ext uri="{FF2B5EF4-FFF2-40B4-BE49-F238E27FC236}">
                  <a16:creationId xmlns:a16="http://schemas.microsoft.com/office/drawing/2014/main" id="{61503700-2915-5E21-2BD3-86CD7542D83F}"/>
                </a:ext>
              </a:extLst>
            </p:cNvPr>
            <p:cNvSpPr/>
            <p:nvPr/>
          </p:nvSpPr>
          <p:spPr>
            <a:xfrm rot="10800000" flipH="1">
              <a:off x="-2035903" y="-802685"/>
              <a:ext cx="5711788" cy="3278683"/>
            </a:xfrm>
            <a:custGeom>
              <a:avLst/>
              <a:gdLst/>
              <a:ahLst/>
              <a:cxnLst/>
              <a:rect l="l" t="t" r="r" b="b"/>
              <a:pathLst>
                <a:path w="65151" h="37398" extrusionOk="0">
                  <a:moveTo>
                    <a:pt x="32928" y="28369"/>
                  </a:moveTo>
                  <a:lnTo>
                    <a:pt x="65151" y="9965"/>
                  </a:lnTo>
                  <a:lnTo>
                    <a:pt x="48326" y="1"/>
                  </a:lnTo>
                  <a:lnTo>
                    <a:pt x="16112" y="18405"/>
                  </a:lnTo>
                  <a:lnTo>
                    <a:pt x="16567" y="18681"/>
                  </a:lnTo>
                  <a:lnTo>
                    <a:pt x="5594" y="24953"/>
                  </a:lnTo>
                  <a:lnTo>
                    <a:pt x="6905" y="25729"/>
                  </a:lnTo>
                  <a:lnTo>
                    <a:pt x="2918" y="27647"/>
                  </a:lnTo>
                  <a:cubicBezTo>
                    <a:pt x="1035" y="28548"/>
                    <a:pt x="0" y="30439"/>
                    <a:pt x="830" y="30903"/>
                  </a:cubicBezTo>
                  <a:lnTo>
                    <a:pt x="10706" y="36478"/>
                  </a:lnTo>
                  <a:cubicBezTo>
                    <a:pt x="12329" y="37397"/>
                    <a:pt x="14667" y="36907"/>
                    <a:pt x="16290" y="35988"/>
                  </a:cubicBezTo>
                  <a:lnTo>
                    <a:pt x="27183" y="29806"/>
                  </a:lnTo>
                  <a:cubicBezTo>
                    <a:pt x="27388" y="29690"/>
                    <a:pt x="27513" y="29484"/>
                    <a:pt x="27513" y="29244"/>
                  </a:cubicBezTo>
                  <a:cubicBezTo>
                    <a:pt x="27513" y="28994"/>
                    <a:pt x="27397" y="28789"/>
                    <a:pt x="27192" y="28664"/>
                  </a:cubicBezTo>
                  <a:lnTo>
                    <a:pt x="26202" y="28075"/>
                  </a:lnTo>
                  <a:lnTo>
                    <a:pt x="29369" y="26264"/>
                  </a:lnTo>
                  <a:close/>
                </a:path>
              </a:pathLst>
            </a:custGeom>
            <a:solidFill>
              <a:srgbClr val="262162">
                <a:alpha val="25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0" name="Google Shape;2954;p67">
              <a:extLst>
                <a:ext uri="{FF2B5EF4-FFF2-40B4-BE49-F238E27FC236}">
                  <a16:creationId xmlns:a16="http://schemas.microsoft.com/office/drawing/2014/main" id="{86605E65-5C4B-27A6-A61D-887514257CAC}"/>
                </a:ext>
              </a:extLst>
            </p:cNvPr>
            <p:cNvGrpSpPr/>
            <p:nvPr/>
          </p:nvGrpSpPr>
          <p:grpSpPr>
            <a:xfrm flipH="1">
              <a:off x="-995891" y="-940925"/>
              <a:ext cx="4684111" cy="3157361"/>
              <a:chOff x="9987102" y="2343816"/>
              <a:chExt cx="1840784" cy="1240795"/>
            </a:xfrm>
          </p:grpSpPr>
          <p:sp>
            <p:nvSpPr>
              <p:cNvPr id="921" name="Google Shape;2955;p67">
                <a:extLst>
                  <a:ext uri="{FF2B5EF4-FFF2-40B4-BE49-F238E27FC236}">
                    <a16:creationId xmlns:a16="http://schemas.microsoft.com/office/drawing/2014/main" id="{02597EAE-D06D-BD5D-8D7D-5A03F2F27AD9}"/>
                  </a:ext>
                </a:extLst>
              </p:cNvPr>
              <p:cNvSpPr/>
              <p:nvPr/>
            </p:nvSpPr>
            <p:spPr>
              <a:xfrm>
                <a:off x="10152619" y="3222344"/>
                <a:ext cx="43166" cy="80343"/>
              </a:xfrm>
              <a:custGeom>
                <a:avLst/>
                <a:gdLst/>
                <a:ahLst/>
                <a:cxnLst/>
                <a:rect l="l" t="t" r="r" b="b"/>
                <a:pathLst>
                  <a:path w="1045" h="1945" extrusionOk="0">
                    <a:moveTo>
                      <a:pt x="0" y="598"/>
                    </a:moveTo>
                    <a:lnTo>
                      <a:pt x="1044" y="0"/>
                    </a:lnTo>
                    <a:lnTo>
                      <a:pt x="1044" y="1097"/>
                    </a:lnTo>
                    <a:lnTo>
                      <a:pt x="0" y="1945"/>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2956;p67">
                <a:extLst>
                  <a:ext uri="{FF2B5EF4-FFF2-40B4-BE49-F238E27FC236}">
                    <a16:creationId xmlns:a16="http://schemas.microsoft.com/office/drawing/2014/main" id="{C89D42C9-7F11-74BB-7AE0-D8EAF94245F6}"/>
                  </a:ext>
                </a:extLst>
              </p:cNvPr>
              <p:cNvSpPr/>
              <p:nvPr/>
            </p:nvSpPr>
            <p:spPr>
              <a:xfrm>
                <a:off x="10135311" y="3236719"/>
                <a:ext cx="17349" cy="65968"/>
              </a:xfrm>
              <a:custGeom>
                <a:avLst/>
                <a:gdLst/>
                <a:ahLst/>
                <a:cxnLst/>
                <a:rect l="l" t="t" r="r" b="b"/>
                <a:pathLst>
                  <a:path w="420" h="1597" extrusionOk="0">
                    <a:moveTo>
                      <a:pt x="419" y="1597"/>
                    </a:moveTo>
                    <a:lnTo>
                      <a:pt x="0" y="1356"/>
                    </a:lnTo>
                    <a:lnTo>
                      <a:pt x="0" y="0"/>
                    </a:lnTo>
                    <a:lnTo>
                      <a:pt x="419" y="25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2957;p67">
                <a:extLst>
                  <a:ext uri="{FF2B5EF4-FFF2-40B4-BE49-F238E27FC236}">
                    <a16:creationId xmlns:a16="http://schemas.microsoft.com/office/drawing/2014/main" id="{9EAF4553-8F7A-EACB-A378-B56304F64A81}"/>
                  </a:ext>
                </a:extLst>
              </p:cNvPr>
              <p:cNvSpPr/>
              <p:nvPr/>
            </p:nvSpPr>
            <p:spPr>
              <a:xfrm>
                <a:off x="10135311" y="3212017"/>
                <a:ext cx="60474" cy="35029"/>
              </a:xfrm>
              <a:custGeom>
                <a:avLst/>
                <a:gdLst/>
                <a:ahLst/>
                <a:cxnLst/>
                <a:rect l="l" t="t" r="r" b="b"/>
                <a:pathLst>
                  <a:path w="1464" h="848" extrusionOk="0">
                    <a:moveTo>
                      <a:pt x="1463" y="250"/>
                    </a:moveTo>
                    <a:lnTo>
                      <a:pt x="1044" y="0"/>
                    </a:lnTo>
                    <a:lnTo>
                      <a:pt x="0" y="598"/>
                    </a:lnTo>
                    <a:lnTo>
                      <a:pt x="419" y="848"/>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2958;p67">
                <a:extLst>
                  <a:ext uri="{FF2B5EF4-FFF2-40B4-BE49-F238E27FC236}">
                    <a16:creationId xmlns:a16="http://schemas.microsoft.com/office/drawing/2014/main" id="{652DCD79-9A5D-A1EC-C677-F7F01088B4E6}"/>
                  </a:ext>
                </a:extLst>
              </p:cNvPr>
              <p:cNvSpPr/>
              <p:nvPr/>
            </p:nvSpPr>
            <p:spPr>
              <a:xfrm>
                <a:off x="11488834" y="2560845"/>
                <a:ext cx="309187" cy="210090"/>
              </a:xfrm>
              <a:custGeom>
                <a:avLst/>
                <a:gdLst/>
                <a:ahLst/>
                <a:cxnLst/>
                <a:rect l="l" t="t" r="r" b="b"/>
                <a:pathLst>
                  <a:path w="7485" h="5086" extrusionOk="0">
                    <a:moveTo>
                      <a:pt x="7485" y="4283"/>
                    </a:moveTo>
                    <a:lnTo>
                      <a:pt x="0" y="1"/>
                    </a:lnTo>
                    <a:lnTo>
                      <a:pt x="0" y="795"/>
                    </a:lnTo>
                    <a:lnTo>
                      <a:pt x="7485" y="5086"/>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2959;p67">
                <a:extLst>
                  <a:ext uri="{FF2B5EF4-FFF2-40B4-BE49-F238E27FC236}">
                    <a16:creationId xmlns:a16="http://schemas.microsoft.com/office/drawing/2014/main" id="{4E3D1B8B-4BC4-BA56-B496-6B8B8095C76A}"/>
                  </a:ext>
                </a:extLst>
              </p:cNvPr>
              <p:cNvSpPr/>
              <p:nvPr/>
            </p:nvSpPr>
            <p:spPr>
              <a:xfrm>
                <a:off x="11797980" y="2730371"/>
                <a:ext cx="12599" cy="40564"/>
              </a:xfrm>
              <a:custGeom>
                <a:avLst/>
                <a:gdLst/>
                <a:ahLst/>
                <a:cxnLst/>
                <a:rect l="l" t="t" r="r" b="b"/>
                <a:pathLst>
                  <a:path w="305" h="982" extrusionOk="0">
                    <a:moveTo>
                      <a:pt x="1" y="982"/>
                    </a:moveTo>
                    <a:lnTo>
                      <a:pt x="304" y="804"/>
                    </a:lnTo>
                    <a:lnTo>
                      <a:pt x="304" y="1"/>
                    </a:lnTo>
                    <a:lnTo>
                      <a:pt x="1" y="17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2960;p67">
                <a:extLst>
                  <a:ext uri="{FF2B5EF4-FFF2-40B4-BE49-F238E27FC236}">
                    <a16:creationId xmlns:a16="http://schemas.microsoft.com/office/drawing/2014/main" id="{BF9EE41E-BF37-176F-8768-CC92499C9F30}"/>
                  </a:ext>
                </a:extLst>
              </p:cNvPr>
              <p:cNvSpPr/>
              <p:nvPr/>
            </p:nvSpPr>
            <p:spPr>
              <a:xfrm>
                <a:off x="11488834" y="2553493"/>
                <a:ext cx="321744" cy="184314"/>
              </a:xfrm>
              <a:custGeom>
                <a:avLst/>
                <a:gdLst/>
                <a:ahLst/>
                <a:cxnLst/>
                <a:rect l="l" t="t" r="r" b="b"/>
                <a:pathLst>
                  <a:path w="7789" h="4462" extrusionOk="0">
                    <a:moveTo>
                      <a:pt x="0" y="179"/>
                    </a:moveTo>
                    <a:lnTo>
                      <a:pt x="303" y="1"/>
                    </a:lnTo>
                    <a:lnTo>
                      <a:pt x="7788" y="4283"/>
                    </a:lnTo>
                    <a:lnTo>
                      <a:pt x="7485" y="446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2961;p67">
                <a:extLst>
                  <a:ext uri="{FF2B5EF4-FFF2-40B4-BE49-F238E27FC236}">
                    <a16:creationId xmlns:a16="http://schemas.microsoft.com/office/drawing/2014/main" id="{2A4403E3-A287-DF48-DA12-D6C3BACEEAB6}"/>
                  </a:ext>
                </a:extLst>
              </p:cNvPr>
              <p:cNvSpPr/>
              <p:nvPr/>
            </p:nvSpPr>
            <p:spPr>
              <a:xfrm>
                <a:off x="10556854" y="2807038"/>
                <a:ext cx="78154" cy="99138"/>
              </a:xfrm>
              <a:custGeom>
                <a:avLst/>
                <a:gdLst/>
                <a:ahLst/>
                <a:cxnLst/>
                <a:rect l="l" t="t" r="r" b="b"/>
                <a:pathLst>
                  <a:path w="1892" h="2400" extrusionOk="0">
                    <a:moveTo>
                      <a:pt x="1714" y="2400"/>
                    </a:moveTo>
                    <a:lnTo>
                      <a:pt x="1892" y="2114"/>
                    </a:lnTo>
                    <a:lnTo>
                      <a:pt x="813" y="1436"/>
                    </a:lnTo>
                    <a:cubicBezTo>
                      <a:pt x="518" y="1258"/>
                      <a:pt x="340" y="937"/>
                      <a:pt x="340" y="589"/>
                    </a:cubicBezTo>
                    <a:lnTo>
                      <a:pt x="340" y="0"/>
                    </a:lnTo>
                    <a:lnTo>
                      <a:pt x="1" y="0"/>
                    </a:lnTo>
                    <a:lnTo>
                      <a:pt x="1" y="589"/>
                    </a:lnTo>
                    <a:cubicBezTo>
                      <a:pt x="1" y="1053"/>
                      <a:pt x="242" y="1481"/>
                      <a:pt x="634" y="173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2962;p67">
                <a:extLst>
                  <a:ext uri="{FF2B5EF4-FFF2-40B4-BE49-F238E27FC236}">
                    <a16:creationId xmlns:a16="http://schemas.microsoft.com/office/drawing/2014/main" id="{8EA983F8-BD24-5859-5F34-DFA1E8E25C46}"/>
                  </a:ext>
                </a:extLst>
              </p:cNvPr>
              <p:cNvSpPr/>
              <p:nvPr/>
            </p:nvSpPr>
            <p:spPr>
              <a:xfrm>
                <a:off x="10531450" y="2758378"/>
                <a:ext cx="77038" cy="71545"/>
              </a:xfrm>
              <a:custGeom>
                <a:avLst/>
                <a:gdLst/>
                <a:ahLst/>
                <a:cxnLst/>
                <a:rect l="l" t="t" r="r" b="b"/>
                <a:pathLst>
                  <a:path w="1865" h="1732" extrusionOk="0">
                    <a:moveTo>
                      <a:pt x="232" y="893"/>
                    </a:moveTo>
                    <a:cubicBezTo>
                      <a:pt x="232" y="893"/>
                      <a:pt x="232" y="893"/>
                      <a:pt x="241" y="902"/>
                    </a:cubicBezTo>
                    <a:cubicBezTo>
                      <a:pt x="419" y="1000"/>
                      <a:pt x="598" y="1107"/>
                      <a:pt x="776" y="1214"/>
                    </a:cubicBezTo>
                    <a:cubicBezTo>
                      <a:pt x="883" y="1267"/>
                      <a:pt x="999" y="1330"/>
                      <a:pt x="1097" y="1392"/>
                    </a:cubicBezTo>
                    <a:cubicBezTo>
                      <a:pt x="1124" y="1410"/>
                      <a:pt x="1151" y="1437"/>
                      <a:pt x="1178" y="1464"/>
                    </a:cubicBezTo>
                    <a:cubicBezTo>
                      <a:pt x="1196" y="1482"/>
                      <a:pt x="1196" y="1508"/>
                      <a:pt x="1213" y="1526"/>
                    </a:cubicBezTo>
                    <a:cubicBezTo>
                      <a:pt x="1249" y="1580"/>
                      <a:pt x="1320" y="1624"/>
                      <a:pt x="1374" y="1651"/>
                    </a:cubicBezTo>
                    <a:cubicBezTo>
                      <a:pt x="1588" y="1731"/>
                      <a:pt x="1767" y="1526"/>
                      <a:pt x="1811" y="1339"/>
                    </a:cubicBezTo>
                    <a:cubicBezTo>
                      <a:pt x="1865" y="1089"/>
                      <a:pt x="1775" y="804"/>
                      <a:pt x="1588" y="634"/>
                    </a:cubicBezTo>
                    <a:cubicBezTo>
                      <a:pt x="1410" y="482"/>
                      <a:pt x="1213" y="366"/>
                      <a:pt x="1008" y="250"/>
                    </a:cubicBezTo>
                    <a:cubicBezTo>
                      <a:pt x="794" y="134"/>
                      <a:pt x="562" y="1"/>
                      <a:pt x="312" y="72"/>
                    </a:cubicBezTo>
                    <a:cubicBezTo>
                      <a:pt x="196" y="108"/>
                      <a:pt x="89" y="188"/>
                      <a:pt x="27" y="295"/>
                    </a:cubicBezTo>
                    <a:cubicBezTo>
                      <a:pt x="0" y="357"/>
                      <a:pt x="9" y="384"/>
                      <a:pt x="36" y="447"/>
                    </a:cubicBezTo>
                    <a:cubicBezTo>
                      <a:pt x="54" y="500"/>
                      <a:pt x="80" y="554"/>
                      <a:pt x="89" y="616"/>
                    </a:cubicBezTo>
                    <a:cubicBezTo>
                      <a:pt x="98" y="670"/>
                      <a:pt x="80" y="705"/>
                      <a:pt x="107" y="759"/>
                    </a:cubicBezTo>
                    <a:cubicBezTo>
                      <a:pt x="134" y="812"/>
                      <a:pt x="179" y="866"/>
                      <a:pt x="232" y="893"/>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2963;p67">
                <a:extLst>
                  <a:ext uri="{FF2B5EF4-FFF2-40B4-BE49-F238E27FC236}">
                    <a16:creationId xmlns:a16="http://schemas.microsoft.com/office/drawing/2014/main" id="{D5187E2D-B213-7453-1E59-7102BF992C9A}"/>
                  </a:ext>
                </a:extLst>
              </p:cNvPr>
              <p:cNvSpPr/>
              <p:nvPr/>
            </p:nvSpPr>
            <p:spPr>
              <a:xfrm>
                <a:off x="10527733" y="2758378"/>
                <a:ext cx="72660" cy="75964"/>
              </a:xfrm>
              <a:custGeom>
                <a:avLst/>
                <a:gdLst/>
                <a:ahLst/>
                <a:cxnLst/>
                <a:rect l="l" t="t" r="r" b="b"/>
                <a:pathLst>
                  <a:path w="1759" h="1839" extrusionOk="0">
                    <a:moveTo>
                      <a:pt x="188" y="991"/>
                    </a:moveTo>
                    <a:cubicBezTo>
                      <a:pt x="269" y="1053"/>
                      <a:pt x="349" y="1107"/>
                      <a:pt x="438" y="1151"/>
                    </a:cubicBezTo>
                    <a:cubicBezTo>
                      <a:pt x="599" y="1241"/>
                      <a:pt x="750" y="1330"/>
                      <a:pt x="902" y="1428"/>
                    </a:cubicBezTo>
                    <a:cubicBezTo>
                      <a:pt x="1098" y="1535"/>
                      <a:pt x="1482" y="1838"/>
                      <a:pt x="1669" y="1580"/>
                    </a:cubicBezTo>
                    <a:cubicBezTo>
                      <a:pt x="1758" y="1446"/>
                      <a:pt x="1749" y="1250"/>
                      <a:pt x="1714" y="1098"/>
                    </a:cubicBezTo>
                    <a:cubicBezTo>
                      <a:pt x="1669" y="973"/>
                      <a:pt x="1589" y="857"/>
                      <a:pt x="1500" y="750"/>
                    </a:cubicBezTo>
                    <a:cubicBezTo>
                      <a:pt x="1428" y="670"/>
                      <a:pt x="1303" y="625"/>
                      <a:pt x="1205" y="572"/>
                    </a:cubicBezTo>
                    <a:cubicBezTo>
                      <a:pt x="1089" y="500"/>
                      <a:pt x="973" y="429"/>
                      <a:pt x="848" y="366"/>
                    </a:cubicBezTo>
                    <a:cubicBezTo>
                      <a:pt x="643" y="242"/>
                      <a:pt x="385" y="1"/>
                      <a:pt x="144" y="179"/>
                    </a:cubicBezTo>
                    <a:cubicBezTo>
                      <a:pt x="46" y="259"/>
                      <a:pt x="19" y="384"/>
                      <a:pt x="19" y="500"/>
                    </a:cubicBezTo>
                    <a:cubicBezTo>
                      <a:pt x="10" y="625"/>
                      <a:pt x="1" y="777"/>
                      <a:pt x="81" y="884"/>
                    </a:cubicBezTo>
                    <a:cubicBezTo>
                      <a:pt x="117" y="920"/>
                      <a:pt x="153" y="964"/>
                      <a:pt x="188" y="99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2964;p67">
                <a:extLst>
                  <a:ext uri="{FF2B5EF4-FFF2-40B4-BE49-F238E27FC236}">
                    <a16:creationId xmlns:a16="http://schemas.microsoft.com/office/drawing/2014/main" id="{0160AF42-054E-DAD7-85CD-DF5CAA869E41}"/>
                  </a:ext>
                </a:extLst>
              </p:cNvPr>
              <p:cNvSpPr/>
              <p:nvPr/>
            </p:nvSpPr>
            <p:spPr>
              <a:xfrm>
                <a:off x="10169927" y="2343816"/>
                <a:ext cx="1236003" cy="972544"/>
              </a:xfrm>
              <a:custGeom>
                <a:avLst/>
                <a:gdLst/>
                <a:ahLst/>
                <a:cxnLst/>
                <a:rect l="l" t="t" r="r" b="b"/>
                <a:pathLst>
                  <a:path w="29922" h="23544" extrusionOk="0">
                    <a:moveTo>
                      <a:pt x="9983" y="12427"/>
                    </a:moveTo>
                    <a:lnTo>
                      <a:pt x="11562" y="8083"/>
                    </a:lnTo>
                    <a:lnTo>
                      <a:pt x="24855" y="1"/>
                    </a:lnTo>
                    <a:lnTo>
                      <a:pt x="25898" y="2820"/>
                    </a:lnTo>
                    <a:lnTo>
                      <a:pt x="29922" y="1963"/>
                    </a:lnTo>
                    <a:lnTo>
                      <a:pt x="29922" y="5987"/>
                    </a:lnTo>
                    <a:lnTo>
                      <a:pt x="26853" y="7762"/>
                    </a:lnTo>
                    <a:lnTo>
                      <a:pt x="26853" y="7271"/>
                    </a:lnTo>
                    <a:cubicBezTo>
                      <a:pt x="26853" y="6557"/>
                      <a:pt x="26353" y="6272"/>
                      <a:pt x="25738" y="6629"/>
                    </a:cubicBezTo>
                    <a:lnTo>
                      <a:pt x="24881" y="7128"/>
                    </a:lnTo>
                    <a:cubicBezTo>
                      <a:pt x="24266" y="7485"/>
                      <a:pt x="19930" y="10964"/>
                      <a:pt x="19930" y="11669"/>
                    </a:cubicBezTo>
                    <a:lnTo>
                      <a:pt x="19930" y="12160"/>
                    </a:lnTo>
                    <a:lnTo>
                      <a:pt x="9314" y="18289"/>
                    </a:lnTo>
                    <a:lnTo>
                      <a:pt x="9314" y="17798"/>
                    </a:lnTo>
                    <a:cubicBezTo>
                      <a:pt x="9314" y="17084"/>
                      <a:pt x="8815" y="16808"/>
                      <a:pt x="8199" y="17156"/>
                    </a:cubicBezTo>
                    <a:lnTo>
                      <a:pt x="3837" y="19555"/>
                    </a:lnTo>
                    <a:cubicBezTo>
                      <a:pt x="3221" y="19912"/>
                      <a:pt x="2722" y="20769"/>
                      <a:pt x="2722" y="21473"/>
                    </a:cubicBezTo>
                    <a:lnTo>
                      <a:pt x="2722" y="21973"/>
                    </a:lnTo>
                    <a:lnTo>
                      <a:pt x="1" y="23543"/>
                    </a:lnTo>
                    <a:lnTo>
                      <a:pt x="1" y="194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2965;p67">
                <a:extLst>
                  <a:ext uri="{FF2B5EF4-FFF2-40B4-BE49-F238E27FC236}">
                    <a16:creationId xmlns:a16="http://schemas.microsoft.com/office/drawing/2014/main" id="{C2652425-C984-6F46-0648-47842D8A2FFD}"/>
                  </a:ext>
                </a:extLst>
              </p:cNvPr>
              <p:cNvSpPr/>
              <p:nvPr/>
            </p:nvSpPr>
            <p:spPr>
              <a:xfrm>
                <a:off x="11239709" y="2424902"/>
                <a:ext cx="558312" cy="258709"/>
              </a:xfrm>
              <a:custGeom>
                <a:avLst/>
                <a:gdLst/>
                <a:ahLst/>
                <a:cxnLst/>
                <a:rect l="l" t="t" r="r" b="b"/>
                <a:pathLst>
                  <a:path w="13516" h="6263" extrusionOk="0">
                    <a:moveTo>
                      <a:pt x="13516" y="5406"/>
                    </a:moveTo>
                    <a:lnTo>
                      <a:pt x="4024" y="0"/>
                    </a:lnTo>
                    <a:lnTo>
                      <a:pt x="0" y="857"/>
                    </a:lnTo>
                    <a:lnTo>
                      <a:pt x="9501" y="6263"/>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2966;p67">
                <a:extLst>
                  <a:ext uri="{FF2B5EF4-FFF2-40B4-BE49-F238E27FC236}">
                    <a16:creationId xmlns:a16="http://schemas.microsoft.com/office/drawing/2014/main" id="{C451A312-47A3-B58A-66F5-8172BDAC836A}"/>
                  </a:ext>
                </a:extLst>
              </p:cNvPr>
              <p:cNvSpPr/>
              <p:nvPr/>
            </p:nvSpPr>
            <p:spPr>
              <a:xfrm>
                <a:off x="10582300" y="2677663"/>
                <a:ext cx="457357" cy="402459"/>
              </a:xfrm>
              <a:custGeom>
                <a:avLst/>
                <a:gdLst/>
                <a:ahLst/>
                <a:cxnLst/>
                <a:rect l="l" t="t" r="r" b="b"/>
                <a:pathLst>
                  <a:path w="11072" h="9743" extrusionOk="0">
                    <a:moveTo>
                      <a:pt x="11071" y="5398"/>
                    </a:moveTo>
                    <a:lnTo>
                      <a:pt x="1579" y="1"/>
                    </a:lnTo>
                    <a:lnTo>
                      <a:pt x="0" y="4345"/>
                    </a:lnTo>
                    <a:lnTo>
                      <a:pt x="9492" y="9743"/>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2967;p67">
                <a:extLst>
                  <a:ext uri="{FF2B5EF4-FFF2-40B4-BE49-F238E27FC236}">
                    <a16:creationId xmlns:a16="http://schemas.microsoft.com/office/drawing/2014/main" id="{9F6932A6-A102-936D-3B3A-CC65FCD8E7B7}"/>
                  </a:ext>
                </a:extLst>
              </p:cNvPr>
              <p:cNvSpPr/>
              <p:nvPr/>
            </p:nvSpPr>
            <p:spPr>
              <a:xfrm>
                <a:off x="10599236" y="2697945"/>
                <a:ext cx="423071" cy="361936"/>
              </a:xfrm>
              <a:custGeom>
                <a:avLst/>
                <a:gdLst/>
                <a:ahLst/>
                <a:cxnLst/>
                <a:rect l="l" t="t" r="r" b="b"/>
                <a:pathLst>
                  <a:path w="10242" h="8762" extrusionOk="0">
                    <a:moveTo>
                      <a:pt x="10242" y="5068"/>
                    </a:moveTo>
                    <a:lnTo>
                      <a:pt x="1348" y="1"/>
                    </a:lnTo>
                    <a:lnTo>
                      <a:pt x="1" y="3703"/>
                    </a:lnTo>
                    <a:lnTo>
                      <a:pt x="8904" y="876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2968;p67">
                <a:extLst>
                  <a:ext uri="{FF2B5EF4-FFF2-40B4-BE49-F238E27FC236}">
                    <a16:creationId xmlns:a16="http://schemas.microsoft.com/office/drawing/2014/main" id="{45B15A3B-81E7-64A2-2024-667A56AE5892}"/>
                  </a:ext>
                </a:extLst>
              </p:cNvPr>
              <p:cNvSpPr/>
              <p:nvPr/>
            </p:nvSpPr>
            <p:spPr>
              <a:xfrm>
                <a:off x="10608076" y="2708272"/>
                <a:ext cx="405764" cy="341283"/>
              </a:xfrm>
              <a:custGeom>
                <a:avLst/>
                <a:gdLst/>
                <a:ahLst/>
                <a:cxnLst/>
                <a:rect l="l" t="t" r="r" b="b"/>
                <a:pathLst>
                  <a:path w="9823" h="8262" extrusionOk="0">
                    <a:moveTo>
                      <a:pt x="1" y="3373"/>
                    </a:moveTo>
                    <a:lnTo>
                      <a:pt x="8592" y="8261"/>
                    </a:lnTo>
                    <a:lnTo>
                      <a:pt x="9823" y="4889"/>
                    </a:lnTo>
                    <a:lnTo>
                      <a:pt x="3533" y="1312"/>
                    </a:lnTo>
                    <a:lnTo>
                      <a:pt x="1223" y="0"/>
                    </a:lnTo>
                    <a:lnTo>
                      <a:pt x="10" y="334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2969;p67">
                <a:extLst>
                  <a:ext uri="{FF2B5EF4-FFF2-40B4-BE49-F238E27FC236}">
                    <a16:creationId xmlns:a16="http://schemas.microsoft.com/office/drawing/2014/main" id="{342E95BE-D2E9-88A5-2C65-2B1927F24CDC}"/>
                  </a:ext>
                </a:extLst>
              </p:cNvPr>
              <p:cNvSpPr/>
              <p:nvPr/>
            </p:nvSpPr>
            <p:spPr>
              <a:xfrm>
                <a:off x="11509075" y="2815506"/>
                <a:ext cx="190180" cy="102856"/>
              </a:xfrm>
              <a:custGeom>
                <a:avLst/>
                <a:gdLst/>
                <a:ahLst/>
                <a:cxnLst/>
                <a:rect l="l" t="t" r="r" b="b"/>
                <a:pathLst>
                  <a:path w="4604" h="2490" extrusionOk="0">
                    <a:moveTo>
                      <a:pt x="4113" y="2489"/>
                    </a:moveTo>
                    <a:lnTo>
                      <a:pt x="1" y="0"/>
                    </a:lnTo>
                    <a:lnTo>
                      <a:pt x="3962" y="375"/>
                    </a:lnTo>
                    <a:lnTo>
                      <a:pt x="4604" y="1758"/>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2970;p67">
                <a:extLst>
                  <a:ext uri="{FF2B5EF4-FFF2-40B4-BE49-F238E27FC236}">
                    <a16:creationId xmlns:a16="http://schemas.microsoft.com/office/drawing/2014/main" id="{0808A920-DB35-FB15-497F-6C9ABE10DFAE}"/>
                  </a:ext>
                </a:extLst>
              </p:cNvPr>
              <p:cNvSpPr/>
              <p:nvPr/>
            </p:nvSpPr>
            <p:spPr>
              <a:xfrm>
                <a:off x="11482184" y="2830253"/>
                <a:ext cx="175805" cy="211907"/>
              </a:xfrm>
              <a:custGeom>
                <a:avLst/>
                <a:gdLst/>
                <a:ahLst/>
                <a:cxnLst/>
                <a:rect l="l" t="t" r="r" b="b"/>
                <a:pathLst>
                  <a:path w="4256" h="5130" extrusionOk="0">
                    <a:moveTo>
                      <a:pt x="0" y="3310"/>
                    </a:moveTo>
                    <a:cubicBezTo>
                      <a:pt x="0" y="2204"/>
                      <a:pt x="777" y="857"/>
                      <a:pt x="1740" y="304"/>
                    </a:cubicBezTo>
                    <a:cubicBezTo>
                      <a:pt x="2222" y="27"/>
                      <a:pt x="2659" y="0"/>
                      <a:pt x="2971" y="170"/>
                    </a:cubicBezTo>
                    <a:lnTo>
                      <a:pt x="2971" y="170"/>
                    </a:lnTo>
                    <a:lnTo>
                      <a:pt x="2971" y="179"/>
                    </a:lnTo>
                    <a:cubicBezTo>
                      <a:pt x="2971" y="179"/>
                      <a:pt x="2971" y="179"/>
                      <a:pt x="2971" y="179"/>
                    </a:cubicBezTo>
                    <a:lnTo>
                      <a:pt x="4256" y="910"/>
                    </a:lnTo>
                    <a:lnTo>
                      <a:pt x="1740" y="5130"/>
                    </a:lnTo>
                    <a:lnTo>
                      <a:pt x="509" y="4434"/>
                    </a:lnTo>
                    <a:cubicBezTo>
                      <a:pt x="509" y="4425"/>
                      <a:pt x="509" y="4425"/>
                      <a:pt x="509" y="4425"/>
                    </a:cubicBezTo>
                    <a:lnTo>
                      <a:pt x="500" y="4425"/>
                    </a:lnTo>
                    <a:lnTo>
                      <a:pt x="500" y="4425"/>
                    </a:lnTo>
                    <a:cubicBezTo>
                      <a:pt x="188" y="4247"/>
                      <a:pt x="0" y="3854"/>
                      <a:pt x="0" y="331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2971;p67">
                <a:extLst>
                  <a:ext uri="{FF2B5EF4-FFF2-40B4-BE49-F238E27FC236}">
                    <a16:creationId xmlns:a16="http://schemas.microsoft.com/office/drawing/2014/main" id="{E60B37D6-2A38-FBAE-0848-0D04255DC909}"/>
                  </a:ext>
                </a:extLst>
              </p:cNvPr>
              <p:cNvSpPr/>
              <p:nvPr/>
            </p:nvSpPr>
            <p:spPr>
              <a:xfrm>
                <a:off x="11532661" y="2848676"/>
                <a:ext cx="144122" cy="211205"/>
              </a:xfrm>
              <a:custGeom>
                <a:avLst/>
                <a:gdLst/>
                <a:ahLst/>
                <a:cxnLst/>
                <a:rect l="l" t="t" r="r" b="b"/>
                <a:pathLst>
                  <a:path w="3489" h="5113" extrusionOk="0">
                    <a:moveTo>
                      <a:pt x="1" y="3560"/>
                    </a:moveTo>
                    <a:cubicBezTo>
                      <a:pt x="1" y="4666"/>
                      <a:pt x="786" y="5112"/>
                      <a:pt x="1740" y="4550"/>
                    </a:cubicBezTo>
                    <a:cubicBezTo>
                      <a:pt x="2704" y="3997"/>
                      <a:pt x="3489" y="2650"/>
                      <a:pt x="3489" y="1544"/>
                    </a:cubicBezTo>
                    <a:cubicBezTo>
                      <a:pt x="3489" y="437"/>
                      <a:pt x="2704" y="0"/>
                      <a:pt x="1740" y="553"/>
                    </a:cubicBezTo>
                    <a:cubicBezTo>
                      <a:pt x="786" y="1106"/>
                      <a:pt x="1" y="2454"/>
                      <a:pt x="1" y="356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2972;p67">
                <a:extLst>
                  <a:ext uri="{FF2B5EF4-FFF2-40B4-BE49-F238E27FC236}">
                    <a16:creationId xmlns:a16="http://schemas.microsoft.com/office/drawing/2014/main" id="{5FD96B5B-0E64-DFEF-A5F9-DB8419D8AC5F}"/>
                  </a:ext>
                </a:extLst>
              </p:cNvPr>
              <p:cNvSpPr/>
              <p:nvPr/>
            </p:nvSpPr>
            <p:spPr>
              <a:xfrm>
                <a:off x="11562527" y="2895477"/>
                <a:ext cx="84433" cy="117231"/>
              </a:xfrm>
              <a:custGeom>
                <a:avLst/>
                <a:gdLst/>
                <a:ahLst/>
                <a:cxnLst/>
                <a:rect l="l" t="t" r="r" b="b"/>
                <a:pathLst>
                  <a:path w="2044" h="2838" extrusionOk="0">
                    <a:moveTo>
                      <a:pt x="0" y="2222"/>
                    </a:moveTo>
                    <a:cubicBezTo>
                      <a:pt x="0" y="2338"/>
                      <a:pt x="9" y="2552"/>
                      <a:pt x="116" y="2694"/>
                    </a:cubicBezTo>
                    <a:cubicBezTo>
                      <a:pt x="125" y="2712"/>
                      <a:pt x="143" y="2730"/>
                      <a:pt x="161" y="2748"/>
                    </a:cubicBezTo>
                    <a:lnTo>
                      <a:pt x="170" y="2748"/>
                    </a:lnTo>
                    <a:cubicBezTo>
                      <a:pt x="188" y="2775"/>
                      <a:pt x="214" y="2793"/>
                      <a:pt x="250" y="2810"/>
                    </a:cubicBezTo>
                    <a:cubicBezTo>
                      <a:pt x="295" y="2828"/>
                      <a:pt x="339" y="2837"/>
                      <a:pt x="393" y="2837"/>
                    </a:cubicBezTo>
                    <a:cubicBezTo>
                      <a:pt x="428" y="2837"/>
                      <a:pt x="455" y="2837"/>
                      <a:pt x="491" y="2828"/>
                    </a:cubicBezTo>
                    <a:cubicBezTo>
                      <a:pt x="589" y="2810"/>
                      <a:pt x="714" y="2775"/>
                      <a:pt x="839" y="2694"/>
                    </a:cubicBezTo>
                    <a:cubicBezTo>
                      <a:pt x="1062" y="2561"/>
                      <a:pt x="1285" y="2364"/>
                      <a:pt x="1472" y="2123"/>
                    </a:cubicBezTo>
                    <a:cubicBezTo>
                      <a:pt x="1544" y="2016"/>
                      <a:pt x="1624" y="1909"/>
                      <a:pt x="1686" y="1802"/>
                    </a:cubicBezTo>
                    <a:cubicBezTo>
                      <a:pt x="1900" y="1419"/>
                      <a:pt x="2043" y="990"/>
                      <a:pt x="2043" y="616"/>
                    </a:cubicBezTo>
                    <a:lnTo>
                      <a:pt x="2043" y="598"/>
                    </a:lnTo>
                    <a:cubicBezTo>
                      <a:pt x="2043" y="518"/>
                      <a:pt x="2034" y="411"/>
                      <a:pt x="1999" y="312"/>
                    </a:cubicBezTo>
                    <a:cubicBezTo>
                      <a:pt x="1963" y="152"/>
                      <a:pt x="1856" y="0"/>
                      <a:pt x="1642" y="0"/>
                    </a:cubicBezTo>
                    <a:cubicBezTo>
                      <a:pt x="1517" y="0"/>
                      <a:pt x="1365" y="45"/>
                      <a:pt x="1205" y="143"/>
                    </a:cubicBezTo>
                    <a:cubicBezTo>
                      <a:pt x="1187" y="152"/>
                      <a:pt x="1169" y="161"/>
                      <a:pt x="1151" y="170"/>
                    </a:cubicBezTo>
                    <a:cubicBezTo>
                      <a:pt x="1151" y="179"/>
                      <a:pt x="1142" y="179"/>
                      <a:pt x="1142" y="179"/>
                    </a:cubicBezTo>
                    <a:cubicBezTo>
                      <a:pt x="1098" y="214"/>
                      <a:pt x="1044" y="250"/>
                      <a:pt x="999" y="286"/>
                    </a:cubicBezTo>
                    <a:cubicBezTo>
                      <a:pt x="973" y="304"/>
                      <a:pt x="955" y="321"/>
                      <a:pt x="928" y="339"/>
                    </a:cubicBezTo>
                    <a:cubicBezTo>
                      <a:pt x="910" y="357"/>
                      <a:pt x="892" y="366"/>
                      <a:pt x="874" y="384"/>
                    </a:cubicBezTo>
                    <a:cubicBezTo>
                      <a:pt x="866" y="402"/>
                      <a:pt x="848" y="411"/>
                      <a:pt x="839" y="428"/>
                    </a:cubicBezTo>
                    <a:cubicBezTo>
                      <a:pt x="803" y="464"/>
                      <a:pt x="759" y="500"/>
                      <a:pt x="723" y="536"/>
                    </a:cubicBezTo>
                    <a:cubicBezTo>
                      <a:pt x="527" y="759"/>
                      <a:pt x="348" y="1026"/>
                      <a:pt x="223" y="1303"/>
                    </a:cubicBezTo>
                    <a:cubicBezTo>
                      <a:pt x="196" y="1347"/>
                      <a:pt x="188" y="1383"/>
                      <a:pt x="170" y="1419"/>
                    </a:cubicBezTo>
                    <a:cubicBezTo>
                      <a:pt x="143" y="1490"/>
                      <a:pt x="116" y="1561"/>
                      <a:pt x="98" y="1633"/>
                    </a:cubicBezTo>
                    <a:lnTo>
                      <a:pt x="98" y="1642"/>
                    </a:lnTo>
                    <a:cubicBezTo>
                      <a:pt x="89" y="1651"/>
                      <a:pt x="89" y="1651"/>
                      <a:pt x="89" y="1660"/>
                    </a:cubicBezTo>
                    <a:cubicBezTo>
                      <a:pt x="81" y="1695"/>
                      <a:pt x="72" y="1740"/>
                      <a:pt x="54" y="1776"/>
                    </a:cubicBezTo>
                    <a:cubicBezTo>
                      <a:pt x="36" y="1856"/>
                      <a:pt x="18" y="1927"/>
                      <a:pt x="18" y="1999"/>
                    </a:cubicBezTo>
                    <a:cubicBezTo>
                      <a:pt x="0" y="2079"/>
                      <a:pt x="0" y="2150"/>
                      <a:pt x="0" y="2222"/>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2973;p67">
                <a:extLst>
                  <a:ext uri="{FF2B5EF4-FFF2-40B4-BE49-F238E27FC236}">
                    <a16:creationId xmlns:a16="http://schemas.microsoft.com/office/drawing/2014/main" id="{9F7D2812-D8D2-9D91-F54C-2C98B42B6848}"/>
                  </a:ext>
                </a:extLst>
              </p:cNvPr>
              <p:cNvSpPr/>
              <p:nvPr/>
            </p:nvSpPr>
            <p:spPr>
              <a:xfrm>
                <a:off x="11566575" y="2895849"/>
                <a:ext cx="80384" cy="116859"/>
              </a:xfrm>
              <a:custGeom>
                <a:avLst/>
                <a:gdLst/>
                <a:ahLst/>
                <a:cxnLst/>
                <a:rect l="l" t="t" r="r" b="b"/>
                <a:pathLst>
                  <a:path w="1946" h="2829" extrusionOk="0">
                    <a:moveTo>
                      <a:pt x="90" y="2676"/>
                    </a:moveTo>
                    <a:cubicBezTo>
                      <a:pt x="214" y="2676"/>
                      <a:pt x="366" y="2632"/>
                      <a:pt x="527" y="2534"/>
                    </a:cubicBezTo>
                    <a:cubicBezTo>
                      <a:pt x="1178" y="2159"/>
                      <a:pt x="1731" y="1205"/>
                      <a:pt x="1731" y="455"/>
                    </a:cubicBezTo>
                    <a:cubicBezTo>
                      <a:pt x="1731" y="339"/>
                      <a:pt x="1722" y="143"/>
                      <a:pt x="1633" y="0"/>
                    </a:cubicBezTo>
                    <a:cubicBezTo>
                      <a:pt x="1909" y="63"/>
                      <a:pt x="1945" y="437"/>
                      <a:pt x="1945" y="607"/>
                    </a:cubicBezTo>
                    <a:cubicBezTo>
                      <a:pt x="1945" y="1356"/>
                      <a:pt x="1392" y="2311"/>
                      <a:pt x="741" y="2685"/>
                    </a:cubicBezTo>
                    <a:cubicBezTo>
                      <a:pt x="580" y="2784"/>
                      <a:pt x="429" y="2828"/>
                      <a:pt x="295" y="2828"/>
                    </a:cubicBezTo>
                    <a:cubicBezTo>
                      <a:pt x="152" y="2828"/>
                      <a:pt x="63" y="2766"/>
                      <a:pt x="0" y="2668"/>
                    </a:cubicBezTo>
                    <a:cubicBezTo>
                      <a:pt x="27" y="2676"/>
                      <a:pt x="54" y="2676"/>
                      <a:pt x="90" y="2676"/>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2974;p67">
                <a:extLst>
                  <a:ext uri="{FF2B5EF4-FFF2-40B4-BE49-F238E27FC236}">
                    <a16:creationId xmlns:a16="http://schemas.microsoft.com/office/drawing/2014/main" id="{B85A174F-9649-BBA6-9E90-DF65624285E6}"/>
                  </a:ext>
                </a:extLst>
              </p:cNvPr>
              <p:cNvSpPr/>
              <p:nvPr/>
            </p:nvSpPr>
            <p:spPr>
              <a:xfrm>
                <a:off x="11566203" y="2905061"/>
                <a:ext cx="74477" cy="104301"/>
              </a:xfrm>
              <a:custGeom>
                <a:avLst/>
                <a:gdLst/>
                <a:ahLst/>
                <a:cxnLst/>
                <a:rect l="l" t="t" r="r" b="b"/>
                <a:pathLst>
                  <a:path w="1803" h="2525" extrusionOk="0">
                    <a:moveTo>
                      <a:pt x="27" y="2462"/>
                    </a:moveTo>
                    <a:lnTo>
                      <a:pt x="322" y="1829"/>
                    </a:lnTo>
                    <a:cubicBezTo>
                      <a:pt x="223" y="1758"/>
                      <a:pt x="170" y="1624"/>
                      <a:pt x="170" y="1445"/>
                    </a:cubicBezTo>
                    <a:cubicBezTo>
                      <a:pt x="170" y="1428"/>
                      <a:pt x="170" y="1410"/>
                      <a:pt x="170" y="1392"/>
                    </a:cubicBezTo>
                    <a:lnTo>
                      <a:pt x="0" y="1428"/>
                    </a:lnTo>
                    <a:cubicBezTo>
                      <a:pt x="0" y="1419"/>
                      <a:pt x="0" y="1419"/>
                      <a:pt x="9" y="1410"/>
                    </a:cubicBezTo>
                    <a:lnTo>
                      <a:pt x="9" y="1401"/>
                    </a:lnTo>
                    <a:cubicBezTo>
                      <a:pt x="27" y="1329"/>
                      <a:pt x="54" y="1258"/>
                      <a:pt x="81" y="1187"/>
                    </a:cubicBezTo>
                    <a:cubicBezTo>
                      <a:pt x="99" y="1151"/>
                      <a:pt x="107" y="1115"/>
                      <a:pt x="134" y="1071"/>
                    </a:cubicBezTo>
                    <a:lnTo>
                      <a:pt x="250" y="1044"/>
                    </a:lnTo>
                    <a:cubicBezTo>
                      <a:pt x="339" y="839"/>
                      <a:pt x="473" y="634"/>
                      <a:pt x="634" y="491"/>
                    </a:cubicBezTo>
                    <a:lnTo>
                      <a:pt x="634" y="304"/>
                    </a:lnTo>
                    <a:cubicBezTo>
                      <a:pt x="670" y="268"/>
                      <a:pt x="714" y="232"/>
                      <a:pt x="750" y="196"/>
                    </a:cubicBezTo>
                    <a:cubicBezTo>
                      <a:pt x="759" y="179"/>
                      <a:pt x="777" y="170"/>
                      <a:pt x="785" y="152"/>
                    </a:cubicBezTo>
                    <a:cubicBezTo>
                      <a:pt x="803" y="134"/>
                      <a:pt x="821" y="125"/>
                      <a:pt x="839" y="107"/>
                    </a:cubicBezTo>
                    <a:cubicBezTo>
                      <a:pt x="866" y="89"/>
                      <a:pt x="884" y="72"/>
                      <a:pt x="910" y="54"/>
                    </a:cubicBezTo>
                    <a:lnTo>
                      <a:pt x="910" y="330"/>
                    </a:lnTo>
                    <a:cubicBezTo>
                      <a:pt x="1080" y="277"/>
                      <a:pt x="1223" y="321"/>
                      <a:pt x="1303" y="428"/>
                    </a:cubicBezTo>
                    <a:lnTo>
                      <a:pt x="1767" y="0"/>
                    </a:lnTo>
                    <a:cubicBezTo>
                      <a:pt x="1794" y="98"/>
                      <a:pt x="1802" y="205"/>
                      <a:pt x="1802" y="286"/>
                    </a:cubicBezTo>
                    <a:lnTo>
                      <a:pt x="1392" y="678"/>
                    </a:lnTo>
                    <a:cubicBezTo>
                      <a:pt x="1392" y="696"/>
                      <a:pt x="1392" y="714"/>
                      <a:pt x="1392" y="741"/>
                    </a:cubicBezTo>
                    <a:cubicBezTo>
                      <a:pt x="1392" y="919"/>
                      <a:pt x="1339" y="1106"/>
                      <a:pt x="1240" y="1285"/>
                    </a:cubicBezTo>
                    <a:lnTo>
                      <a:pt x="1446" y="1490"/>
                    </a:lnTo>
                    <a:cubicBezTo>
                      <a:pt x="1383" y="1597"/>
                      <a:pt x="1303" y="1704"/>
                      <a:pt x="1232" y="1811"/>
                    </a:cubicBezTo>
                    <a:lnTo>
                      <a:pt x="1026" y="1597"/>
                    </a:lnTo>
                    <a:cubicBezTo>
                      <a:pt x="955" y="1677"/>
                      <a:pt x="866" y="1749"/>
                      <a:pt x="785" y="1802"/>
                    </a:cubicBezTo>
                    <a:cubicBezTo>
                      <a:pt x="696" y="1847"/>
                      <a:pt x="616" y="1874"/>
                      <a:pt x="545" y="1883"/>
                    </a:cubicBezTo>
                    <a:lnTo>
                      <a:pt x="250" y="2516"/>
                    </a:lnTo>
                    <a:cubicBezTo>
                      <a:pt x="215" y="2525"/>
                      <a:pt x="188" y="2525"/>
                      <a:pt x="161" y="2525"/>
                    </a:cubicBezTo>
                    <a:cubicBezTo>
                      <a:pt x="125" y="2525"/>
                      <a:pt x="107" y="2525"/>
                      <a:pt x="81" y="2516"/>
                    </a:cubicBezTo>
                    <a:lnTo>
                      <a:pt x="72" y="2516"/>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2975;p67">
                <a:extLst>
                  <a:ext uri="{FF2B5EF4-FFF2-40B4-BE49-F238E27FC236}">
                    <a16:creationId xmlns:a16="http://schemas.microsoft.com/office/drawing/2014/main" id="{C95659FC-8843-08ED-32BE-0F0E231AFA5C}"/>
                  </a:ext>
                </a:extLst>
              </p:cNvPr>
              <p:cNvSpPr/>
              <p:nvPr/>
            </p:nvSpPr>
            <p:spPr>
              <a:xfrm>
                <a:off x="11588674" y="2939676"/>
                <a:ext cx="19580" cy="23628"/>
              </a:xfrm>
              <a:custGeom>
                <a:avLst/>
                <a:gdLst/>
                <a:ahLst/>
                <a:cxnLst/>
                <a:rect l="l" t="t" r="r" b="b"/>
                <a:pathLst>
                  <a:path w="474" h="572" extrusionOk="0">
                    <a:moveTo>
                      <a:pt x="1" y="367"/>
                    </a:moveTo>
                    <a:cubicBezTo>
                      <a:pt x="1" y="242"/>
                      <a:pt x="90" y="99"/>
                      <a:pt x="197" y="36"/>
                    </a:cubicBezTo>
                    <a:cubicBezTo>
                      <a:pt x="250" y="1"/>
                      <a:pt x="295" y="1"/>
                      <a:pt x="331" y="19"/>
                    </a:cubicBezTo>
                    <a:lnTo>
                      <a:pt x="331" y="19"/>
                    </a:lnTo>
                    <a:lnTo>
                      <a:pt x="331" y="19"/>
                    </a:lnTo>
                    <a:lnTo>
                      <a:pt x="473" y="99"/>
                    </a:lnTo>
                    <a:lnTo>
                      <a:pt x="197" y="572"/>
                    </a:lnTo>
                    <a:lnTo>
                      <a:pt x="63" y="491"/>
                    </a:lnTo>
                    <a:cubicBezTo>
                      <a:pt x="63" y="491"/>
                      <a:pt x="63" y="491"/>
                      <a:pt x="63" y="491"/>
                    </a:cubicBezTo>
                    <a:lnTo>
                      <a:pt x="63" y="491"/>
                    </a:lnTo>
                    <a:cubicBezTo>
                      <a:pt x="27" y="474"/>
                      <a:pt x="1" y="429"/>
                      <a:pt x="1" y="367"/>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2976;p67">
                <a:extLst>
                  <a:ext uri="{FF2B5EF4-FFF2-40B4-BE49-F238E27FC236}">
                    <a16:creationId xmlns:a16="http://schemas.microsoft.com/office/drawing/2014/main" id="{86A3CFF8-320F-5A10-BE11-E3FEC8025331}"/>
                  </a:ext>
                </a:extLst>
              </p:cNvPr>
              <p:cNvSpPr/>
              <p:nvPr/>
            </p:nvSpPr>
            <p:spPr>
              <a:xfrm>
                <a:off x="11594210" y="2941907"/>
                <a:ext cx="16234" cy="23256"/>
              </a:xfrm>
              <a:custGeom>
                <a:avLst/>
                <a:gdLst/>
                <a:ahLst/>
                <a:cxnLst/>
                <a:rect l="l" t="t" r="r" b="b"/>
                <a:pathLst>
                  <a:path w="393" h="563" extrusionOk="0">
                    <a:moveTo>
                      <a:pt x="0" y="393"/>
                    </a:moveTo>
                    <a:cubicBezTo>
                      <a:pt x="0" y="509"/>
                      <a:pt x="90" y="562"/>
                      <a:pt x="197" y="500"/>
                    </a:cubicBezTo>
                    <a:cubicBezTo>
                      <a:pt x="304" y="437"/>
                      <a:pt x="393" y="286"/>
                      <a:pt x="393" y="170"/>
                    </a:cubicBezTo>
                    <a:cubicBezTo>
                      <a:pt x="393" y="45"/>
                      <a:pt x="304" y="0"/>
                      <a:pt x="197" y="54"/>
                    </a:cubicBezTo>
                    <a:cubicBezTo>
                      <a:pt x="90" y="116"/>
                      <a:pt x="0" y="268"/>
                      <a:pt x="0" y="393"/>
                    </a:cubicBez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2977;p67">
                <a:extLst>
                  <a:ext uri="{FF2B5EF4-FFF2-40B4-BE49-F238E27FC236}">
                    <a16:creationId xmlns:a16="http://schemas.microsoft.com/office/drawing/2014/main" id="{8AAE7E13-77B8-6FE7-EA0F-0223DC73F217}"/>
                  </a:ext>
                </a:extLst>
              </p:cNvPr>
              <p:cNvSpPr/>
              <p:nvPr/>
            </p:nvSpPr>
            <p:spPr>
              <a:xfrm>
                <a:off x="10726009" y="3283851"/>
                <a:ext cx="190180" cy="102856"/>
              </a:xfrm>
              <a:custGeom>
                <a:avLst/>
                <a:gdLst/>
                <a:ahLst/>
                <a:cxnLst/>
                <a:rect l="l" t="t" r="r" b="b"/>
                <a:pathLst>
                  <a:path w="4604" h="2490" extrusionOk="0">
                    <a:moveTo>
                      <a:pt x="4113" y="2490"/>
                    </a:moveTo>
                    <a:lnTo>
                      <a:pt x="0" y="1"/>
                    </a:lnTo>
                    <a:lnTo>
                      <a:pt x="3952" y="367"/>
                    </a:lnTo>
                    <a:lnTo>
                      <a:pt x="4604" y="1749"/>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2978;p67">
                <a:extLst>
                  <a:ext uri="{FF2B5EF4-FFF2-40B4-BE49-F238E27FC236}">
                    <a16:creationId xmlns:a16="http://schemas.microsoft.com/office/drawing/2014/main" id="{CA532013-3A14-0743-A166-9632EE49CEB6}"/>
                  </a:ext>
                </a:extLst>
              </p:cNvPr>
              <p:cNvSpPr/>
              <p:nvPr/>
            </p:nvSpPr>
            <p:spPr>
              <a:xfrm>
                <a:off x="10701307" y="3289014"/>
                <a:ext cx="176218" cy="212321"/>
              </a:xfrm>
              <a:custGeom>
                <a:avLst/>
                <a:gdLst/>
                <a:ahLst/>
                <a:cxnLst/>
                <a:rect l="l" t="t" r="r" b="b"/>
                <a:pathLst>
                  <a:path w="4266" h="5140" extrusionOk="0">
                    <a:moveTo>
                      <a:pt x="1" y="3311"/>
                    </a:moveTo>
                    <a:cubicBezTo>
                      <a:pt x="1" y="2213"/>
                      <a:pt x="786" y="866"/>
                      <a:pt x="1740" y="304"/>
                    </a:cubicBezTo>
                    <a:cubicBezTo>
                      <a:pt x="2222" y="28"/>
                      <a:pt x="2659" y="1"/>
                      <a:pt x="2971" y="179"/>
                    </a:cubicBezTo>
                    <a:lnTo>
                      <a:pt x="2971" y="179"/>
                    </a:lnTo>
                    <a:lnTo>
                      <a:pt x="2980" y="179"/>
                    </a:lnTo>
                    <a:lnTo>
                      <a:pt x="2980" y="179"/>
                    </a:lnTo>
                    <a:lnTo>
                      <a:pt x="4265" y="920"/>
                    </a:lnTo>
                    <a:lnTo>
                      <a:pt x="1740" y="5139"/>
                    </a:lnTo>
                    <a:lnTo>
                      <a:pt x="518" y="4435"/>
                    </a:lnTo>
                    <a:cubicBezTo>
                      <a:pt x="509" y="4435"/>
                      <a:pt x="509" y="4435"/>
                      <a:pt x="509" y="4435"/>
                    </a:cubicBezTo>
                    <a:lnTo>
                      <a:pt x="509" y="4435"/>
                    </a:lnTo>
                    <a:lnTo>
                      <a:pt x="509" y="4435"/>
                    </a:lnTo>
                    <a:cubicBezTo>
                      <a:pt x="197" y="4247"/>
                      <a:pt x="1" y="3864"/>
                      <a:pt x="1" y="331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2979;p67">
                <a:extLst>
                  <a:ext uri="{FF2B5EF4-FFF2-40B4-BE49-F238E27FC236}">
                    <a16:creationId xmlns:a16="http://schemas.microsoft.com/office/drawing/2014/main" id="{47279553-B1C3-4763-82EB-261310C086FB}"/>
                  </a:ext>
                </a:extLst>
              </p:cNvPr>
              <p:cNvSpPr/>
              <p:nvPr/>
            </p:nvSpPr>
            <p:spPr>
              <a:xfrm>
                <a:off x="10751784" y="3307437"/>
                <a:ext cx="144163" cy="211205"/>
              </a:xfrm>
              <a:custGeom>
                <a:avLst/>
                <a:gdLst/>
                <a:ahLst/>
                <a:cxnLst/>
                <a:rect l="l" t="t" r="r" b="b"/>
                <a:pathLst>
                  <a:path w="3490" h="5113" extrusionOk="0">
                    <a:moveTo>
                      <a:pt x="1" y="3569"/>
                    </a:moveTo>
                    <a:cubicBezTo>
                      <a:pt x="1" y="4667"/>
                      <a:pt x="786" y="5113"/>
                      <a:pt x="1749" y="4560"/>
                    </a:cubicBezTo>
                    <a:cubicBezTo>
                      <a:pt x="2713" y="4006"/>
                      <a:pt x="3489" y="2659"/>
                      <a:pt x="3489" y="1553"/>
                    </a:cubicBezTo>
                    <a:cubicBezTo>
                      <a:pt x="3489" y="447"/>
                      <a:pt x="2713" y="1"/>
                      <a:pt x="1749" y="554"/>
                    </a:cubicBezTo>
                    <a:cubicBezTo>
                      <a:pt x="786" y="1116"/>
                      <a:pt x="1" y="2463"/>
                      <a:pt x="1" y="3569"/>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2980;p67">
                <a:extLst>
                  <a:ext uri="{FF2B5EF4-FFF2-40B4-BE49-F238E27FC236}">
                    <a16:creationId xmlns:a16="http://schemas.microsoft.com/office/drawing/2014/main" id="{CE51A5DD-B1C1-1B8B-3DDC-460E43861DF1}"/>
                  </a:ext>
                </a:extLst>
              </p:cNvPr>
              <p:cNvSpPr/>
              <p:nvPr/>
            </p:nvSpPr>
            <p:spPr>
              <a:xfrm>
                <a:off x="10781650" y="3354239"/>
                <a:ext cx="84433" cy="117602"/>
              </a:xfrm>
              <a:custGeom>
                <a:avLst/>
                <a:gdLst/>
                <a:ahLst/>
                <a:cxnLst/>
                <a:rect l="l" t="t" r="r" b="b"/>
                <a:pathLst>
                  <a:path w="2044" h="2847" extrusionOk="0">
                    <a:moveTo>
                      <a:pt x="1" y="2231"/>
                    </a:moveTo>
                    <a:cubicBezTo>
                      <a:pt x="1" y="2347"/>
                      <a:pt x="9" y="2561"/>
                      <a:pt x="117" y="2704"/>
                    </a:cubicBezTo>
                    <a:cubicBezTo>
                      <a:pt x="125" y="2722"/>
                      <a:pt x="143" y="2740"/>
                      <a:pt x="161" y="2757"/>
                    </a:cubicBezTo>
                    <a:lnTo>
                      <a:pt x="170" y="2757"/>
                    </a:lnTo>
                    <a:cubicBezTo>
                      <a:pt x="188" y="2784"/>
                      <a:pt x="215" y="2802"/>
                      <a:pt x="250" y="2820"/>
                    </a:cubicBezTo>
                    <a:cubicBezTo>
                      <a:pt x="295" y="2838"/>
                      <a:pt x="340" y="2847"/>
                      <a:pt x="402" y="2847"/>
                    </a:cubicBezTo>
                    <a:cubicBezTo>
                      <a:pt x="429" y="2847"/>
                      <a:pt x="456" y="2838"/>
                      <a:pt x="491" y="2838"/>
                    </a:cubicBezTo>
                    <a:cubicBezTo>
                      <a:pt x="598" y="2820"/>
                      <a:pt x="714" y="2775"/>
                      <a:pt x="839" y="2704"/>
                    </a:cubicBezTo>
                    <a:cubicBezTo>
                      <a:pt x="1062" y="2570"/>
                      <a:pt x="1285" y="2365"/>
                      <a:pt x="1473" y="2124"/>
                    </a:cubicBezTo>
                    <a:cubicBezTo>
                      <a:pt x="1553" y="2026"/>
                      <a:pt x="1624" y="1919"/>
                      <a:pt x="1687" y="1803"/>
                    </a:cubicBezTo>
                    <a:cubicBezTo>
                      <a:pt x="1910" y="1428"/>
                      <a:pt x="2043" y="1000"/>
                      <a:pt x="2043" y="625"/>
                    </a:cubicBezTo>
                    <a:lnTo>
                      <a:pt x="2043" y="608"/>
                    </a:lnTo>
                    <a:cubicBezTo>
                      <a:pt x="2043" y="527"/>
                      <a:pt x="2035" y="420"/>
                      <a:pt x="2008" y="313"/>
                    </a:cubicBezTo>
                    <a:cubicBezTo>
                      <a:pt x="1963" y="153"/>
                      <a:pt x="1865" y="1"/>
                      <a:pt x="1651" y="1"/>
                    </a:cubicBezTo>
                    <a:cubicBezTo>
                      <a:pt x="1517" y="1"/>
                      <a:pt x="1374" y="54"/>
                      <a:pt x="1205" y="153"/>
                    </a:cubicBezTo>
                    <a:cubicBezTo>
                      <a:pt x="1187" y="161"/>
                      <a:pt x="1169" y="170"/>
                      <a:pt x="1151" y="179"/>
                    </a:cubicBezTo>
                    <a:cubicBezTo>
                      <a:pt x="1151" y="179"/>
                      <a:pt x="1142" y="179"/>
                      <a:pt x="1142" y="188"/>
                    </a:cubicBezTo>
                    <a:cubicBezTo>
                      <a:pt x="1098" y="215"/>
                      <a:pt x="1044" y="251"/>
                      <a:pt x="1000" y="286"/>
                    </a:cubicBezTo>
                    <a:cubicBezTo>
                      <a:pt x="973" y="313"/>
                      <a:pt x="955" y="331"/>
                      <a:pt x="928" y="349"/>
                    </a:cubicBezTo>
                    <a:cubicBezTo>
                      <a:pt x="910" y="367"/>
                      <a:pt x="893" y="376"/>
                      <a:pt x="875" y="393"/>
                    </a:cubicBezTo>
                    <a:cubicBezTo>
                      <a:pt x="866" y="402"/>
                      <a:pt x="848" y="420"/>
                      <a:pt x="839" y="429"/>
                    </a:cubicBezTo>
                    <a:cubicBezTo>
                      <a:pt x="803" y="465"/>
                      <a:pt x="768" y="509"/>
                      <a:pt x="732" y="545"/>
                    </a:cubicBezTo>
                    <a:cubicBezTo>
                      <a:pt x="527" y="759"/>
                      <a:pt x="348" y="1036"/>
                      <a:pt x="224" y="1312"/>
                    </a:cubicBezTo>
                    <a:cubicBezTo>
                      <a:pt x="206" y="1348"/>
                      <a:pt x="188" y="1393"/>
                      <a:pt x="170" y="1428"/>
                    </a:cubicBezTo>
                    <a:cubicBezTo>
                      <a:pt x="143" y="1491"/>
                      <a:pt x="117" y="1562"/>
                      <a:pt x="99" y="1633"/>
                    </a:cubicBezTo>
                    <a:lnTo>
                      <a:pt x="99" y="1642"/>
                    </a:lnTo>
                    <a:cubicBezTo>
                      <a:pt x="90" y="1651"/>
                      <a:pt x="90" y="1660"/>
                      <a:pt x="90" y="1669"/>
                    </a:cubicBezTo>
                    <a:cubicBezTo>
                      <a:pt x="81" y="1705"/>
                      <a:pt x="72" y="1740"/>
                      <a:pt x="63" y="1785"/>
                    </a:cubicBezTo>
                    <a:cubicBezTo>
                      <a:pt x="36" y="1856"/>
                      <a:pt x="27" y="1937"/>
                      <a:pt x="18" y="2008"/>
                    </a:cubicBezTo>
                    <a:cubicBezTo>
                      <a:pt x="9" y="2088"/>
                      <a:pt x="1" y="2160"/>
                      <a:pt x="1" y="223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2981;p67">
                <a:extLst>
                  <a:ext uri="{FF2B5EF4-FFF2-40B4-BE49-F238E27FC236}">
                    <a16:creationId xmlns:a16="http://schemas.microsoft.com/office/drawing/2014/main" id="{E6B4F5A1-3756-ED90-186C-5E3876AA3BA9}"/>
                  </a:ext>
                </a:extLst>
              </p:cNvPr>
              <p:cNvSpPr/>
              <p:nvPr/>
            </p:nvSpPr>
            <p:spPr>
              <a:xfrm>
                <a:off x="10786070" y="3354982"/>
                <a:ext cx="80013" cy="116859"/>
              </a:xfrm>
              <a:custGeom>
                <a:avLst/>
                <a:gdLst/>
                <a:ahLst/>
                <a:cxnLst/>
                <a:rect l="l" t="t" r="r" b="b"/>
                <a:pathLst>
                  <a:path w="1937" h="2829" extrusionOk="0">
                    <a:moveTo>
                      <a:pt x="81" y="2677"/>
                    </a:moveTo>
                    <a:cubicBezTo>
                      <a:pt x="206" y="2677"/>
                      <a:pt x="357" y="2624"/>
                      <a:pt x="518" y="2534"/>
                    </a:cubicBezTo>
                    <a:cubicBezTo>
                      <a:pt x="1178" y="2151"/>
                      <a:pt x="1731" y="1205"/>
                      <a:pt x="1731" y="447"/>
                    </a:cubicBezTo>
                    <a:cubicBezTo>
                      <a:pt x="1731" y="340"/>
                      <a:pt x="1713" y="135"/>
                      <a:pt x="1624" y="1"/>
                    </a:cubicBezTo>
                    <a:cubicBezTo>
                      <a:pt x="1910" y="54"/>
                      <a:pt x="1936" y="438"/>
                      <a:pt x="1936" y="607"/>
                    </a:cubicBezTo>
                    <a:cubicBezTo>
                      <a:pt x="1936" y="1357"/>
                      <a:pt x="1383" y="2311"/>
                      <a:pt x="732" y="2686"/>
                    </a:cubicBezTo>
                    <a:cubicBezTo>
                      <a:pt x="572" y="2784"/>
                      <a:pt x="420" y="2829"/>
                      <a:pt x="295" y="2829"/>
                    </a:cubicBezTo>
                    <a:cubicBezTo>
                      <a:pt x="143" y="2829"/>
                      <a:pt x="54" y="2757"/>
                      <a:pt x="1" y="2668"/>
                    </a:cubicBezTo>
                    <a:cubicBezTo>
                      <a:pt x="18" y="2668"/>
                      <a:pt x="45" y="2677"/>
                      <a:pt x="81" y="2677"/>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2982;p67">
                <a:extLst>
                  <a:ext uri="{FF2B5EF4-FFF2-40B4-BE49-F238E27FC236}">
                    <a16:creationId xmlns:a16="http://schemas.microsoft.com/office/drawing/2014/main" id="{F409E37E-6BAF-46BD-71FB-445B8455FDA3}"/>
                  </a:ext>
                </a:extLst>
              </p:cNvPr>
              <p:cNvSpPr/>
              <p:nvPr/>
            </p:nvSpPr>
            <p:spPr>
              <a:xfrm>
                <a:off x="10785326" y="3363822"/>
                <a:ext cx="74477" cy="104715"/>
              </a:xfrm>
              <a:custGeom>
                <a:avLst/>
                <a:gdLst/>
                <a:ahLst/>
                <a:cxnLst/>
                <a:rect l="l" t="t" r="r" b="b"/>
                <a:pathLst>
                  <a:path w="1803" h="2535" extrusionOk="0">
                    <a:moveTo>
                      <a:pt x="28" y="2472"/>
                    </a:moveTo>
                    <a:lnTo>
                      <a:pt x="322" y="1830"/>
                    </a:lnTo>
                    <a:cubicBezTo>
                      <a:pt x="233" y="1767"/>
                      <a:pt x="170" y="1633"/>
                      <a:pt x="170" y="1455"/>
                    </a:cubicBezTo>
                    <a:cubicBezTo>
                      <a:pt x="170" y="1437"/>
                      <a:pt x="170" y="1419"/>
                      <a:pt x="170" y="1401"/>
                    </a:cubicBezTo>
                    <a:lnTo>
                      <a:pt x="1" y="1437"/>
                    </a:lnTo>
                    <a:cubicBezTo>
                      <a:pt x="1" y="1428"/>
                      <a:pt x="1" y="1419"/>
                      <a:pt x="10" y="1410"/>
                    </a:cubicBezTo>
                    <a:lnTo>
                      <a:pt x="10" y="1401"/>
                    </a:lnTo>
                    <a:cubicBezTo>
                      <a:pt x="28" y="1330"/>
                      <a:pt x="54" y="1259"/>
                      <a:pt x="81" y="1196"/>
                    </a:cubicBezTo>
                    <a:cubicBezTo>
                      <a:pt x="99" y="1161"/>
                      <a:pt x="117" y="1116"/>
                      <a:pt x="135" y="1080"/>
                    </a:cubicBezTo>
                    <a:lnTo>
                      <a:pt x="251" y="1054"/>
                    </a:lnTo>
                    <a:cubicBezTo>
                      <a:pt x="340" y="839"/>
                      <a:pt x="474" y="643"/>
                      <a:pt x="643" y="500"/>
                    </a:cubicBezTo>
                    <a:lnTo>
                      <a:pt x="643" y="313"/>
                    </a:lnTo>
                    <a:cubicBezTo>
                      <a:pt x="679" y="277"/>
                      <a:pt x="714" y="233"/>
                      <a:pt x="750" y="197"/>
                    </a:cubicBezTo>
                    <a:cubicBezTo>
                      <a:pt x="759" y="188"/>
                      <a:pt x="777" y="170"/>
                      <a:pt x="786" y="161"/>
                    </a:cubicBezTo>
                    <a:cubicBezTo>
                      <a:pt x="804" y="144"/>
                      <a:pt x="821" y="135"/>
                      <a:pt x="839" y="117"/>
                    </a:cubicBezTo>
                    <a:cubicBezTo>
                      <a:pt x="866" y="99"/>
                      <a:pt x="884" y="81"/>
                      <a:pt x="911" y="54"/>
                    </a:cubicBezTo>
                    <a:lnTo>
                      <a:pt x="911" y="340"/>
                    </a:lnTo>
                    <a:cubicBezTo>
                      <a:pt x="1080" y="277"/>
                      <a:pt x="1223" y="322"/>
                      <a:pt x="1303" y="438"/>
                    </a:cubicBezTo>
                    <a:lnTo>
                      <a:pt x="1767" y="1"/>
                    </a:lnTo>
                    <a:cubicBezTo>
                      <a:pt x="1794" y="108"/>
                      <a:pt x="1803" y="215"/>
                      <a:pt x="1803" y="295"/>
                    </a:cubicBezTo>
                    <a:lnTo>
                      <a:pt x="1392" y="688"/>
                    </a:lnTo>
                    <a:cubicBezTo>
                      <a:pt x="1392" y="706"/>
                      <a:pt x="1392" y="723"/>
                      <a:pt x="1392" y="750"/>
                    </a:cubicBezTo>
                    <a:cubicBezTo>
                      <a:pt x="1392" y="920"/>
                      <a:pt x="1339" y="1116"/>
                      <a:pt x="1250" y="1294"/>
                    </a:cubicBezTo>
                    <a:lnTo>
                      <a:pt x="1446" y="1491"/>
                    </a:lnTo>
                    <a:cubicBezTo>
                      <a:pt x="1384" y="1607"/>
                      <a:pt x="1312" y="1714"/>
                      <a:pt x="1232" y="1812"/>
                    </a:cubicBezTo>
                    <a:lnTo>
                      <a:pt x="1027" y="1607"/>
                    </a:lnTo>
                    <a:cubicBezTo>
                      <a:pt x="955" y="1687"/>
                      <a:pt x="875" y="1758"/>
                      <a:pt x="786" y="1803"/>
                    </a:cubicBezTo>
                    <a:cubicBezTo>
                      <a:pt x="697" y="1856"/>
                      <a:pt x="616" y="1883"/>
                      <a:pt x="545" y="1892"/>
                    </a:cubicBezTo>
                    <a:lnTo>
                      <a:pt x="251" y="2525"/>
                    </a:lnTo>
                    <a:cubicBezTo>
                      <a:pt x="215" y="2525"/>
                      <a:pt x="188" y="2534"/>
                      <a:pt x="161" y="2534"/>
                    </a:cubicBezTo>
                    <a:cubicBezTo>
                      <a:pt x="135" y="2534"/>
                      <a:pt x="108" y="2525"/>
                      <a:pt x="81" y="2525"/>
                    </a:cubicBezTo>
                    <a:lnTo>
                      <a:pt x="72" y="2525"/>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2983;p67">
                <a:extLst>
                  <a:ext uri="{FF2B5EF4-FFF2-40B4-BE49-F238E27FC236}">
                    <a16:creationId xmlns:a16="http://schemas.microsoft.com/office/drawing/2014/main" id="{EDA80B0F-90D6-3BCE-A8C6-870FCD4D7EB9}"/>
                  </a:ext>
                </a:extLst>
              </p:cNvPr>
              <p:cNvSpPr/>
              <p:nvPr/>
            </p:nvSpPr>
            <p:spPr>
              <a:xfrm>
                <a:off x="10808169" y="3398851"/>
                <a:ext cx="19208" cy="23256"/>
              </a:xfrm>
              <a:custGeom>
                <a:avLst/>
                <a:gdLst/>
                <a:ahLst/>
                <a:cxnLst/>
                <a:rect l="l" t="t" r="r" b="b"/>
                <a:pathLst>
                  <a:path w="465" h="563" extrusionOk="0">
                    <a:moveTo>
                      <a:pt x="1" y="366"/>
                    </a:moveTo>
                    <a:cubicBezTo>
                      <a:pt x="1" y="241"/>
                      <a:pt x="81" y="90"/>
                      <a:pt x="188" y="27"/>
                    </a:cubicBezTo>
                    <a:cubicBezTo>
                      <a:pt x="242" y="0"/>
                      <a:pt x="286" y="0"/>
                      <a:pt x="322" y="18"/>
                    </a:cubicBezTo>
                    <a:lnTo>
                      <a:pt x="322" y="18"/>
                    </a:lnTo>
                    <a:lnTo>
                      <a:pt x="322" y="18"/>
                    </a:lnTo>
                    <a:lnTo>
                      <a:pt x="465" y="98"/>
                    </a:lnTo>
                    <a:lnTo>
                      <a:pt x="188" y="562"/>
                    </a:lnTo>
                    <a:lnTo>
                      <a:pt x="54" y="482"/>
                    </a:lnTo>
                    <a:lnTo>
                      <a:pt x="54" y="482"/>
                    </a:lnTo>
                    <a:lnTo>
                      <a:pt x="54" y="482"/>
                    </a:lnTo>
                    <a:lnTo>
                      <a:pt x="54" y="482"/>
                    </a:lnTo>
                    <a:cubicBezTo>
                      <a:pt x="19" y="464"/>
                      <a:pt x="1" y="420"/>
                      <a:pt x="1" y="366"/>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2984;p67">
                <a:extLst>
                  <a:ext uri="{FF2B5EF4-FFF2-40B4-BE49-F238E27FC236}">
                    <a16:creationId xmlns:a16="http://schemas.microsoft.com/office/drawing/2014/main" id="{75380197-7B0B-CFB0-B292-97FF711C5045}"/>
                  </a:ext>
                </a:extLst>
              </p:cNvPr>
              <p:cNvSpPr/>
              <p:nvPr/>
            </p:nvSpPr>
            <p:spPr>
              <a:xfrm>
                <a:off x="10813704" y="3400668"/>
                <a:ext cx="15903" cy="23256"/>
              </a:xfrm>
              <a:custGeom>
                <a:avLst/>
                <a:gdLst/>
                <a:ahLst/>
                <a:cxnLst/>
                <a:rect l="l" t="t" r="r" b="b"/>
                <a:pathLst>
                  <a:path w="385" h="563" extrusionOk="0">
                    <a:moveTo>
                      <a:pt x="1" y="393"/>
                    </a:moveTo>
                    <a:cubicBezTo>
                      <a:pt x="1" y="518"/>
                      <a:pt x="81" y="563"/>
                      <a:pt x="188" y="509"/>
                    </a:cubicBezTo>
                    <a:cubicBezTo>
                      <a:pt x="295" y="447"/>
                      <a:pt x="384" y="295"/>
                      <a:pt x="384" y="170"/>
                    </a:cubicBezTo>
                    <a:cubicBezTo>
                      <a:pt x="384" y="54"/>
                      <a:pt x="295" y="1"/>
                      <a:pt x="188" y="63"/>
                    </a:cubicBezTo>
                    <a:cubicBezTo>
                      <a:pt x="81" y="126"/>
                      <a:pt x="1" y="277"/>
                      <a:pt x="1" y="393"/>
                    </a:cubicBez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2985;p67">
                <a:extLst>
                  <a:ext uri="{FF2B5EF4-FFF2-40B4-BE49-F238E27FC236}">
                    <a16:creationId xmlns:a16="http://schemas.microsoft.com/office/drawing/2014/main" id="{0CE60916-3241-6671-F453-014BA6FC9E0A}"/>
                  </a:ext>
                </a:extLst>
              </p:cNvPr>
              <p:cNvSpPr/>
              <p:nvPr/>
            </p:nvSpPr>
            <p:spPr>
              <a:xfrm>
                <a:off x="10562018" y="2567124"/>
                <a:ext cx="1236003" cy="1007531"/>
              </a:xfrm>
              <a:custGeom>
                <a:avLst/>
                <a:gdLst/>
                <a:ahLst/>
                <a:cxnLst/>
                <a:rect l="l" t="t" r="r" b="b"/>
                <a:pathLst>
                  <a:path w="29922" h="24391" extrusionOk="0">
                    <a:moveTo>
                      <a:pt x="1" y="19484"/>
                    </a:moveTo>
                    <a:lnTo>
                      <a:pt x="1" y="24391"/>
                    </a:lnTo>
                    <a:lnTo>
                      <a:pt x="4479" y="21920"/>
                    </a:lnTo>
                    <a:lnTo>
                      <a:pt x="4631" y="21821"/>
                    </a:lnTo>
                    <a:cubicBezTo>
                      <a:pt x="4595" y="21679"/>
                      <a:pt x="4577" y="21518"/>
                      <a:pt x="4577" y="21331"/>
                    </a:cubicBezTo>
                    <a:cubicBezTo>
                      <a:pt x="4577" y="20207"/>
                      <a:pt x="5371" y="18824"/>
                      <a:pt x="6352" y="18262"/>
                    </a:cubicBezTo>
                    <a:cubicBezTo>
                      <a:pt x="7289" y="17727"/>
                      <a:pt x="8056" y="18101"/>
                      <a:pt x="8128" y="19109"/>
                    </a:cubicBezTo>
                    <a:cubicBezTo>
                      <a:pt x="8137" y="19163"/>
                      <a:pt x="8137" y="19216"/>
                      <a:pt x="8137" y="19270"/>
                    </a:cubicBezTo>
                    <a:lnTo>
                      <a:pt x="8137" y="19279"/>
                    </a:lnTo>
                    <a:cubicBezTo>
                      <a:pt x="8137" y="19332"/>
                      <a:pt x="8137" y="19377"/>
                      <a:pt x="8128" y="19431"/>
                    </a:cubicBezTo>
                    <a:cubicBezTo>
                      <a:pt x="8128" y="19448"/>
                      <a:pt x="8128" y="19466"/>
                      <a:pt x="8128" y="19484"/>
                    </a:cubicBezTo>
                    <a:cubicBezTo>
                      <a:pt x="8119" y="19547"/>
                      <a:pt x="8119" y="19609"/>
                      <a:pt x="8110" y="19663"/>
                    </a:cubicBezTo>
                    <a:cubicBezTo>
                      <a:pt x="8101" y="19725"/>
                      <a:pt x="8092" y="19770"/>
                      <a:pt x="8083" y="19832"/>
                    </a:cubicBezTo>
                    <a:lnTo>
                      <a:pt x="8092" y="19823"/>
                    </a:lnTo>
                    <a:lnTo>
                      <a:pt x="17040" y="14435"/>
                    </a:lnTo>
                    <a:lnTo>
                      <a:pt x="23499" y="10545"/>
                    </a:lnTo>
                    <a:cubicBezTo>
                      <a:pt x="23490" y="10474"/>
                      <a:pt x="23490" y="10394"/>
                      <a:pt x="23490" y="10313"/>
                    </a:cubicBezTo>
                    <a:lnTo>
                      <a:pt x="23490" y="10295"/>
                    </a:lnTo>
                    <a:cubicBezTo>
                      <a:pt x="23490" y="10251"/>
                      <a:pt x="23490" y="10215"/>
                      <a:pt x="23490" y="10171"/>
                    </a:cubicBezTo>
                    <a:cubicBezTo>
                      <a:pt x="23490" y="10153"/>
                      <a:pt x="23490" y="10144"/>
                      <a:pt x="23499" y="10126"/>
                    </a:cubicBezTo>
                    <a:cubicBezTo>
                      <a:pt x="23499" y="10117"/>
                      <a:pt x="23499" y="10099"/>
                      <a:pt x="23499" y="10090"/>
                    </a:cubicBezTo>
                    <a:cubicBezTo>
                      <a:pt x="23508" y="10028"/>
                      <a:pt x="23508" y="9974"/>
                      <a:pt x="23525" y="9912"/>
                    </a:cubicBezTo>
                    <a:lnTo>
                      <a:pt x="23525" y="9903"/>
                    </a:lnTo>
                    <a:cubicBezTo>
                      <a:pt x="23534" y="9841"/>
                      <a:pt x="23543" y="9778"/>
                      <a:pt x="23552" y="9716"/>
                    </a:cubicBezTo>
                    <a:cubicBezTo>
                      <a:pt x="23766" y="8743"/>
                      <a:pt x="24453" y="7708"/>
                      <a:pt x="25274" y="7244"/>
                    </a:cubicBezTo>
                    <a:cubicBezTo>
                      <a:pt x="26112" y="6763"/>
                      <a:pt x="26817" y="7021"/>
                      <a:pt x="27005" y="7807"/>
                    </a:cubicBezTo>
                    <a:cubicBezTo>
                      <a:pt x="27014" y="7851"/>
                      <a:pt x="27022" y="7905"/>
                      <a:pt x="27031" y="7958"/>
                    </a:cubicBezTo>
                    <a:cubicBezTo>
                      <a:pt x="27040" y="8021"/>
                      <a:pt x="27049" y="8092"/>
                      <a:pt x="27049" y="8163"/>
                    </a:cubicBezTo>
                    <a:cubicBezTo>
                      <a:pt x="27049" y="8199"/>
                      <a:pt x="27049" y="8226"/>
                      <a:pt x="27049" y="8253"/>
                    </a:cubicBezTo>
                    <a:cubicBezTo>
                      <a:pt x="27049" y="8333"/>
                      <a:pt x="27049" y="8422"/>
                      <a:pt x="27040" y="8502"/>
                    </a:cubicBezTo>
                    <a:lnTo>
                      <a:pt x="29110" y="7307"/>
                    </a:lnTo>
                    <a:lnTo>
                      <a:pt x="29922" y="6843"/>
                    </a:lnTo>
                    <a:lnTo>
                      <a:pt x="29922" y="1963"/>
                    </a:lnTo>
                    <a:lnTo>
                      <a:pt x="25898" y="2820"/>
                    </a:lnTo>
                    <a:lnTo>
                      <a:pt x="24864" y="1"/>
                    </a:lnTo>
                    <a:lnTo>
                      <a:pt x="11562" y="8083"/>
                    </a:lnTo>
                    <a:lnTo>
                      <a:pt x="9983" y="12419"/>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2986;p67">
                <a:extLst>
                  <a:ext uri="{FF2B5EF4-FFF2-40B4-BE49-F238E27FC236}">
                    <a16:creationId xmlns:a16="http://schemas.microsoft.com/office/drawing/2014/main" id="{693583F2-43EB-4E41-6856-E7EAE35160DC}"/>
                  </a:ext>
                </a:extLst>
              </p:cNvPr>
              <p:cNvSpPr/>
              <p:nvPr/>
            </p:nvSpPr>
            <p:spPr>
              <a:xfrm>
                <a:off x="10987279" y="2716740"/>
                <a:ext cx="633492" cy="562360"/>
              </a:xfrm>
              <a:custGeom>
                <a:avLst/>
                <a:gdLst/>
                <a:ahLst/>
                <a:cxnLst/>
                <a:rect l="l" t="t" r="r" b="b"/>
                <a:pathLst>
                  <a:path w="15336" h="13614" extrusionOk="0">
                    <a:moveTo>
                      <a:pt x="0" y="9261"/>
                    </a:moveTo>
                    <a:lnTo>
                      <a:pt x="0" y="13614"/>
                    </a:lnTo>
                    <a:lnTo>
                      <a:pt x="170" y="13516"/>
                    </a:lnTo>
                    <a:lnTo>
                      <a:pt x="12900" y="5764"/>
                    </a:lnTo>
                    <a:cubicBezTo>
                      <a:pt x="12900" y="5746"/>
                      <a:pt x="12900" y="5737"/>
                      <a:pt x="12900" y="5719"/>
                    </a:cubicBezTo>
                    <a:cubicBezTo>
                      <a:pt x="12900" y="4595"/>
                      <a:pt x="13694" y="3212"/>
                      <a:pt x="14685" y="2650"/>
                    </a:cubicBezTo>
                    <a:cubicBezTo>
                      <a:pt x="14916" y="2516"/>
                      <a:pt x="15131" y="2436"/>
                      <a:pt x="15336" y="2409"/>
                    </a:cubicBezTo>
                    <a:lnTo>
                      <a:pt x="15336" y="1"/>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2987;p67">
                <a:extLst>
                  <a:ext uri="{FF2B5EF4-FFF2-40B4-BE49-F238E27FC236}">
                    <a16:creationId xmlns:a16="http://schemas.microsoft.com/office/drawing/2014/main" id="{4DBFC48F-7758-04F8-0788-EDBB3F67B4AE}"/>
                  </a:ext>
                </a:extLst>
              </p:cNvPr>
              <p:cNvSpPr/>
              <p:nvPr/>
            </p:nvSpPr>
            <p:spPr>
              <a:xfrm>
                <a:off x="10994259" y="2718227"/>
                <a:ext cx="619530" cy="548729"/>
              </a:xfrm>
              <a:custGeom>
                <a:avLst/>
                <a:gdLst/>
                <a:ahLst/>
                <a:cxnLst/>
                <a:rect l="l" t="t" r="r" b="b"/>
                <a:pathLst>
                  <a:path w="14998" h="13284" extrusionOk="0">
                    <a:moveTo>
                      <a:pt x="12562" y="5629"/>
                    </a:moveTo>
                    <a:cubicBezTo>
                      <a:pt x="12589" y="4461"/>
                      <a:pt x="13418" y="3051"/>
                      <a:pt x="14426" y="2462"/>
                    </a:cubicBezTo>
                    <a:cubicBezTo>
                      <a:pt x="14623" y="2355"/>
                      <a:pt x="14810" y="2275"/>
                      <a:pt x="14997" y="2230"/>
                    </a:cubicBezTo>
                    <a:lnTo>
                      <a:pt x="14997" y="0"/>
                    </a:lnTo>
                    <a:lnTo>
                      <a:pt x="1" y="9010"/>
                    </a:lnTo>
                    <a:lnTo>
                      <a:pt x="1" y="13284"/>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2988;p67">
                <a:extLst>
                  <a:ext uri="{FF2B5EF4-FFF2-40B4-BE49-F238E27FC236}">
                    <a16:creationId xmlns:a16="http://schemas.microsoft.com/office/drawing/2014/main" id="{78D9E45C-57B5-CBE8-0320-1AF1BE220DBB}"/>
                  </a:ext>
                </a:extLst>
              </p:cNvPr>
              <p:cNvSpPr/>
              <p:nvPr/>
            </p:nvSpPr>
            <p:spPr>
              <a:xfrm>
                <a:off x="10562018" y="2653002"/>
                <a:ext cx="1236003" cy="724120"/>
              </a:xfrm>
              <a:custGeom>
                <a:avLst/>
                <a:gdLst/>
                <a:ahLst/>
                <a:cxnLst/>
                <a:rect l="l" t="t" r="r" b="b"/>
                <a:pathLst>
                  <a:path w="29922" h="17530" extrusionOk="0">
                    <a:moveTo>
                      <a:pt x="1" y="17530"/>
                    </a:moveTo>
                    <a:lnTo>
                      <a:pt x="29922" y="0"/>
                    </a:lnTo>
                    <a:lnTo>
                      <a:pt x="25907" y="857"/>
                    </a:lnTo>
                    <a:lnTo>
                      <a:pt x="10295" y="10250"/>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2989;p67">
                <a:extLst>
                  <a:ext uri="{FF2B5EF4-FFF2-40B4-BE49-F238E27FC236}">
                    <a16:creationId xmlns:a16="http://schemas.microsoft.com/office/drawing/2014/main" id="{E5F475B5-9C70-F7AF-C19F-9B75C327DC0D}"/>
                  </a:ext>
                </a:extLst>
              </p:cNvPr>
              <p:cNvSpPr/>
              <p:nvPr/>
            </p:nvSpPr>
            <p:spPr>
              <a:xfrm>
                <a:off x="10562018" y="2648211"/>
                <a:ext cx="1236003" cy="723790"/>
              </a:xfrm>
              <a:custGeom>
                <a:avLst/>
                <a:gdLst/>
                <a:ahLst/>
                <a:cxnLst/>
                <a:rect l="l" t="t" r="r" b="b"/>
                <a:pathLst>
                  <a:path w="29922" h="17522" extrusionOk="0">
                    <a:moveTo>
                      <a:pt x="1" y="17521"/>
                    </a:moveTo>
                    <a:lnTo>
                      <a:pt x="29922" y="0"/>
                    </a:lnTo>
                    <a:lnTo>
                      <a:pt x="25907" y="857"/>
                    </a:lnTo>
                    <a:lnTo>
                      <a:pt x="10295" y="10242"/>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2990;p67">
                <a:extLst>
                  <a:ext uri="{FF2B5EF4-FFF2-40B4-BE49-F238E27FC236}">
                    <a16:creationId xmlns:a16="http://schemas.microsoft.com/office/drawing/2014/main" id="{2747BC92-190F-44C7-998C-A9DD7DB56958}"/>
                  </a:ext>
                </a:extLst>
              </p:cNvPr>
              <p:cNvSpPr/>
              <p:nvPr/>
            </p:nvSpPr>
            <p:spPr>
              <a:xfrm>
                <a:off x="10987279" y="2591082"/>
                <a:ext cx="633492" cy="480200"/>
              </a:xfrm>
              <a:custGeom>
                <a:avLst/>
                <a:gdLst/>
                <a:ahLst/>
                <a:cxnLst/>
                <a:rect l="l" t="t" r="r" b="b"/>
                <a:pathLst>
                  <a:path w="15336" h="11625" extrusionOk="0">
                    <a:moveTo>
                      <a:pt x="15336" y="2365"/>
                    </a:moveTo>
                    <a:lnTo>
                      <a:pt x="14390" y="1"/>
                    </a:lnTo>
                    <a:lnTo>
                      <a:pt x="1419" y="7887"/>
                    </a:lnTo>
                    <a:lnTo>
                      <a:pt x="0" y="11625"/>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2991;p67">
                <a:extLst>
                  <a:ext uri="{FF2B5EF4-FFF2-40B4-BE49-F238E27FC236}">
                    <a16:creationId xmlns:a16="http://schemas.microsoft.com/office/drawing/2014/main" id="{D142054F-7832-84EE-57F6-DC8ACAEA9ED7}"/>
                  </a:ext>
                </a:extLst>
              </p:cNvPr>
              <p:cNvSpPr/>
              <p:nvPr/>
            </p:nvSpPr>
            <p:spPr>
              <a:xfrm>
                <a:off x="11000910" y="2601038"/>
                <a:ext cx="611392" cy="454383"/>
              </a:xfrm>
              <a:custGeom>
                <a:avLst/>
                <a:gdLst/>
                <a:ahLst/>
                <a:cxnLst/>
                <a:rect l="l" t="t" r="r" b="b"/>
                <a:pathLst>
                  <a:path w="14801" h="11000" extrusionOk="0">
                    <a:moveTo>
                      <a:pt x="1" y="11000"/>
                    </a:moveTo>
                    <a:lnTo>
                      <a:pt x="2704" y="9367"/>
                    </a:lnTo>
                    <a:lnTo>
                      <a:pt x="9082" y="5514"/>
                    </a:lnTo>
                    <a:lnTo>
                      <a:pt x="12624" y="3364"/>
                    </a:lnTo>
                    <a:lnTo>
                      <a:pt x="14783" y="2061"/>
                    </a:lnTo>
                    <a:lnTo>
                      <a:pt x="14801" y="2052"/>
                    </a:lnTo>
                    <a:lnTo>
                      <a:pt x="13971" y="0"/>
                    </a:lnTo>
                    <a:lnTo>
                      <a:pt x="10242" y="2266"/>
                    </a:lnTo>
                    <a:lnTo>
                      <a:pt x="6709" y="4425"/>
                    </a:lnTo>
                    <a:lnTo>
                      <a:pt x="1223" y="7762"/>
                    </a:lnTo>
                    <a:lnTo>
                      <a:pt x="928" y="8547"/>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2992;p67">
                <a:extLst>
                  <a:ext uri="{FF2B5EF4-FFF2-40B4-BE49-F238E27FC236}">
                    <a16:creationId xmlns:a16="http://schemas.microsoft.com/office/drawing/2014/main" id="{6FD72D5C-EC40-01F4-AE68-B80B0B20C460}"/>
                  </a:ext>
                </a:extLst>
              </p:cNvPr>
              <p:cNvSpPr/>
              <p:nvPr/>
            </p:nvSpPr>
            <p:spPr>
              <a:xfrm>
                <a:off x="11039243" y="2783823"/>
                <a:ext cx="336863" cy="204183"/>
              </a:xfrm>
              <a:custGeom>
                <a:avLst/>
                <a:gdLst/>
                <a:ahLst/>
                <a:cxnLst/>
                <a:rect l="l" t="t" r="r" b="b"/>
                <a:pathLst>
                  <a:path w="8155" h="4943" extrusionOk="0">
                    <a:moveTo>
                      <a:pt x="0" y="4122"/>
                    </a:moveTo>
                    <a:lnTo>
                      <a:pt x="1776" y="4942"/>
                    </a:lnTo>
                    <a:lnTo>
                      <a:pt x="8154" y="1089"/>
                    </a:lnTo>
                    <a:lnTo>
                      <a:pt x="5781" y="0"/>
                    </a:lnTo>
                    <a:lnTo>
                      <a:pt x="295" y="3337"/>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2993;p67">
                <a:extLst>
                  <a:ext uri="{FF2B5EF4-FFF2-40B4-BE49-F238E27FC236}">
                    <a16:creationId xmlns:a16="http://schemas.microsoft.com/office/drawing/2014/main" id="{B348F576-8A4D-F2B6-2248-EFD60F8839E4}"/>
                  </a:ext>
                </a:extLst>
              </p:cNvPr>
              <p:cNvSpPr/>
              <p:nvPr/>
            </p:nvSpPr>
            <p:spPr>
              <a:xfrm>
                <a:off x="11522706" y="2601038"/>
                <a:ext cx="89224" cy="85176"/>
              </a:xfrm>
              <a:custGeom>
                <a:avLst/>
                <a:gdLst/>
                <a:ahLst/>
                <a:cxnLst/>
                <a:rect l="l" t="t" r="r" b="b"/>
                <a:pathLst>
                  <a:path w="2160" h="2062" extrusionOk="0">
                    <a:moveTo>
                      <a:pt x="1" y="821"/>
                    </a:moveTo>
                    <a:lnTo>
                      <a:pt x="2151" y="2061"/>
                    </a:lnTo>
                    <a:lnTo>
                      <a:pt x="2160" y="2052"/>
                    </a:lnTo>
                    <a:lnTo>
                      <a:pt x="1339"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2994;p67">
                <a:extLst>
                  <a:ext uri="{FF2B5EF4-FFF2-40B4-BE49-F238E27FC236}">
                    <a16:creationId xmlns:a16="http://schemas.microsoft.com/office/drawing/2014/main" id="{824DEF78-C2C6-603D-753C-EBE7C856A079}"/>
                  </a:ext>
                </a:extLst>
              </p:cNvPr>
              <p:cNvSpPr/>
              <p:nvPr/>
            </p:nvSpPr>
            <p:spPr>
              <a:xfrm>
                <a:off x="11423940" y="2601038"/>
                <a:ext cx="188362" cy="138958"/>
              </a:xfrm>
              <a:custGeom>
                <a:avLst/>
                <a:gdLst/>
                <a:ahLst/>
                <a:cxnLst/>
                <a:rect l="l" t="t" r="r" b="b"/>
                <a:pathLst>
                  <a:path w="4560" h="3364" extrusionOk="0">
                    <a:moveTo>
                      <a:pt x="1" y="2266"/>
                    </a:moveTo>
                    <a:lnTo>
                      <a:pt x="2383" y="3364"/>
                    </a:lnTo>
                    <a:lnTo>
                      <a:pt x="4542" y="2061"/>
                    </a:lnTo>
                    <a:lnTo>
                      <a:pt x="4560" y="2052"/>
                    </a:lnTo>
                    <a:lnTo>
                      <a:pt x="373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2995;p67">
                <a:extLst>
                  <a:ext uri="{FF2B5EF4-FFF2-40B4-BE49-F238E27FC236}">
                    <a16:creationId xmlns:a16="http://schemas.microsoft.com/office/drawing/2014/main" id="{C34939CF-3C99-E3EF-3396-6E5169659389}"/>
                  </a:ext>
                </a:extLst>
              </p:cNvPr>
              <p:cNvSpPr/>
              <p:nvPr/>
            </p:nvSpPr>
            <p:spPr>
              <a:xfrm>
                <a:off x="10169927" y="3148982"/>
                <a:ext cx="392132" cy="424930"/>
              </a:xfrm>
              <a:custGeom>
                <a:avLst/>
                <a:gdLst/>
                <a:ahLst/>
                <a:cxnLst/>
                <a:rect l="l" t="t" r="r" b="b"/>
                <a:pathLst>
                  <a:path w="9493" h="10287" extrusionOk="0">
                    <a:moveTo>
                      <a:pt x="9493" y="10287"/>
                    </a:moveTo>
                    <a:lnTo>
                      <a:pt x="1" y="4881"/>
                    </a:lnTo>
                    <a:lnTo>
                      <a:pt x="1" y="1"/>
                    </a:lnTo>
                    <a:lnTo>
                      <a:pt x="9493" y="5398"/>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2996;p67">
                <a:extLst>
                  <a:ext uri="{FF2B5EF4-FFF2-40B4-BE49-F238E27FC236}">
                    <a16:creationId xmlns:a16="http://schemas.microsoft.com/office/drawing/2014/main" id="{68E415D3-9C44-1706-E718-D324E930E8F9}"/>
                  </a:ext>
                </a:extLst>
              </p:cNvPr>
              <p:cNvSpPr/>
              <p:nvPr/>
            </p:nvSpPr>
            <p:spPr>
              <a:xfrm>
                <a:off x="10169927" y="2857144"/>
                <a:ext cx="804505" cy="514857"/>
              </a:xfrm>
              <a:custGeom>
                <a:avLst/>
                <a:gdLst/>
                <a:ahLst/>
                <a:cxnLst/>
                <a:rect l="l" t="t" r="r" b="b"/>
                <a:pathLst>
                  <a:path w="19476" h="12464" extrusionOk="0">
                    <a:moveTo>
                      <a:pt x="9493" y="12463"/>
                    </a:moveTo>
                    <a:lnTo>
                      <a:pt x="1" y="7066"/>
                    </a:lnTo>
                    <a:lnTo>
                      <a:pt x="9983" y="0"/>
                    </a:lnTo>
                    <a:lnTo>
                      <a:pt x="19475" y="5398"/>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2997;p67">
                <a:extLst>
                  <a:ext uri="{FF2B5EF4-FFF2-40B4-BE49-F238E27FC236}">
                    <a16:creationId xmlns:a16="http://schemas.microsoft.com/office/drawing/2014/main" id="{85F945C7-9814-5E53-381A-49C16C14125E}"/>
                  </a:ext>
                </a:extLst>
              </p:cNvPr>
              <p:cNvSpPr/>
              <p:nvPr/>
            </p:nvSpPr>
            <p:spPr>
              <a:xfrm>
                <a:off x="10647524" y="2343816"/>
                <a:ext cx="941563" cy="556866"/>
              </a:xfrm>
              <a:custGeom>
                <a:avLst/>
                <a:gdLst/>
                <a:ahLst/>
                <a:cxnLst/>
                <a:rect l="l" t="t" r="r" b="b"/>
                <a:pathLst>
                  <a:path w="22794" h="13481" extrusionOk="0">
                    <a:moveTo>
                      <a:pt x="9492" y="13480"/>
                    </a:moveTo>
                    <a:lnTo>
                      <a:pt x="22794" y="5407"/>
                    </a:lnTo>
                    <a:lnTo>
                      <a:pt x="13293" y="1"/>
                    </a:lnTo>
                    <a:lnTo>
                      <a:pt x="0" y="8083"/>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2998;p67">
                <a:extLst>
                  <a:ext uri="{FF2B5EF4-FFF2-40B4-BE49-F238E27FC236}">
                    <a16:creationId xmlns:a16="http://schemas.microsoft.com/office/drawing/2014/main" id="{E51C458D-64EC-18B9-22F2-FD112D7F4865}"/>
                  </a:ext>
                </a:extLst>
              </p:cNvPr>
              <p:cNvSpPr/>
              <p:nvPr/>
            </p:nvSpPr>
            <p:spPr>
              <a:xfrm>
                <a:off x="10647524" y="2343816"/>
                <a:ext cx="941563" cy="333889"/>
              </a:xfrm>
              <a:custGeom>
                <a:avLst/>
                <a:gdLst/>
                <a:ahLst/>
                <a:cxnLst/>
                <a:rect l="l" t="t" r="r" b="b"/>
                <a:pathLst>
                  <a:path w="22794" h="8083" extrusionOk="0">
                    <a:moveTo>
                      <a:pt x="22794" y="5407"/>
                    </a:moveTo>
                    <a:lnTo>
                      <a:pt x="0" y="8083"/>
                    </a:lnTo>
                    <a:lnTo>
                      <a:pt x="1329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2999;p67">
                <a:extLst>
                  <a:ext uri="{FF2B5EF4-FFF2-40B4-BE49-F238E27FC236}">
                    <a16:creationId xmlns:a16="http://schemas.microsoft.com/office/drawing/2014/main" id="{BC98A378-40CE-98B7-D47E-75A1BEADD211}"/>
                  </a:ext>
                </a:extLst>
              </p:cNvPr>
              <p:cNvSpPr/>
              <p:nvPr/>
            </p:nvSpPr>
            <p:spPr>
              <a:xfrm>
                <a:off x="10799701" y="2655935"/>
                <a:ext cx="634979" cy="245119"/>
              </a:xfrm>
              <a:custGeom>
                <a:avLst/>
                <a:gdLst/>
                <a:ahLst/>
                <a:cxnLst/>
                <a:rect l="l" t="t" r="r" b="b"/>
                <a:pathLst>
                  <a:path w="15372" h="5934" extrusionOk="0">
                    <a:moveTo>
                      <a:pt x="15372" y="1"/>
                    </a:moveTo>
                    <a:lnTo>
                      <a:pt x="1" y="2623"/>
                    </a:lnTo>
                    <a:lnTo>
                      <a:pt x="5808" y="5933"/>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3000;p67">
                <a:extLst>
                  <a:ext uri="{FF2B5EF4-FFF2-40B4-BE49-F238E27FC236}">
                    <a16:creationId xmlns:a16="http://schemas.microsoft.com/office/drawing/2014/main" id="{1B4A1BDE-C28C-849E-F06A-31D7146C0FB3}"/>
                  </a:ext>
                </a:extLst>
              </p:cNvPr>
              <p:cNvSpPr/>
              <p:nvPr/>
            </p:nvSpPr>
            <p:spPr>
              <a:xfrm>
                <a:off x="10608447" y="2708272"/>
                <a:ext cx="145609" cy="138215"/>
              </a:xfrm>
              <a:custGeom>
                <a:avLst/>
                <a:gdLst/>
                <a:ahLst/>
                <a:cxnLst/>
                <a:rect l="l" t="t" r="r" b="b"/>
                <a:pathLst>
                  <a:path w="3525" h="3346" extrusionOk="0">
                    <a:moveTo>
                      <a:pt x="1" y="3346"/>
                    </a:moveTo>
                    <a:lnTo>
                      <a:pt x="3524" y="1312"/>
                    </a:lnTo>
                    <a:lnTo>
                      <a:pt x="1214"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3001;p67">
                <a:extLst>
                  <a:ext uri="{FF2B5EF4-FFF2-40B4-BE49-F238E27FC236}">
                    <a16:creationId xmlns:a16="http://schemas.microsoft.com/office/drawing/2014/main" id="{08B39233-EC8B-1B21-F3A5-70826D1382B8}"/>
                  </a:ext>
                </a:extLst>
              </p:cNvPr>
              <p:cNvSpPr/>
              <p:nvPr/>
            </p:nvSpPr>
            <p:spPr>
              <a:xfrm>
                <a:off x="10788300" y="2814391"/>
                <a:ext cx="21026" cy="22513"/>
              </a:xfrm>
              <a:custGeom>
                <a:avLst/>
                <a:gdLst/>
                <a:ahLst/>
                <a:cxnLst/>
                <a:rect l="l" t="t" r="r" b="b"/>
                <a:pathLst>
                  <a:path w="509" h="545" extrusionOk="0">
                    <a:moveTo>
                      <a:pt x="36" y="322"/>
                    </a:moveTo>
                    <a:lnTo>
                      <a:pt x="384" y="527"/>
                    </a:lnTo>
                    <a:cubicBezTo>
                      <a:pt x="410" y="545"/>
                      <a:pt x="446" y="536"/>
                      <a:pt x="455" y="500"/>
                    </a:cubicBezTo>
                    <a:lnTo>
                      <a:pt x="500" y="366"/>
                    </a:lnTo>
                    <a:cubicBezTo>
                      <a:pt x="509" y="340"/>
                      <a:pt x="500" y="313"/>
                      <a:pt x="473" y="304"/>
                    </a:cubicBezTo>
                    <a:lnTo>
                      <a:pt x="330" y="215"/>
                    </a:lnTo>
                    <a:lnTo>
                      <a:pt x="419" y="27"/>
                    </a:lnTo>
                    <a:lnTo>
                      <a:pt x="366" y="1"/>
                    </a:lnTo>
                    <a:lnTo>
                      <a:pt x="277" y="188"/>
                    </a:lnTo>
                    <a:lnTo>
                      <a:pt x="125" y="99"/>
                    </a:lnTo>
                    <a:cubicBezTo>
                      <a:pt x="98" y="81"/>
                      <a:pt x="63" y="90"/>
                      <a:pt x="54" y="126"/>
                    </a:cubicBezTo>
                    <a:lnTo>
                      <a:pt x="9" y="259"/>
                    </a:lnTo>
                    <a:cubicBezTo>
                      <a:pt x="0" y="286"/>
                      <a:pt x="9" y="313"/>
                      <a:pt x="36" y="322"/>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3002;p67">
                <a:extLst>
                  <a:ext uri="{FF2B5EF4-FFF2-40B4-BE49-F238E27FC236}">
                    <a16:creationId xmlns:a16="http://schemas.microsoft.com/office/drawing/2014/main" id="{26A6094F-D1FD-8299-DDC1-AD21B1B6F21F}"/>
                  </a:ext>
                </a:extLst>
              </p:cNvPr>
              <p:cNvSpPr/>
              <p:nvPr/>
            </p:nvSpPr>
            <p:spPr>
              <a:xfrm>
                <a:off x="10607332" y="2834301"/>
                <a:ext cx="363754" cy="215253"/>
              </a:xfrm>
              <a:custGeom>
                <a:avLst/>
                <a:gdLst/>
                <a:ahLst/>
                <a:cxnLst/>
                <a:rect l="l" t="t" r="r" b="b"/>
                <a:pathLst>
                  <a:path w="8806" h="5211" extrusionOk="0">
                    <a:moveTo>
                      <a:pt x="1" y="322"/>
                    </a:moveTo>
                    <a:lnTo>
                      <a:pt x="536" y="0"/>
                    </a:lnTo>
                    <a:lnTo>
                      <a:pt x="8806" y="4675"/>
                    </a:lnTo>
                    <a:lnTo>
                      <a:pt x="8610" y="521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3003;p67">
                <a:extLst>
                  <a:ext uri="{FF2B5EF4-FFF2-40B4-BE49-F238E27FC236}">
                    <a16:creationId xmlns:a16="http://schemas.microsoft.com/office/drawing/2014/main" id="{ED3F6F19-EF16-0D07-CE7B-4A823FAC21A7}"/>
                  </a:ext>
                </a:extLst>
              </p:cNvPr>
              <p:cNvSpPr/>
              <p:nvPr/>
            </p:nvSpPr>
            <p:spPr>
              <a:xfrm>
                <a:off x="10700935" y="2900641"/>
                <a:ext cx="297827" cy="148914"/>
              </a:xfrm>
              <a:custGeom>
                <a:avLst/>
                <a:gdLst/>
                <a:ahLst/>
                <a:cxnLst/>
                <a:rect l="l" t="t" r="r" b="b"/>
                <a:pathLst>
                  <a:path w="7210" h="3605" extrusionOk="0">
                    <a:moveTo>
                      <a:pt x="7209" y="1240"/>
                    </a:moveTo>
                    <a:lnTo>
                      <a:pt x="1" y="0"/>
                    </a:lnTo>
                    <a:lnTo>
                      <a:pt x="6344" y="3604"/>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3004;p67">
                <a:extLst>
                  <a:ext uri="{FF2B5EF4-FFF2-40B4-BE49-F238E27FC236}">
                    <a16:creationId xmlns:a16="http://schemas.microsoft.com/office/drawing/2014/main" id="{63A96860-92B2-B571-644E-AEA6AA9F8080}"/>
                  </a:ext>
                </a:extLst>
              </p:cNvPr>
              <p:cNvSpPr/>
              <p:nvPr/>
            </p:nvSpPr>
            <p:spPr>
              <a:xfrm>
                <a:off x="10608076" y="2708272"/>
                <a:ext cx="405764" cy="201994"/>
              </a:xfrm>
              <a:custGeom>
                <a:avLst/>
                <a:gdLst/>
                <a:ahLst/>
                <a:cxnLst/>
                <a:rect l="l" t="t" r="r" b="b"/>
                <a:pathLst>
                  <a:path w="9823" h="4890" extrusionOk="0">
                    <a:moveTo>
                      <a:pt x="9823" y="4889"/>
                    </a:moveTo>
                    <a:lnTo>
                      <a:pt x="1" y="3373"/>
                    </a:lnTo>
                    <a:lnTo>
                      <a:pt x="122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3005;p67">
                <a:extLst>
                  <a:ext uri="{FF2B5EF4-FFF2-40B4-BE49-F238E27FC236}">
                    <a16:creationId xmlns:a16="http://schemas.microsoft.com/office/drawing/2014/main" id="{0B12F18D-89DF-B197-1F62-76A309E63261}"/>
                  </a:ext>
                </a:extLst>
              </p:cNvPr>
              <p:cNvSpPr/>
              <p:nvPr/>
            </p:nvSpPr>
            <p:spPr>
              <a:xfrm>
                <a:off x="10784211" y="2800016"/>
                <a:ext cx="53493" cy="54609"/>
              </a:xfrm>
              <a:custGeom>
                <a:avLst/>
                <a:gdLst/>
                <a:ahLst/>
                <a:cxnLst/>
                <a:rect l="l" t="t" r="r" b="b"/>
                <a:pathLst>
                  <a:path w="1295" h="1322" extrusionOk="0">
                    <a:moveTo>
                      <a:pt x="81" y="759"/>
                    </a:moveTo>
                    <a:lnTo>
                      <a:pt x="964" y="1285"/>
                    </a:lnTo>
                    <a:cubicBezTo>
                      <a:pt x="1045" y="1321"/>
                      <a:pt x="1134" y="1285"/>
                      <a:pt x="1161" y="1205"/>
                    </a:cubicBezTo>
                    <a:lnTo>
                      <a:pt x="1277" y="866"/>
                    </a:lnTo>
                    <a:cubicBezTo>
                      <a:pt x="1295" y="804"/>
                      <a:pt x="1268" y="732"/>
                      <a:pt x="1214" y="705"/>
                    </a:cubicBezTo>
                    <a:lnTo>
                      <a:pt x="840" y="482"/>
                    </a:lnTo>
                    <a:lnTo>
                      <a:pt x="1027" y="81"/>
                    </a:lnTo>
                    <a:lnTo>
                      <a:pt x="893" y="1"/>
                    </a:lnTo>
                    <a:lnTo>
                      <a:pt x="706" y="402"/>
                    </a:lnTo>
                    <a:lnTo>
                      <a:pt x="322" y="179"/>
                    </a:lnTo>
                    <a:cubicBezTo>
                      <a:pt x="251" y="135"/>
                      <a:pt x="153" y="170"/>
                      <a:pt x="135" y="250"/>
                    </a:cubicBezTo>
                    <a:lnTo>
                      <a:pt x="19" y="598"/>
                    </a:lnTo>
                    <a:cubicBezTo>
                      <a:pt x="1" y="661"/>
                      <a:pt x="28" y="732"/>
                      <a:pt x="81" y="759"/>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3006;p67">
                <a:extLst>
                  <a:ext uri="{FF2B5EF4-FFF2-40B4-BE49-F238E27FC236}">
                    <a16:creationId xmlns:a16="http://schemas.microsoft.com/office/drawing/2014/main" id="{330456C7-1330-35A8-99EB-D29633DBA9C1}"/>
                  </a:ext>
                </a:extLst>
              </p:cNvPr>
              <p:cNvSpPr/>
              <p:nvPr/>
            </p:nvSpPr>
            <p:spPr>
              <a:xfrm>
                <a:off x="10260597" y="2888455"/>
                <a:ext cx="658565" cy="437446"/>
              </a:xfrm>
              <a:custGeom>
                <a:avLst/>
                <a:gdLst/>
                <a:ahLst/>
                <a:cxnLst/>
                <a:rect l="l" t="t" r="r" b="b"/>
                <a:pathLst>
                  <a:path w="15943" h="10590" extrusionOk="0">
                    <a:moveTo>
                      <a:pt x="15942" y="3881"/>
                    </a:moveTo>
                    <a:lnTo>
                      <a:pt x="5335" y="10590"/>
                    </a:lnTo>
                    <a:lnTo>
                      <a:pt x="0" y="7557"/>
                    </a:lnTo>
                    <a:lnTo>
                      <a:pt x="9126" y="1"/>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3007;p67">
                <a:extLst>
                  <a:ext uri="{FF2B5EF4-FFF2-40B4-BE49-F238E27FC236}">
                    <a16:creationId xmlns:a16="http://schemas.microsoft.com/office/drawing/2014/main" id="{B8B5A7FB-C10F-FADE-6FB0-8A1799860303}"/>
                  </a:ext>
                </a:extLst>
              </p:cNvPr>
              <p:cNvSpPr/>
              <p:nvPr/>
            </p:nvSpPr>
            <p:spPr>
              <a:xfrm>
                <a:off x="10253203" y="2884035"/>
                <a:ext cx="658194" cy="437446"/>
              </a:xfrm>
              <a:custGeom>
                <a:avLst/>
                <a:gdLst/>
                <a:ahLst/>
                <a:cxnLst/>
                <a:rect l="l" t="t" r="r" b="b"/>
                <a:pathLst>
                  <a:path w="15934" h="10590" extrusionOk="0">
                    <a:moveTo>
                      <a:pt x="15934" y="3881"/>
                    </a:moveTo>
                    <a:lnTo>
                      <a:pt x="5327" y="10590"/>
                    </a:lnTo>
                    <a:lnTo>
                      <a:pt x="1" y="7557"/>
                    </a:lnTo>
                    <a:lnTo>
                      <a:pt x="9118" y="1"/>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3008;p67">
                <a:extLst>
                  <a:ext uri="{FF2B5EF4-FFF2-40B4-BE49-F238E27FC236}">
                    <a16:creationId xmlns:a16="http://schemas.microsoft.com/office/drawing/2014/main" id="{ACFB0A56-B845-D717-949C-E2377CFE3469}"/>
                  </a:ext>
                </a:extLst>
              </p:cNvPr>
              <p:cNvSpPr/>
              <p:nvPr/>
            </p:nvSpPr>
            <p:spPr>
              <a:xfrm>
                <a:off x="9987102" y="2710845"/>
                <a:ext cx="405391" cy="303693"/>
              </a:xfrm>
              <a:custGeom>
                <a:avLst/>
                <a:gdLst/>
                <a:ahLst/>
                <a:cxnLst/>
                <a:rect l="l" t="t" r="r" b="b"/>
                <a:pathLst>
                  <a:path w="9814" h="7352" extrusionOk="0">
                    <a:moveTo>
                      <a:pt x="170" y="7352"/>
                    </a:moveTo>
                    <a:lnTo>
                      <a:pt x="9814" y="99"/>
                    </a:lnTo>
                    <a:lnTo>
                      <a:pt x="9662" y="1"/>
                    </a:lnTo>
                    <a:lnTo>
                      <a:pt x="0" y="7253"/>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3009;p67">
                <a:extLst>
                  <a:ext uri="{FF2B5EF4-FFF2-40B4-BE49-F238E27FC236}">
                    <a16:creationId xmlns:a16="http://schemas.microsoft.com/office/drawing/2014/main" id="{A3E2944F-C50A-7E4F-9E4D-F56B5F8E1A3B}"/>
                  </a:ext>
                </a:extLst>
              </p:cNvPr>
              <p:cNvSpPr/>
              <p:nvPr/>
            </p:nvSpPr>
            <p:spPr>
              <a:xfrm>
                <a:off x="10866785" y="3041045"/>
                <a:ext cx="19580" cy="16606"/>
              </a:xfrm>
              <a:custGeom>
                <a:avLst/>
                <a:gdLst/>
                <a:ahLst/>
                <a:cxnLst/>
                <a:rect l="l" t="t" r="r" b="b"/>
                <a:pathLst>
                  <a:path w="474" h="402" extrusionOk="0">
                    <a:moveTo>
                      <a:pt x="0" y="366"/>
                    </a:moveTo>
                    <a:lnTo>
                      <a:pt x="411" y="0"/>
                    </a:lnTo>
                    <a:lnTo>
                      <a:pt x="473" y="36"/>
                    </a:lnTo>
                    <a:lnTo>
                      <a:pt x="63" y="40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3010;p67">
                <a:extLst>
                  <a:ext uri="{FF2B5EF4-FFF2-40B4-BE49-F238E27FC236}">
                    <a16:creationId xmlns:a16="http://schemas.microsoft.com/office/drawing/2014/main" id="{0BE7FA66-B7FC-EA5D-1B72-8C6812E80D44}"/>
                  </a:ext>
                </a:extLst>
              </p:cNvPr>
              <p:cNvSpPr/>
              <p:nvPr/>
            </p:nvSpPr>
            <p:spPr>
              <a:xfrm>
                <a:off x="10860506" y="3037327"/>
                <a:ext cx="19208" cy="16647"/>
              </a:xfrm>
              <a:custGeom>
                <a:avLst/>
                <a:gdLst/>
                <a:ahLst/>
                <a:cxnLst/>
                <a:rect l="l" t="t" r="r" b="b"/>
                <a:pathLst>
                  <a:path w="465" h="403" extrusionOk="0">
                    <a:moveTo>
                      <a:pt x="1" y="358"/>
                    </a:moveTo>
                    <a:lnTo>
                      <a:pt x="402" y="1"/>
                    </a:lnTo>
                    <a:lnTo>
                      <a:pt x="465" y="37"/>
                    </a:lnTo>
                    <a:lnTo>
                      <a:pt x="63"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3011;p67">
                <a:extLst>
                  <a:ext uri="{FF2B5EF4-FFF2-40B4-BE49-F238E27FC236}">
                    <a16:creationId xmlns:a16="http://schemas.microsoft.com/office/drawing/2014/main" id="{7CB170A5-22C7-5E30-36D0-08C35CDD05CF}"/>
                  </a:ext>
                </a:extLst>
              </p:cNvPr>
              <p:cNvSpPr/>
              <p:nvPr/>
            </p:nvSpPr>
            <p:spPr>
              <a:xfrm>
                <a:off x="10853897" y="3033651"/>
                <a:ext cx="19538" cy="16647"/>
              </a:xfrm>
              <a:custGeom>
                <a:avLst/>
                <a:gdLst/>
                <a:ahLst/>
                <a:cxnLst/>
                <a:rect l="l" t="t" r="r" b="b"/>
                <a:pathLst>
                  <a:path w="473" h="403" extrusionOk="0">
                    <a:moveTo>
                      <a:pt x="0" y="357"/>
                    </a:moveTo>
                    <a:lnTo>
                      <a:pt x="410" y="1"/>
                    </a:lnTo>
                    <a:lnTo>
                      <a:pt x="473" y="36"/>
                    </a:lnTo>
                    <a:lnTo>
                      <a:pt x="63"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3012;p67">
                <a:extLst>
                  <a:ext uri="{FF2B5EF4-FFF2-40B4-BE49-F238E27FC236}">
                    <a16:creationId xmlns:a16="http://schemas.microsoft.com/office/drawing/2014/main" id="{EB4CD966-2F4D-9EA8-17A5-F6CA58C7281F}"/>
                  </a:ext>
                </a:extLst>
              </p:cNvPr>
              <p:cNvSpPr/>
              <p:nvPr/>
            </p:nvSpPr>
            <p:spPr>
              <a:xfrm>
                <a:off x="10847618" y="3029975"/>
                <a:ext cx="19208" cy="16234"/>
              </a:xfrm>
              <a:custGeom>
                <a:avLst/>
                <a:gdLst/>
                <a:ahLst/>
                <a:cxnLst/>
                <a:rect l="l" t="t" r="r" b="b"/>
                <a:pathLst>
                  <a:path w="465" h="393" extrusionOk="0">
                    <a:moveTo>
                      <a:pt x="0" y="357"/>
                    </a:moveTo>
                    <a:lnTo>
                      <a:pt x="402" y="0"/>
                    </a:lnTo>
                    <a:lnTo>
                      <a:pt x="464" y="36"/>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3013;p67">
                <a:extLst>
                  <a:ext uri="{FF2B5EF4-FFF2-40B4-BE49-F238E27FC236}">
                    <a16:creationId xmlns:a16="http://schemas.microsoft.com/office/drawing/2014/main" id="{AA1D297D-B617-65C7-415F-A9686CFA2187}"/>
                  </a:ext>
                </a:extLst>
              </p:cNvPr>
              <p:cNvSpPr/>
              <p:nvPr/>
            </p:nvSpPr>
            <p:spPr>
              <a:xfrm>
                <a:off x="10840967" y="3026298"/>
                <a:ext cx="19580" cy="16234"/>
              </a:xfrm>
              <a:custGeom>
                <a:avLst/>
                <a:gdLst/>
                <a:ahLst/>
                <a:cxnLst/>
                <a:rect l="l" t="t" r="r" b="b"/>
                <a:pathLst>
                  <a:path w="474" h="393" extrusionOk="0">
                    <a:moveTo>
                      <a:pt x="1" y="357"/>
                    </a:moveTo>
                    <a:lnTo>
                      <a:pt x="411" y="0"/>
                    </a:lnTo>
                    <a:lnTo>
                      <a:pt x="474" y="36"/>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3014;p67">
                <a:extLst>
                  <a:ext uri="{FF2B5EF4-FFF2-40B4-BE49-F238E27FC236}">
                    <a16:creationId xmlns:a16="http://schemas.microsoft.com/office/drawing/2014/main" id="{17A40CB0-D420-D17E-0AB0-82F766CFDDFA}"/>
                  </a:ext>
                </a:extLst>
              </p:cNvPr>
              <p:cNvSpPr/>
              <p:nvPr/>
            </p:nvSpPr>
            <p:spPr>
              <a:xfrm>
                <a:off x="10834730" y="3022581"/>
                <a:ext cx="19208" cy="16275"/>
              </a:xfrm>
              <a:custGeom>
                <a:avLst/>
                <a:gdLst/>
                <a:ahLst/>
                <a:cxnLst/>
                <a:rect l="l" t="t" r="r" b="b"/>
                <a:pathLst>
                  <a:path w="465" h="394" extrusionOk="0">
                    <a:moveTo>
                      <a:pt x="0" y="358"/>
                    </a:moveTo>
                    <a:lnTo>
                      <a:pt x="402" y="1"/>
                    </a:lnTo>
                    <a:lnTo>
                      <a:pt x="464" y="37"/>
                    </a:lnTo>
                    <a:lnTo>
                      <a:pt x="63" y="394"/>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3015;p67">
                <a:extLst>
                  <a:ext uri="{FF2B5EF4-FFF2-40B4-BE49-F238E27FC236}">
                    <a16:creationId xmlns:a16="http://schemas.microsoft.com/office/drawing/2014/main" id="{C5C4C0E6-46F0-80FA-CB0B-AAF0598B9A72}"/>
                  </a:ext>
                </a:extLst>
              </p:cNvPr>
              <p:cNvSpPr/>
              <p:nvPr/>
            </p:nvSpPr>
            <p:spPr>
              <a:xfrm>
                <a:off x="10828079" y="3018904"/>
                <a:ext cx="19580" cy="16275"/>
              </a:xfrm>
              <a:custGeom>
                <a:avLst/>
                <a:gdLst/>
                <a:ahLst/>
                <a:cxnLst/>
                <a:rect l="l" t="t" r="r" b="b"/>
                <a:pathLst>
                  <a:path w="474" h="394" extrusionOk="0">
                    <a:moveTo>
                      <a:pt x="1" y="358"/>
                    </a:moveTo>
                    <a:lnTo>
                      <a:pt x="411" y="1"/>
                    </a:lnTo>
                    <a:lnTo>
                      <a:pt x="473" y="36"/>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3016;p67">
                <a:extLst>
                  <a:ext uri="{FF2B5EF4-FFF2-40B4-BE49-F238E27FC236}">
                    <a16:creationId xmlns:a16="http://schemas.microsoft.com/office/drawing/2014/main" id="{4523ACDD-F25D-98C6-551B-7F1F72147FE8}"/>
                  </a:ext>
                </a:extLst>
              </p:cNvPr>
              <p:cNvSpPr/>
              <p:nvPr/>
            </p:nvSpPr>
            <p:spPr>
              <a:xfrm>
                <a:off x="10821470" y="3015228"/>
                <a:ext cx="19538" cy="16275"/>
              </a:xfrm>
              <a:custGeom>
                <a:avLst/>
                <a:gdLst/>
                <a:ahLst/>
                <a:cxnLst/>
                <a:rect l="l" t="t" r="r" b="b"/>
                <a:pathLst>
                  <a:path w="473" h="394" extrusionOk="0">
                    <a:moveTo>
                      <a:pt x="0" y="357"/>
                    </a:moveTo>
                    <a:lnTo>
                      <a:pt x="410" y="1"/>
                    </a:lnTo>
                    <a:lnTo>
                      <a:pt x="473" y="36"/>
                    </a:lnTo>
                    <a:lnTo>
                      <a:pt x="71"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3017;p67">
                <a:extLst>
                  <a:ext uri="{FF2B5EF4-FFF2-40B4-BE49-F238E27FC236}">
                    <a16:creationId xmlns:a16="http://schemas.microsoft.com/office/drawing/2014/main" id="{AACA96A4-0D50-F30B-BFE2-BCF58A098070}"/>
                  </a:ext>
                </a:extLst>
              </p:cNvPr>
              <p:cNvSpPr/>
              <p:nvPr/>
            </p:nvSpPr>
            <p:spPr>
              <a:xfrm>
                <a:off x="10815191" y="3011552"/>
                <a:ext cx="19580" cy="16234"/>
              </a:xfrm>
              <a:custGeom>
                <a:avLst/>
                <a:gdLst/>
                <a:ahLst/>
                <a:cxnLst/>
                <a:rect l="l" t="t" r="r" b="b"/>
                <a:pathLst>
                  <a:path w="474" h="393" extrusionOk="0">
                    <a:moveTo>
                      <a:pt x="0" y="357"/>
                    </a:moveTo>
                    <a:lnTo>
                      <a:pt x="411" y="0"/>
                    </a:lnTo>
                    <a:lnTo>
                      <a:pt x="473" y="36"/>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3018;p67">
                <a:extLst>
                  <a:ext uri="{FF2B5EF4-FFF2-40B4-BE49-F238E27FC236}">
                    <a16:creationId xmlns:a16="http://schemas.microsoft.com/office/drawing/2014/main" id="{C56E22B2-7E35-D95D-50BF-6618107EE9F9}"/>
                  </a:ext>
                </a:extLst>
              </p:cNvPr>
              <p:cNvSpPr/>
              <p:nvPr/>
            </p:nvSpPr>
            <p:spPr>
              <a:xfrm>
                <a:off x="10808541" y="3007875"/>
                <a:ext cx="19580" cy="16234"/>
              </a:xfrm>
              <a:custGeom>
                <a:avLst/>
                <a:gdLst/>
                <a:ahLst/>
                <a:cxnLst/>
                <a:rect l="l" t="t" r="r" b="b"/>
                <a:pathLst>
                  <a:path w="474" h="393" extrusionOk="0">
                    <a:moveTo>
                      <a:pt x="1" y="357"/>
                    </a:moveTo>
                    <a:lnTo>
                      <a:pt x="411" y="0"/>
                    </a:lnTo>
                    <a:lnTo>
                      <a:pt x="474" y="36"/>
                    </a:lnTo>
                    <a:lnTo>
                      <a:pt x="72"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3019;p67">
                <a:extLst>
                  <a:ext uri="{FF2B5EF4-FFF2-40B4-BE49-F238E27FC236}">
                    <a16:creationId xmlns:a16="http://schemas.microsoft.com/office/drawing/2014/main" id="{49B22D59-B4D5-8262-A0BC-ABA38B2417D3}"/>
                  </a:ext>
                </a:extLst>
              </p:cNvPr>
              <p:cNvSpPr/>
              <p:nvPr/>
            </p:nvSpPr>
            <p:spPr>
              <a:xfrm>
                <a:off x="10802304" y="3004157"/>
                <a:ext cx="19538" cy="16275"/>
              </a:xfrm>
              <a:custGeom>
                <a:avLst/>
                <a:gdLst/>
                <a:ahLst/>
                <a:cxnLst/>
                <a:rect l="l" t="t" r="r" b="b"/>
                <a:pathLst>
                  <a:path w="473" h="394" extrusionOk="0">
                    <a:moveTo>
                      <a:pt x="0" y="358"/>
                    </a:moveTo>
                    <a:lnTo>
                      <a:pt x="410" y="1"/>
                    </a:lnTo>
                    <a:lnTo>
                      <a:pt x="473" y="37"/>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3020;p67">
                <a:extLst>
                  <a:ext uri="{FF2B5EF4-FFF2-40B4-BE49-F238E27FC236}">
                    <a16:creationId xmlns:a16="http://schemas.microsoft.com/office/drawing/2014/main" id="{728CA8A0-DB32-B45D-CF04-10A93E67420D}"/>
                  </a:ext>
                </a:extLst>
              </p:cNvPr>
              <p:cNvSpPr/>
              <p:nvPr/>
            </p:nvSpPr>
            <p:spPr>
              <a:xfrm>
                <a:off x="10795653" y="3000481"/>
                <a:ext cx="19580" cy="16275"/>
              </a:xfrm>
              <a:custGeom>
                <a:avLst/>
                <a:gdLst/>
                <a:ahLst/>
                <a:cxnLst/>
                <a:rect l="l" t="t" r="r" b="b"/>
                <a:pathLst>
                  <a:path w="474" h="394" extrusionOk="0">
                    <a:moveTo>
                      <a:pt x="1" y="358"/>
                    </a:moveTo>
                    <a:lnTo>
                      <a:pt x="411" y="1"/>
                    </a:lnTo>
                    <a:lnTo>
                      <a:pt x="473" y="36"/>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3021;p67">
                <a:extLst>
                  <a:ext uri="{FF2B5EF4-FFF2-40B4-BE49-F238E27FC236}">
                    <a16:creationId xmlns:a16="http://schemas.microsoft.com/office/drawing/2014/main" id="{CDD69711-CB2D-B01F-E4EB-7D0C38D56C36}"/>
                  </a:ext>
                </a:extLst>
              </p:cNvPr>
              <p:cNvSpPr/>
              <p:nvPr/>
            </p:nvSpPr>
            <p:spPr>
              <a:xfrm>
                <a:off x="10789374" y="2996433"/>
                <a:ext cx="19580" cy="16647"/>
              </a:xfrm>
              <a:custGeom>
                <a:avLst/>
                <a:gdLst/>
                <a:ahLst/>
                <a:cxnLst/>
                <a:rect l="l" t="t" r="r" b="b"/>
                <a:pathLst>
                  <a:path w="474" h="403" extrusionOk="0">
                    <a:moveTo>
                      <a:pt x="1" y="366"/>
                    </a:moveTo>
                    <a:lnTo>
                      <a:pt x="411" y="1"/>
                    </a:lnTo>
                    <a:lnTo>
                      <a:pt x="474" y="45"/>
                    </a:lnTo>
                    <a:lnTo>
                      <a:pt x="63"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3022;p67">
                <a:extLst>
                  <a:ext uri="{FF2B5EF4-FFF2-40B4-BE49-F238E27FC236}">
                    <a16:creationId xmlns:a16="http://schemas.microsoft.com/office/drawing/2014/main" id="{C20A59ED-8C76-B2D5-74B3-02CDAB41E86F}"/>
                  </a:ext>
                </a:extLst>
              </p:cNvPr>
              <p:cNvSpPr/>
              <p:nvPr/>
            </p:nvSpPr>
            <p:spPr>
              <a:xfrm>
                <a:off x="10782765" y="2992757"/>
                <a:ext cx="19580" cy="16606"/>
              </a:xfrm>
              <a:custGeom>
                <a:avLst/>
                <a:gdLst/>
                <a:ahLst/>
                <a:cxnLst/>
                <a:rect l="l" t="t" r="r" b="b"/>
                <a:pathLst>
                  <a:path w="474" h="402" extrusionOk="0">
                    <a:moveTo>
                      <a:pt x="0" y="366"/>
                    </a:moveTo>
                    <a:lnTo>
                      <a:pt x="411" y="0"/>
                    </a:lnTo>
                    <a:lnTo>
                      <a:pt x="473" y="45"/>
                    </a:lnTo>
                    <a:lnTo>
                      <a:pt x="63"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3023;p67">
                <a:extLst>
                  <a:ext uri="{FF2B5EF4-FFF2-40B4-BE49-F238E27FC236}">
                    <a16:creationId xmlns:a16="http://schemas.microsoft.com/office/drawing/2014/main" id="{94DB390E-D6B7-31DB-5606-222A101AB392}"/>
                  </a:ext>
                </a:extLst>
              </p:cNvPr>
              <p:cNvSpPr/>
              <p:nvPr/>
            </p:nvSpPr>
            <p:spPr>
              <a:xfrm>
                <a:off x="10776486" y="2989080"/>
                <a:ext cx="19580" cy="16606"/>
              </a:xfrm>
              <a:custGeom>
                <a:avLst/>
                <a:gdLst/>
                <a:ahLst/>
                <a:cxnLst/>
                <a:rect l="l" t="t" r="r" b="b"/>
                <a:pathLst>
                  <a:path w="474" h="402" extrusionOk="0">
                    <a:moveTo>
                      <a:pt x="1" y="366"/>
                    </a:moveTo>
                    <a:lnTo>
                      <a:pt x="402" y="0"/>
                    </a:lnTo>
                    <a:lnTo>
                      <a:pt x="473" y="36"/>
                    </a:lnTo>
                    <a:lnTo>
                      <a:pt x="63"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3024;p67">
                <a:extLst>
                  <a:ext uri="{FF2B5EF4-FFF2-40B4-BE49-F238E27FC236}">
                    <a16:creationId xmlns:a16="http://schemas.microsoft.com/office/drawing/2014/main" id="{49C28187-B6B8-5C77-F4AA-41247BA2C4C9}"/>
                  </a:ext>
                </a:extLst>
              </p:cNvPr>
              <p:cNvSpPr/>
              <p:nvPr/>
            </p:nvSpPr>
            <p:spPr>
              <a:xfrm>
                <a:off x="10769877" y="2985363"/>
                <a:ext cx="19538" cy="16647"/>
              </a:xfrm>
              <a:custGeom>
                <a:avLst/>
                <a:gdLst/>
                <a:ahLst/>
                <a:cxnLst/>
                <a:rect l="l" t="t" r="r" b="b"/>
                <a:pathLst>
                  <a:path w="473" h="403" extrusionOk="0">
                    <a:moveTo>
                      <a:pt x="0" y="367"/>
                    </a:moveTo>
                    <a:lnTo>
                      <a:pt x="410" y="1"/>
                    </a:lnTo>
                    <a:lnTo>
                      <a:pt x="473" y="37"/>
                    </a:lnTo>
                    <a:lnTo>
                      <a:pt x="63"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3025;p67">
                <a:extLst>
                  <a:ext uri="{FF2B5EF4-FFF2-40B4-BE49-F238E27FC236}">
                    <a16:creationId xmlns:a16="http://schemas.microsoft.com/office/drawing/2014/main" id="{2F6A0C38-32D4-1867-2D0C-9F3ACDE7247F}"/>
                  </a:ext>
                </a:extLst>
              </p:cNvPr>
              <p:cNvSpPr/>
              <p:nvPr/>
            </p:nvSpPr>
            <p:spPr>
              <a:xfrm>
                <a:off x="10763598" y="2981686"/>
                <a:ext cx="19580" cy="16647"/>
              </a:xfrm>
              <a:custGeom>
                <a:avLst/>
                <a:gdLst/>
                <a:ahLst/>
                <a:cxnLst/>
                <a:rect l="l" t="t" r="r" b="b"/>
                <a:pathLst>
                  <a:path w="474" h="403" extrusionOk="0">
                    <a:moveTo>
                      <a:pt x="0" y="367"/>
                    </a:moveTo>
                    <a:lnTo>
                      <a:pt x="402" y="1"/>
                    </a:lnTo>
                    <a:lnTo>
                      <a:pt x="473" y="36"/>
                    </a:lnTo>
                    <a:lnTo>
                      <a:pt x="63"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3026;p67">
                <a:extLst>
                  <a:ext uri="{FF2B5EF4-FFF2-40B4-BE49-F238E27FC236}">
                    <a16:creationId xmlns:a16="http://schemas.microsoft.com/office/drawing/2014/main" id="{ECF3CC04-0BC7-9FF2-AD68-5E27B1593B62}"/>
                  </a:ext>
                </a:extLst>
              </p:cNvPr>
              <p:cNvSpPr/>
              <p:nvPr/>
            </p:nvSpPr>
            <p:spPr>
              <a:xfrm>
                <a:off x="10756948" y="2978010"/>
                <a:ext cx="19580" cy="16606"/>
              </a:xfrm>
              <a:custGeom>
                <a:avLst/>
                <a:gdLst/>
                <a:ahLst/>
                <a:cxnLst/>
                <a:rect l="l" t="t" r="r" b="b"/>
                <a:pathLst>
                  <a:path w="474" h="402" extrusionOk="0">
                    <a:moveTo>
                      <a:pt x="1" y="366"/>
                    </a:moveTo>
                    <a:lnTo>
                      <a:pt x="411" y="1"/>
                    </a:lnTo>
                    <a:lnTo>
                      <a:pt x="474" y="36"/>
                    </a:lnTo>
                    <a:lnTo>
                      <a:pt x="63"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3027;p67">
                <a:extLst>
                  <a:ext uri="{FF2B5EF4-FFF2-40B4-BE49-F238E27FC236}">
                    <a16:creationId xmlns:a16="http://schemas.microsoft.com/office/drawing/2014/main" id="{BF595FE3-286F-1C03-3C31-B18EECFECCAC}"/>
                  </a:ext>
                </a:extLst>
              </p:cNvPr>
              <p:cNvSpPr/>
              <p:nvPr/>
            </p:nvSpPr>
            <p:spPr>
              <a:xfrm>
                <a:off x="10726380" y="2958843"/>
                <a:ext cx="19580" cy="16275"/>
              </a:xfrm>
              <a:custGeom>
                <a:avLst/>
                <a:gdLst/>
                <a:ahLst/>
                <a:cxnLst/>
                <a:rect l="l" t="t" r="r" b="b"/>
                <a:pathLst>
                  <a:path w="474" h="394" extrusionOk="0">
                    <a:moveTo>
                      <a:pt x="0" y="358"/>
                    </a:moveTo>
                    <a:lnTo>
                      <a:pt x="402" y="1"/>
                    </a:lnTo>
                    <a:lnTo>
                      <a:pt x="473" y="36"/>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3028;p67">
                <a:extLst>
                  <a:ext uri="{FF2B5EF4-FFF2-40B4-BE49-F238E27FC236}">
                    <a16:creationId xmlns:a16="http://schemas.microsoft.com/office/drawing/2014/main" id="{17609AA2-2A2B-9728-4B62-2174A2EC2671}"/>
                  </a:ext>
                </a:extLst>
              </p:cNvPr>
              <p:cNvSpPr/>
              <p:nvPr/>
            </p:nvSpPr>
            <p:spPr>
              <a:xfrm>
                <a:off x="10719730" y="2955167"/>
                <a:ext cx="19580" cy="16234"/>
              </a:xfrm>
              <a:custGeom>
                <a:avLst/>
                <a:gdLst/>
                <a:ahLst/>
                <a:cxnLst/>
                <a:rect l="l" t="t" r="r" b="b"/>
                <a:pathLst>
                  <a:path w="474" h="393" extrusionOk="0">
                    <a:moveTo>
                      <a:pt x="1" y="357"/>
                    </a:moveTo>
                    <a:lnTo>
                      <a:pt x="411" y="0"/>
                    </a:lnTo>
                    <a:lnTo>
                      <a:pt x="474" y="36"/>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3029;p67">
                <a:extLst>
                  <a:ext uri="{FF2B5EF4-FFF2-40B4-BE49-F238E27FC236}">
                    <a16:creationId xmlns:a16="http://schemas.microsoft.com/office/drawing/2014/main" id="{974F076E-5C97-7F47-F648-43093F846D6C}"/>
                  </a:ext>
                </a:extLst>
              </p:cNvPr>
              <p:cNvSpPr/>
              <p:nvPr/>
            </p:nvSpPr>
            <p:spPr>
              <a:xfrm>
                <a:off x="10713492" y="2951490"/>
                <a:ext cx="19208" cy="16234"/>
              </a:xfrm>
              <a:custGeom>
                <a:avLst/>
                <a:gdLst/>
                <a:ahLst/>
                <a:cxnLst/>
                <a:rect l="l" t="t" r="r" b="b"/>
                <a:pathLst>
                  <a:path w="465" h="393" extrusionOk="0">
                    <a:moveTo>
                      <a:pt x="0" y="357"/>
                    </a:moveTo>
                    <a:lnTo>
                      <a:pt x="402" y="0"/>
                    </a:lnTo>
                    <a:lnTo>
                      <a:pt x="464" y="36"/>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3030;p67">
                <a:extLst>
                  <a:ext uri="{FF2B5EF4-FFF2-40B4-BE49-F238E27FC236}">
                    <a16:creationId xmlns:a16="http://schemas.microsoft.com/office/drawing/2014/main" id="{21F5D6C0-6730-A2DF-6CF9-E727CBB62599}"/>
                  </a:ext>
                </a:extLst>
              </p:cNvPr>
              <p:cNvSpPr/>
              <p:nvPr/>
            </p:nvSpPr>
            <p:spPr>
              <a:xfrm>
                <a:off x="10706842" y="2947814"/>
                <a:ext cx="19580" cy="16234"/>
              </a:xfrm>
              <a:custGeom>
                <a:avLst/>
                <a:gdLst/>
                <a:ahLst/>
                <a:cxnLst/>
                <a:rect l="l" t="t" r="r" b="b"/>
                <a:pathLst>
                  <a:path w="474" h="393" extrusionOk="0">
                    <a:moveTo>
                      <a:pt x="1" y="357"/>
                    </a:moveTo>
                    <a:lnTo>
                      <a:pt x="411" y="0"/>
                    </a:lnTo>
                    <a:lnTo>
                      <a:pt x="473" y="36"/>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3031;p67">
                <a:extLst>
                  <a:ext uri="{FF2B5EF4-FFF2-40B4-BE49-F238E27FC236}">
                    <a16:creationId xmlns:a16="http://schemas.microsoft.com/office/drawing/2014/main" id="{BFF32422-C567-F8AA-6A17-045B32544DF3}"/>
                  </a:ext>
                </a:extLst>
              </p:cNvPr>
              <p:cNvSpPr/>
              <p:nvPr/>
            </p:nvSpPr>
            <p:spPr>
              <a:xfrm>
                <a:off x="10700563" y="2944096"/>
                <a:ext cx="19208" cy="16275"/>
              </a:xfrm>
              <a:custGeom>
                <a:avLst/>
                <a:gdLst/>
                <a:ahLst/>
                <a:cxnLst/>
                <a:rect l="l" t="t" r="r" b="b"/>
                <a:pathLst>
                  <a:path w="465" h="394" extrusionOk="0">
                    <a:moveTo>
                      <a:pt x="1" y="358"/>
                    </a:moveTo>
                    <a:lnTo>
                      <a:pt x="402" y="1"/>
                    </a:lnTo>
                    <a:lnTo>
                      <a:pt x="465" y="37"/>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3032;p67">
                <a:extLst>
                  <a:ext uri="{FF2B5EF4-FFF2-40B4-BE49-F238E27FC236}">
                    <a16:creationId xmlns:a16="http://schemas.microsoft.com/office/drawing/2014/main" id="{424C2C02-513A-492D-D392-655E6048490B}"/>
                  </a:ext>
                </a:extLst>
              </p:cNvPr>
              <p:cNvSpPr/>
              <p:nvPr/>
            </p:nvSpPr>
            <p:spPr>
              <a:xfrm>
                <a:off x="10693954" y="2940420"/>
                <a:ext cx="19580" cy="16275"/>
              </a:xfrm>
              <a:custGeom>
                <a:avLst/>
                <a:gdLst/>
                <a:ahLst/>
                <a:cxnLst/>
                <a:rect l="l" t="t" r="r" b="b"/>
                <a:pathLst>
                  <a:path w="474" h="394" extrusionOk="0">
                    <a:moveTo>
                      <a:pt x="0" y="357"/>
                    </a:moveTo>
                    <a:lnTo>
                      <a:pt x="411" y="1"/>
                    </a:lnTo>
                    <a:lnTo>
                      <a:pt x="473" y="36"/>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3033;p67">
                <a:extLst>
                  <a:ext uri="{FF2B5EF4-FFF2-40B4-BE49-F238E27FC236}">
                    <a16:creationId xmlns:a16="http://schemas.microsoft.com/office/drawing/2014/main" id="{ADEF6B8A-13CF-B849-8031-EDE9ECB72661}"/>
                  </a:ext>
                </a:extLst>
              </p:cNvPr>
              <p:cNvSpPr/>
              <p:nvPr/>
            </p:nvSpPr>
            <p:spPr>
              <a:xfrm>
                <a:off x="10687675" y="2936744"/>
                <a:ext cx="19208" cy="16234"/>
              </a:xfrm>
              <a:custGeom>
                <a:avLst/>
                <a:gdLst/>
                <a:ahLst/>
                <a:cxnLst/>
                <a:rect l="l" t="t" r="r" b="b"/>
                <a:pathLst>
                  <a:path w="465" h="393" extrusionOk="0">
                    <a:moveTo>
                      <a:pt x="1" y="357"/>
                    </a:moveTo>
                    <a:lnTo>
                      <a:pt x="402" y="0"/>
                    </a:lnTo>
                    <a:lnTo>
                      <a:pt x="465" y="36"/>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3034;p67">
                <a:extLst>
                  <a:ext uri="{FF2B5EF4-FFF2-40B4-BE49-F238E27FC236}">
                    <a16:creationId xmlns:a16="http://schemas.microsoft.com/office/drawing/2014/main" id="{920E8CFD-9EF4-4C20-2DD9-4C214B46EEC5}"/>
                  </a:ext>
                </a:extLst>
              </p:cNvPr>
              <p:cNvSpPr/>
              <p:nvPr/>
            </p:nvSpPr>
            <p:spPr>
              <a:xfrm>
                <a:off x="10681066" y="2933067"/>
                <a:ext cx="19538" cy="16234"/>
              </a:xfrm>
              <a:custGeom>
                <a:avLst/>
                <a:gdLst/>
                <a:ahLst/>
                <a:cxnLst/>
                <a:rect l="l" t="t" r="r" b="b"/>
                <a:pathLst>
                  <a:path w="473" h="393" extrusionOk="0">
                    <a:moveTo>
                      <a:pt x="0" y="357"/>
                    </a:moveTo>
                    <a:lnTo>
                      <a:pt x="410" y="0"/>
                    </a:lnTo>
                    <a:lnTo>
                      <a:pt x="473" y="36"/>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3035;p67">
                <a:extLst>
                  <a:ext uri="{FF2B5EF4-FFF2-40B4-BE49-F238E27FC236}">
                    <a16:creationId xmlns:a16="http://schemas.microsoft.com/office/drawing/2014/main" id="{23158CAF-DA82-18A6-5500-1738A46FD584}"/>
                  </a:ext>
                </a:extLst>
              </p:cNvPr>
              <p:cNvSpPr/>
              <p:nvPr/>
            </p:nvSpPr>
            <p:spPr>
              <a:xfrm>
                <a:off x="10674787" y="2929350"/>
                <a:ext cx="19208" cy="16275"/>
              </a:xfrm>
              <a:custGeom>
                <a:avLst/>
                <a:gdLst/>
                <a:ahLst/>
                <a:cxnLst/>
                <a:rect l="l" t="t" r="r" b="b"/>
                <a:pathLst>
                  <a:path w="465" h="394" extrusionOk="0">
                    <a:moveTo>
                      <a:pt x="0" y="358"/>
                    </a:moveTo>
                    <a:lnTo>
                      <a:pt x="402" y="1"/>
                    </a:lnTo>
                    <a:lnTo>
                      <a:pt x="464" y="37"/>
                    </a:lnTo>
                    <a:lnTo>
                      <a:pt x="63" y="394"/>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2" name="Google Shape;3036;p67">
                <a:extLst>
                  <a:ext uri="{FF2B5EF4-FFF2-40B4-BE49-F238E27FC236}">
                    <a16:creationId xmlns:a16="http://schemas.microsoft.com/office/drawing/2014/main" id="{E5D3E40B-5C39-FB59-8857-B37E3523C39E}"/>
                  </a:ext>
                </a:extLst>
              </p:cNvPr>
              <p:cNvSpPr/>
              <p:nvPr/>
            </p:nvSpPr>
            <p:spPr>
              <a:xfrm>
                <a:off x="10668137" y="2925301"/>
                <a:ext cx="19580" cy="16647"/>
              </a:xfrm>
              <a:custGeom>
                <a:avLst/>
                <a:gdLst/>
                <a:ahLst/>
                <a:cxnLst/>
                <a:rect l="l" t="t" r="r" b="b"/>
                <a:pathLst>
                  <a:path w="474" h="403" extrusionOk="0">
                    <a:moveTo>
                      <a:pt x="1" y="367"/>
                    </a:moveTo>
                    <a:lnTo>
                      <a:pt x="411" y="1"/>
                    </a:lnTo>
                    <a:lnTo>
                      <a:pt x="474" y="45"/>
                    </a:lnTo>
                    <a:lnTo>
                      <a:pt x="63"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3037;p67">
                <a:extLst>
                  <a:ext uri="{FF2B5EF4-FFF2-40B4-BE49-F238E27FC236}">
                    <a16:creationId xmlns:a16="http://schemas.microsoft.com/office/drawing/2014/main" id="{90CAE534-8E76-A6D0-6473-633F5BE01356}"/>
                  </a:ext>
                </a:extLst>
              </p:cNvPr>
              <p:cNvSpPr/>
              <p:nvPr/>
            </p:nvSpPr>
            <p:spPr>
              <a:xfrm>
                <a:off x="10661899" y="2921625"/>
                <a:ext cx="19208" cy="16647"/>
              </a:xfrm>
              <a:custGeom>
                <a:avLst/>
                <a:gdLst/>
                <a:ahLst/>
                <a:cxnLst/>
                <a:rect l="l" t="t" r="r" b="b"/>
                <a:pathLst>
                  <a:path w="465" h="403" extrusionOk="0">
                    <a:moveTo>
                      <a:pt x="0" y="366"/>
                    </a:moveTo>
                    <a:lnTo>
                      <a:pt x="402" y="1"/>
                    </a:lnTo>
                    <a:lnTo>
                      <a:pt x="464" y="45"/>
                    </a:lnTo>
                    <a:lnTo>
                      <a:pt x="63"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3038;p67">
                <a:extLst>
                  <a:ext uri="{FF2B5EF4-FFF2-40B4-BE49-F238E27FC236}">
                    <a16:creationId xmlns:a16="http://schemas.microsoft.com/office/drawing/2014/main" id="{D384326C-EA82-8B3E-D32D-D46717D2815E}"/>
                  </a:ext>
                </a:extLst>
              </p:cNvPr>
              <p:cNvSpPr/>
              <p:nvPr/>
            </p:nvSpPr>
            <p:spPr>
              <a:xfrm>
                <a:off x="10655249" y="2917949"/>
                <a:ext cx="19580" cy="16606"/>
              </a:xfrm>
              <a:custGeom>
                <a:avLst/>
                <a:gdLst/>
                <a:ahLst/>
                <a:cxnLst/>
                <a:rect l="l" t="t" r="r" b="b"/>
                <a:pathLst>
                  <a:path w="474" h="402" extrusionOk="0">
                    <a:moveTo>
                      <a:pt x="1" y="366"/>
                    </a:moveTo>
                    <a:lnTo>
                      <a:pt x="411" y="0"/>
                    </a:lnTo>
                    <a:lnTo>
                      <a:pt x="473" y="36"/>
                    </a:lnTo>
                    <a:lnTo>
                      <a:pt x="63"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3039;p67">
                <a:extLst>
                  <a:ext uri="{FF2B5EF4-FFF2-40B4-BE49-F238E27FC236}">
                    <a16:creationId xmlns:a16="http://schemas.microsoft.com/office/drawing/2014/main" id="{17169157-7A24-454B-C390-571E471C7F2C}"/>
                  </a:ext>
                </a:extLst>
              </p:cNvPr>
              <p:cNvSpPr/>
              <p:nvPr/>
            </p:nvSpPr>
            <p:spPr>
              <a:xfrm>
                <a:off x="10648970" y="2914272"/>
                <a:ext cx="19208" cy="16606"/>
              </a:xfrm>
              <a:custGeom>
                <a:avLst/>
                <a:gdLst/>
                <a:ahLst/>
                <a:cxnLst/>
                <a:rect l="l" t="t" r="r" b="b"/>
                <a:pathLst>
                  <a:path w="465" h="402" extrusionOk="0">
                    <a:moveTo>
                      <a:pt x="1" y="366"/>
                    </a:moveTo>
                    <a:lnTo>
                      <a:pt x="402" y="0"/>
                    </a:lnTo>
                    <a:lnTo>
                      <a:pt x="465" y="36"/>
                    </a:lnTo>
                    <a:lnTo>
                      <a:pt x="63"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3040;p67">
                <a:extLst>
                  <a:ext uri="{FF2B5EF4-FFF2-40B4-BE49-F238E27FC236}">
                    <a16:creationId xmlns:a16="http://schemas.microsoft.com/office/drawing/2014/main" id="{A6DF7C52-4B86-F37D-F133-B3EBE3597A41}"/>
                  </a:ext>
                </a:extLst>
              </p:cNvPr>
              <p:cNvSpPr/>
              <p:nvPr/>
            </p:nvSpPr>
            <p:spPr>
              <a:xfrm>
                <a:off x="10642361" y="2910596"/>
                <a:ext cx="19580" cy="16606"/>
              </a:xfrm>
              <a:custGeom>
                <a:avLst/>
                <a:gdLst/>
                <a:ahLst/>
                <a:cxnLst/>
                <a:rect l="l" t="t" r="r" b="b"/>
                <a:pathLst>
                  <a:path w="474" h="402" extrusionOk="0">
                    <a:moveTo>
                      <a:pt x="0" y="366"/>
                    </a:moveTo>
                    <a:lnTo>
                      <a:pt x="411" y="0"/>
                    </a:lnTo>
                    <a:lnTo>
                      <a:pt x="473" y="36"/>
                    </a:lnTo>
                    <a:lnTo>
                      <a:pt x="63" y="40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3041;p67">
                <a:extLst>
                  <a:ext uri="{FF2B5EF4-FFF2-40B4-BE49-F238E27FC236}">
                    <a16:creationId xmlns:a16="http://schemas.microsoft.com/office/drawing/2014/main" id="{36E68064-3D0C-E490-1922-08F434B316E3}"/>
                  </a:ext>
                </a:extLst>
              </p:cNvPr>
              <p:cNvSpPr/>
              <p:nvPr/>
            </p:nvSpPr>
            <p:spPr>
              <a:xfrm>
                <a:off x="10635710" y="2906878"/>
                <a:ext cx="19580" cy="16647"/>
              </a:xfrm>
              <a:custGeom>
                <a:avLst/>
                <a:gdLst/>
                <a:ahLst/>
                <a:cxnLst/>
                <a:rect l="l" t="t" r="r" b="b"/>
                <a:pathLst>
                  <a:path w="474" h="403" extrusionOk="0">
                    <a:moveTo>
                      <a:pt x="1" y="367"/>
                    </a:moveTo>
                    <a:lnTo>
                      <a:pt x="411" y="1"/>
                    </a:lnTo>
                    <a:lnTo>
                      <a:pt x="474" y="36"/>
                    </a:lnTo>
                    <a:lnTo>
                      <a:pt x="72"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3042;p67">
                <a:extLst>
                  <a:ext uri="{FF2B5EF4-FFF2-40B4-BE49-F238E27FC236}">
                    <a16:creationId xmlns:a16="http://schemas.microsoft.com/office/drawing/2014/main" id="{18E85399-C6F4-6B7C-BC81-45B473BA07DB}"/>
                  </a:ext>
                </a:extLst>
              </p:cNvPr>
              <p:cNvSpPr/>
              <p:nvPr/>
            </p:nvSpPr>
            <p:spPr>
              <a:xfrm>
                <a:off x="10629473" y="2903202"/>
                <a:ext cx="19538" cy="16647"/>
              </a:xfrm>
              <a:custGeom>
                <a:avLst/>
                <a:gdLst/>
                <a:ahLst/>
                <a:cxnLst/>
                <a:rect l="l" t="t" r="r" b="b"/>
                <a:pathLst>
                  <a:path w="473" h="403" extrusionOk="0">
                    <a:moveTo>
                      <a:pt x="0" y="366"/>
                    </a:moveTo>
                    <a:lnTo>
                      <a:pt x="411" y="1"/>
                    </a:lnTo>
                    <a:lnTo>
                      <a:pt x="473" y="36"/>
                    </a:lnTo>
                    <a:lnTo>
                      <a:pt x="63"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3043;p67">
                <a:extLst>
                  <a:ext uri="{FF2B5EF4-FFF2-40B4-BE49-F238E27FC236}">
                    <a16:creationId xmlns:a16="http://schemas.microsoft.com/office/drawing/2014/main" id="{2A1235B0-DA3F-7BA8-B625-14B5ACC7D1A4}"/>
                  </a:ext>
                </a:extLst>
              </p:cNvPr>
              <p:cNvSpPr/>
              <p:nvPr/>
            </p:nvSpPr>
            <p:spPr>
              <a:xfrm>
                <a:off x="10622822" y="2899526"/>
                <a:ext cx="19580" cy="16606"/>
              </a:xfrm>
              <a:custGeom>
                <a:avLst/>
                <a:gdLst/>
                <a:ahLst/>
                <a:cxnLst/>
                <a:rect l="l" t="t" r="r" b="b"/>
                <a:pathLst>
                  <a:path w="474" h="402" extrusionOk="0">
                    <a:moveTo>
                      <a:pt x="1" y="357"/>
                    </a:moveTo>
                    <a:lnTo>
                      <a:pt x="411" y="0"/>
                    </a:lnTo>
                    <a:lnTo>
                      <a:pt x="473" y="36"/>
                    </a:lnTo>
                    <a:lnTo>
                      <a:pt x="72" y="40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3044;p67">
                <a:extLst>
                  <a:ext uri="{FF2B5EF4-FFF2-40B4-BE49-F238E27FC236}">
                    <a16:creationId xmlns:a16="http://schemas.microsoft.com/office/drawing/2014/main" id="{BE8F90EB-8BC4-407F-DEFC-F858F17995D3}"/>
                  </a:ext>
                </a:extLst>
              </p:cNvPr>
              <p:cNvSpPr/>
              <p:nvPr/>
            </p:nvSpPr>
            <p:spPr>
              <a:xfrm>
                <a:off x="10616544" y="2895849"/>
                <a:ext cx="19580" cy="16234"/>
              </a:xfrm>
              <a:custGeom>
                <a:avLst/>
                <a:gdLst/>
                <a:ahLst/>
                <a:cxnLst/>
                <a:rect l="l" t="t" r="r" b="b"/>
                <a:pathLst>
                  <a:path w="474" h="393" extrusionOk="0">
                    <a:moveTo>
                      <a:pt x="1" y="357"/>
                    </a:moveTo>
                    <a:lnTo>
                      <a:pt x="411" y="0"/>
                    </a:lnTo>
                    <a:lnTo>
                      <a:pt x="474" y="36"/>
                    </a:lnTo>
                    <a:lnTo>
                      <a:pt x="63"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3045;p67">
                <a:extLst>
                  <a:ext uri="{FF2B5EF4-FFF2-40B4-BE49-F238E27FC236}">
                    <a16:creationId xmlns:a16="http://schemas.microsoft.com/office/drawing/2014/main" id="{0DCA5FB7-54C6-C39E-ADED-2C8F1FD01F3D}"/>
                  </a:ext>
                </a:extLst>
              </p:cNvPr>
              <p:cNvSpPr/>
              <p:nvPr/>
            </p:nvSpPr>
            <p:spPr>
              <a:xfrm>
                <a:off x="11363879" y="2720788"/>
                <a:ext cx="6692" cy="117974"/>
              </a:xfrm>
              <a:custGeom>
                <a:avLst/>
                <a:gdLst/>
                <a:ahLst/>
                <a:cxnLst/>
                <a:rect l="l" t="t" r="r" b="b"/>
                <a:pathLst>
                  <a:path w="162" h="2856" extrusionOk="0">
                    <a:moveTo>
                      <a:pt x="1" y="2855"/>
                    </a:moveTo>
                    <a:lnTo>
                      <a:pt x="161" y="2757"/>
                    </a:lnTo>
                    <a:lnTo>
                      <a:pt x="161" y="1"/>
                    </a:lnTo>
                    <a:lnTo>
                      <a:pt x="1" y="9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3046;p67">
                <a:extLst>
                  <a:ext uri="{FF2B5EF4-FFF2-40B4-BE49-F238E27FC236}">
                    <a16:creationId xmlns:a16="http://schemas.microsoft.com/office/drawing/2014/main" id="{7EEA81AE-1A88-119B-B0F1-8F160A42D862}"/>
                  </a:ext>
                </a:extLst>
              </p:cNvPr>
              <p:cNvSpPr/>
              <p:nvPr/>
            </p:nvSpPr>
            <p:spPr>
              <a:xfrm>
                <a:off x="11571367" y="2599551"/>
                <a:ext cx="7022" cy="116115"/>
              </a:xfrm>
              <a:custGeom>
                <a:avLst/>
                <a:gdLst/>
                <a:ahLst/>
                <a:cxnLst/>
                <a:rect l="l" t="t" r="r" b="b"/>
                <a:pathLst>
                  <a:path w="170" h="2811" extrusionOk="0">
                    <a:moveTo>
                      <a:pt x="0" y="2811"/>
                    </a:moveTo>
                    <a:lnTo>
                      <a:pt x="170" y="2713"/>
                    </a:lnTo>
                    <a:lnTo>
                      <a:pt x="170" y="1"/>
                    </a:lnTo>
                    <a:lnTo>
                      <a:pt x="0" y="9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3047;p67">
                <a:extLst>
                  <a:ext uri="{FF2B5EF4-FFF2-40B4-BE49-F238E27FC236}">
                    <a16:creationId xmlns:a16="http://schemas.microsoft.com/office/drawing/2014/main" id="{5973729B-206E-5F87-099A-FA08F3A2FB5F}"/>
                  </a:ext>
                </a:extLst>
              </p:cNvPr>
              <p:cNvSpPr/>
              <p:nvPr/>
            </p:nvSpPr>
            <p:spPr>
              <a:xfrm>
                <a:off x="11558479" y="2718227"/>
                <a:ext cx="39449" cy="51263"/>
              </a:xfrm>
              <a:custGeom>
                <a:avLst/>
                <a:gdLst/>
                <a:ahLst/>
                <a:cxnLst/>
                <a:rect l="l" t="t" r="r" b="b"/>
                <a:pathLst>
                  <a:path w="955" h="1241" extrusionOk="0">
                    <a:moveTo>
                      <a:pt x="955" y="0"/>
                    </a:moveTo>
                    <a:lnTo>
                      <a:pt x="955" y="669"/>
                    </a:lnTo>
                    <a:lnTo>
                      <a:pt x="0" y="1240"/>
                    </a:lnTo>
                    <a:lnTo>
                      <a:pt x="0" y="571"/>
                    </a:lnTo>
                    <a:lnTo>
                      <a:pt x="955" y="0"/>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3048;p67">
                <a:extLst>
                  <a:ext uri="{FF2B5EF4-FFF2-40B4-BE49-F238E27FC236}">
                    <a16:creationId xmlns:a16="http://schemas.microsoft.com/office/drawing/2014/main" id="{8404D90F-14E2-3EAA-D9F4-529B27EF02B5}"/>
                  </a:ext>
                </a:extLst>
              </p:cNvPr>
              <p:cNvSpPr/>
              <p:nvPr/>
            </p:nvSpPr>
            <p:spPr>
              <a:xfrm>
                <a:off x="11558479" y="2718227"/>
                <a:ext cx="39449" cy="51263"/>
              </a:xfrm>
              <a:custGeom>
                <a:avLst/>
                <a:gdLst/>
                <a:ahLst/>
                <a:cxnLst/>
                <a:rect l="l" t="t" r="r" b="b"/>
                <a:pathLst>
                  <a:path w="955" h="1241" extrusionOk="0">
                    <a:moveTo>
                      <a:pt x="857" y="598"/>
                    </a:moveTo>
                    <a:lnTo>
                      <a:pt x="857" y="63"/>
                    </a:lnTo>
                    <a:lnTo>
                      <a:pt x="955" y="0"/>
                    </a:lnTo>
                    <a:lnTo>
                      <a:pt x="955" y="0"/>
                    </a:lnTo>
                    <a:lnTo>
                      <a:pt x="955" y="669"/>
                    </a:lnTo>
                    <a:lnTo>
                      <a:pt x="0" y="1240"/>
                    </a:lnTo>
                    <a:lnTo>
                      <a:pt x="0" y="1115"/>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3049;p67">
                <a:extLst>
                  <a:ext uri="{FF2B5EF4-FFF2-40B4-BE49-F238E27FC236}">
                    <a16:creationId xmlns:a16="http://schemas.microsoft.com/office/drawing/2014/main" id="{24D041FB-F139-EC72-7BED-6E5F21030DD5}"/>
                  </a:ext>
                </a:extLst>
              </p:cNvPr>
              <p:cNvSpPr/>
              <p:nvPr/>
            </p:nvSpPr>
            <p:spPr>
              <a:xfrm>
                <a:off x="11593838" y="2718227"/>
                <a:ext cx="4089" cy="27676"/>
              </a:xfrm>
              <a:custGeom>
                <a:avLst/>
                <a:gdLst/>
                <a:ahLst/>
                <a:cxnLst/>
                <a:rect l="l" t="t" r="r" b="b"/>
                <a:pathLst>
                  <a:path w="99" h="670" extrusionOk="0">
                    <a:moveTo>
                      <a:pt x="1" y="63"/>
                    </a:moveTo>
                    <a:lnTo>
                      <a:pt x="1" y="598"/>
                    </a:lnTo>
                    <a:lnTo>
                      <a:pt x="99" y="669"/>
                    </a:lnTo>
                    <a:lnTo>
                      <a:pt x="99" y="0"/>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3050;p67">
                <a:extLst>
                  <a:ext uri="{FF2B5EF4-FFF2-40B4-BE49-F238E27FC236}">
                    <a16:creationId xmlns:a16="http://schemas.microsoft.com/office/drawing/2014/main" id="{1668F282-4C2A-0FB5-F4C5-073A07F815DF}"/>
                  </a:ext>
                </a:extLst>
              </p:cNvPr>
              <p:cNvSpPr/>
              <p:nvPr/>
            </p:nvSpPr>
            <p:spPr>
              <a:xfrm>
                <a:off x="10933124" y="3203177"/>
                <a:ext cx="41307" cy="29865"/>
              </a:xfrm>
              <a:custGeom>
                <a:avLst/>
                <a:gdLst/>
                <a:ahLst/>
                <a:cxnLst/>
                <a:rect l="l" t="t" r="r" b="b"/>
                <a:pathLst>
                  <a:path w="1000" h="723" extrusionOk="0">
                    <a:moveTo>
                      <a:pt x="999" y="0"/>
                    </a:moveTo>
                    <a:lnTo>
                      <a:pt x="910" y="197"/>
                    </a:lnTo>
                    <a:lnTo>
                      <a:pt x="0" y="723"/>
                    </a:lnTo>
                    <a:lnTo>
                      <a:pt x="0" y="39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3051;p67">
                <a:extLst>
                  <a:ext uri="{FF2B5EF4-FFF2-40B4-BE49-F238E27FC236}">
                    <a16:creationId xmlns:a16="http://schemas.microsoft.com/office/drawing/2014/main" id="{9C5EEF12-19F2-74A0-B432-370951110BFC}"/>
                  </a:ext>
                </a:extLst>
              </p:cNvPr>
              <p:cNvSpPr/>
              <p:nvPr/>
            </p:nvSpPr>
            <p:spPr>
              <a:xfrm>
                <a:off x="10933124" y="3171825"/>
                <a:ext cx="41307" cy="24371"/>
              </a:xfrm>
              <a:custGeom>
                <a:avLst/>
                <a:gdLst/>
                <a:ahLst/>
                <a:cxnLst/>
                <a:rect l="l" t="t" r="r" b="b"/>
                <a:pathLst>
                  <a:path w="1000" h="590" extrusionOk="0">
                    <a:moveTo>
                      <a:pt x="999" y="99"/>
                    </a:moveTo>
                    <a:lnTo>
                      <a:pt x="170" y="590"/>
                    </a:lnTo>
                    <a:lnTo>
                      <a:pt x="0" y="492"/>
                    </a:lnTo>
                    <a:lnTo>
                      <a:pt x="830" y="1"/>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3052;p67">
                <a:extLst>
                  <a:ext uri="{FF2B5EF4-FFF2-40B4-BE49-F238E27FC236}">
                    <a16:creationId xmlns:a16="http://schemas.microsoft.com/office/drawing/2014/main" id="{AB90C73D-851D-096C-2AF3-39CEE806AB4E}"/>
                  </a:ext>
                </a:extLst>
              </p:cNvPr>
              <p:cNvSpPr/>
              <p:nvPr/>
            </p:nvSpPr>
            <p:spPr>
              <a:xfrm>
                <a:off x="10940105" y="3175914"/>
                <a:ext cx="34327" cy="47545"/>
              </a:xfrm>
              <a:custGeom>
                <a:avLst/>
                <a:gdLst/>
                <a:ahLst/>
                <a:cxnLst/>
                <a:rect l="l" t="t" r="r" b="b"/>
                <a:pathLst>
                  <a:path w="831" h="1151" extrusionOk="0">
                    <a:moveTo>
                      <a:pt x="830" y="0"/>
                    </a:moveTo>
                    <a:lnTo>
                      <a:pt x="830" y="669"/>
                    </a:lnTo>
                    <a:lnTo>
                      <a:pt x="1" y="1151"/>
                    </a:lnTo>
                    <a:lnTo>
                      <a:pt x="1" y="491"/>
                    </a:lnTo>
                    <a:lnTo>
                      <a:pt x="830" y="0"/>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3053;p67">
                <a:extLst>
                  <a:ext uri="{FF2B5EF4-FFF2-40B4-BE49-F238E27FC236}">
                    <a16:creationId xmlns:a16="http://schemas.microsoft.com/office/drawing/2014/main" id="{82583C9A-673A-E129-D542-A2F8DEC06999}"/>
                  </a:ext>
                </a:extLst>
              </p:cNvPr>
              <p:cNvSpPr/>
              <p:nvPr/>
            </p:nvSpPr>
            <p:spPr>
              <a:xfrm>
                <a:off x="10933124" y="3192107"/>
                <a:ext cx="7022" cy="31352"/>
              </a:xfrm>
              <a:custGeom>
                <a:avLst/>
                <a:gdLst/>
                <a:ahLst/>
                <a:cxnLst/>
                <a:rect l="l" t="t" r="r" b="b"/>
                <a:pathLst>
                  <a:path w="170" h="759" extrusionOk="0">
                    <a:moveTo>
                      <a:pt x="170" y="99"/>
                    </a:moveTo>
                    <a:lnTo>
                      <a:pt x="170" y="759"/>
                    </a:lnTo>
                    <a:lnTo>
                      <a:pt x="0" y="661"/>
                    </a:lnTo>
                    <a:lnTo>
                      <a:pt x="0" y="1"/>
                    </a:ln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3054;p67">
                <a:extLst>
                  <a:ext uri="{FF2B5EF4-FFF2-40B4-BE49-F238E27FC236}">
                    <a16:creationId xmlns:a16="http://schemas.microsoft.com/office/drawing/2014/main" id="{4C260285-1BC1-2A9D-8F03-04A108F1724E}"/>
                  </a:ext>
                </a:extLst>
              </p:cNvPr>
              <p:cNvSpPr/>
              <p:nvPr/>
            </p:nvSpPr>
            <p:spPr>
              <a:xfrm>
                <a:off x="10169927" y="3077148"/>
                <a:ext cx="804505" cy="294853"/>
              </a:xfrm>
              <a:custGeom>
                <a:avLst/>
                <a:gdLst/>
                <a:ahLst/>
                <a:cxnLst/>
                <a:rect l="l" t="t" r="r" b="b"/>
                <a:pathLst>
                  <a:path w="19476" h="7138" extrusionOk="0">
                    <a:moveTo>
                      <a:pt x="9493" y="6968"/>
                    </a:moveTo>
                    <a:lnTo>
                      <a:pt x="19341" y="0"/>
                    </a:lnTo>
                    <a:lnTo>
                      <a:pt x="19475" y="72"/>
                    </a:lnTo>
                    <a:lnTo>
                      <a:pt x="9493" y="7137"/>
                    </a:lnTo>
                    <a:lnTo>
                      <a:pt x="1" y="1740"/>
                    </a:lnTo>
                    <a:lnTo>
                      <a:pt x="134" y="164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3055;p67">
                <a:extLst>
                  <a:ext uri="{FF2B5EF4-FFF2-40B4-BE49-F238E27FC236}">
                    <a16:creationId xmlns:a16="http://schemas.microsoft.com/office/drawing/2014/main" id="{04F11728-F40A-4FF5-A903-702C468C2B34}"/>
                  </a:ext>
                </a:extLst>
              </p:cNvPr>
              <p:cNvSpPr/>
              <p:nvPr/>
            </p:nvSpPr>
            <p:spPr>
              <a:xfrm>
                <a:off x="10152619" y="3247004"/>
                <a:ext cx="391760" cy="278660"/>
              </a:xfrm>
              <a:custGeom>
                <a:avLst/>
                <a:gdLst/>
                <a:ahLst/>
                <a:cxnLst/>
                <a:rect l="l" t="t" r="r" b="b"/>
                <a:pathLst>
                  <a:path w="9484" h="6746" extrusionOk="0">
                    <a:moveTo>
                      <a:pt x="9483" y="5389"/>
                    </a:moveTo>
                    <a:lnTo>
                      <a:pt x="0" y="1"/>
                    </a:lnTo>
                    <a:lnTo>
                      <a:pt x="0" y="1357"/>
                    </a:lnTo>
                    <a:lnTo>
                      <a:pt x="9483" y="6745"/>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3056;p67">
                <a:extLst>
                  <a:ext uri="{FF2B5EF4-FFF2-40B4-BE49-F238E27FC236}">
                    <a16:creationId xmlns:a16="http://schemas.microsoft.com/office/drawing/2014/main" id="{9F8E1BCD-EC28-7A35-4BDD-9E9B5CFB289C}"/>
                  </a:ext>
                </a:extLst>
              </p:cNvPr>
              <p:cNvSpPr/>
              <p:nvPr/>
            </p:nvSpPr>
            <p:spPr>
              <a:xfrm>
                <a:off x="10544338" y="3459284"/>
                <a:ext cx="17349" cy="66381"/>
              </a:xfrm>
              <a:custGeom>
                <a:avLst/>
                <a:gdLst/>
                <a:ahLst/>
                <a:cxnLst/>
                <a:rect l="l" t="t" r="r" b="b"/>
                <a:pathLst>
                  <a:path w="420" h="1607" extrusionOk="0">
                    <a:moveTo>
                      <a:pt x="0" y="1606"/>
                    </a:moveTo>
                    <a:lnTo>
                      <a:pt x="420" y="625"/>
                    </a:lnTo>
                    <a:lnTo>
                      <a:pt x="420" y="0"/>
                    </a:lnTo>
                    <a:lnTo>
                      <a:pt x="0" y="250"/>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3057;p67">
                <a:extLst>
                  <a:ext uri="{FF2B5EF4-FFF2-40B4-BE49-F238E27FC236}">
                    <a16:creationId xmlns:a16="http://schemas.microsoft.com/office/drawing/2014/main" id="{39156CB8-29EF-190A-A722-8867DE9CF602}"/>
                  </a:ext>
                </a:extLst>
              </p:cNvPr>
              <p:cNvSpPr/>
              <p:nvPr/>
            </p:nvSpPr>
            <p:spPr>
              <a:xfrm>
                <a:off x="10152619" y="3236719"/>
                <a:ext cx="409068" cy="232933"/>
              </a:xfrm>
              <a:custGeom>
                <a:avLst/>
                <a:gdLst/>
                <a:ahLst/>
                <a:cxnLst/>
                <a:rect l="l" t="t" r="r" b="b"/>
                <a:pathLst>
                  <a:path w="9903" h="5639" extrusionOk="0">
                    <a:moveTo>
                      <a:pt x="0" y="250"/>
                    </a:moveTo>
                    <a:lnTo>
                      <a:pt x="420" y="0"/>
                    </a:lnTo>
                    <a:lnTo>
                      <a:pt x="9903" y="5388"/>
                    </a:lnTo>
                    <a:lnTo>
                      <a:pt x="9483" y="5638"/>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3058;p67">
                <a:extLst>
                  <a:ext uri="{FF2B5EF4-FFF2-40B4-BE49-F238E27FC236}">
                    <a16:creationId xmlns:a16="http://schemas.microsoft.com/office/drawing/2014/main" id="{DB27C94A-09CB-28B2-B82E-6F9C956AC2A2}"/>
                  </a:ext>
                </a:extLst>
              </p:cNvPr>
              <p:cNvSpPr/>
              <p:nvPr/>
            </p:nvSpPr>
            <p:spPr>
              <a:xfrm>
                <a:off x="10561646" y="3454864"/>
                <a:ext cx="42795" cy="80756"/>
              </a:xfrm>
              <a:custGeom>
                <a:avLst/>
                <a:gdLst/>
                <a:ahLst/>
                <a:cxnLst/>
                <a:rect l="l" t="t" r="r" b="b"/>
                <a:pathLst>
                  <a:path w="1036" h="1955" extrusionOk="0">
                    <a:moveTo>
                      <a:pt x="1" y="598"/>
                    </a:moveTo>
                    <a:lnTo>
                      <a:pt x="1036" y="0"/>
                    </a:lnTo>
                    <a:lnTo>
                      <a:pt x="1036" y="1356"/>
                    </a:lnTo>
                    <a:lnTo>
                      <a:pt x="1" y="1954"/>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3059;p67">
                <a:extLst>
                  <a:ext uri="{FF2B5EF4-FFF2-40B4-BE49-F238E27FC236}">
                    <a16:creationId xmlns:a16="http://schemas.microsoft.com/office/drawing/2014/main" id="{23B33660-4EA2-5A95-CD00-99454E55EDBA}"/>
                  </a:ext>
                </a:extLst>
              </p:cNvPr>
              <p:cNvSpPr/>
              <p:nvPr/>
            </p:nvSpPr>
            <p:spPr>
              <a:xfrm>
                <a:off x="10544338" y="3469610"/>
                <a:ext cx="17349" cy="66009"/>
              </a:xfrm>
              <a:custGeom>
                <a:avLst/>
                <a:gdLst/>
                <a:ahLst/>
                <a:cxnLst/>
                <a:rect l="l" t="t" r="r" b="b"/>
                <a:pathLst>
                  <a:path w="420" h="1598" extrusionOk="0">
                    <a:moveTo>
                      <a:pt x="420" y="1597"/>
                    </a:moveTo>
                    <a:lnTo>
                      <a:pt x="0" y="1356"/>
                    </a:lnTo>
                    <a:lnTo>
                      <a:pt x="0" y="0"/>
                    </a:lnTo>
                    <a:lnTo>
                      <a:pt x="420" y="241"/>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3060;p67">
                <a:extLst>
                  <a:ext uri="{FF2B5EF4-FFF2-40B4-BE49-F238E27FC236}">
                    <a16:creationId xmlns:a16="http://schemas.microsoft.com/office/drawing/2014/main" id="{6E39706E-4461-6133-C64C-2AEC35A307F6}"/>
                  </a:ext>
                </a:extLst>
              </p:cNvPr>
              <p:cNvSpPr/>
              <p:nvPr/>
            </p:nvSpPr>
            <p:spPr>
              <a:xfrm>
                <a:off x="10544338" y="3444909"/>
                <a:ext cx="60102" cy="34698"/>
              </a:xfrm>
              <a:custGeom>
                <a:avLst/>
                <a:gdLst/>
                <a:ahLst/>
                <a:cxnLst/>
                <a:rect l="l" t="t" r="r" b="b"/>
                <a:pathLst>
                  <a:path w="1455" h="840" extrusionOk="0">
                    <a:moveTo>
                      <a:pt x="1455" y="241"/>
                    </a:moveTo>
                    <a:lnTo>
                      <a:pt x="1035" y="0"/>
                    </a:lnTo>
                    <a:lnTo>
                      <a:pt x="0" y="598"/>
                    </a:lnTo>
                    <a:lnTo>
                      <a:pt x="420" y="839"/>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3061;p67">
                <a:extLst>
                  <a:ext uri="{FF2B5EF4-FFF2-40B4-BE49-F238E27FC236}">
                    <a16:creationId xmlns:a16="http://schemas.microsoft.com/office/drawing/2014/main" id="{5A94AC3B-CBBA-3B42-2CB5-6BF76E1C1E0D}"/>
                  </a:ext>
                </a:extLst>
              </p:cNvPr>
              <p:cNvSpPr/>
              <p:nvPr/>
            </p:nvSpPr>
            <p:spPr>
              <a:xfrm>
                <a:off x="10454412" y="3320366"/>
                <a:ext cx="107647" cy="133795"/>
              </a:xfrm>
              <a:custGeom>
                <a:avLst/>
                <a:gdLst/>
                <a:ahLst/>
                <a:cxnLst/>
                <a:rect l="l" t="t" r="r" b="b"/>
                <a:pathLst>
                  <a:path w="2606" h="3239" extrusionOk="0">
                    <a:moveTo>
                      <a:pt x="2606" y="1490"/>
                    </a:moveTo>
                    <a:lnTo>
                      <a:pt x="1" y="0"/>
                    </a:lnTo>
                    <a:lnTo>
                      <a:pt x="1" y="1740"/>
                    </a:lnTo>
                    <a:lnTo>
                      <a:pt x="2606" y="3238"/>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3062;p67">
                <a:extLst>
                  <a:ext uri="{FF2B5EF4-FFF2-40B4-BE49-F238E27FC236}">
                    <a16:creationId xmlns:a16="http://schemas.microsoft.com/office/drawing/2014/main" id="{9B8F39C1-1749-F4E0-4D5B-03CFF7F81013}"/>
                  </a:ext>
                </a:extLst>
              </p:cNvPr>
              <p:cNvSpPr/>
              <p:nvPr/>
            </p:nvSpPr>
            <p:spPr>
              <a:xfrm>
                <a:off x="10460319" y="3330321"/>
                <a:ext cx="95833" cy="113513"/>
              </a:xfrm>
              <a:custGeom>
                <a:avLst/>
                <a:gdLst/>
                <a:ahLst/>
                <a:cxnLst/>
                <a:rect l="l" t="t" r="r" b="b"/>
                <a:pathLst>
                  <a:path w="2320" h="2748" extrusionOk="0">
                    <a:moveTo>
                      <a:pt x="2320" y="1329"/>
                    </a:moveTo>
                    <a:lnTo>
                      <a:pt x="0" y="0"/>
                    </a:lnTo>
                    <a:lnTo>
                      <a:pt x="0" y="1418"/>
                    </a:lnTo>
                    <a:lnTo>
                      <a:pt x="2320" y="2748"/>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3063;p67">
                <a:extLst>
                  <a:ext uri="{FF2B5EF4-FFF2-40B4-BE49-F238E27FC236}">
                    <a16:creationId xmlns:a16="http://schemas.microsoft.com/office/drawing/2014/main" id="{8AF86A55-61F1-8716-3A94-49D28B65F608}"/>
                  </a:ext>
                </a:extLst>
              </p:cNvPr>
              <p:cNvSpPr/>
              <p:nvPr/>
            </p:nvSpPr>
            <p:spPr>
              <a:xfrm>
                <a:off x="10460319" y="3330321"/>
                <a:ext cx="95833" cy="113513"/>
              </a:xfrm>
              <a:custGeom>
                <a:avLst/>
                <a:gdLst/>
                <a:ahLst/>
                <a:cxnLst/>
                <a:rect l="l" t="t" r="r" b="b"/>
                <a:pathLst>
                  <a:path w="2320" h="2748" extrusionOk="0">
                    <a:moveTo>
                      <a:pt x="241" y="143"/>
                    </a:moveTo>
                    <a:lnTo>
                      <a:pt x="241" y="1285"/>
                    </a:lnTo>
                    <a:lnTo>
                      <a:pt x="2320" y="2480"/>
                    </a:lnTo>
                    <a:lnTo>
                      <a:pt x="2320" y="2748"/>
                    </a:lnTo>
                    <a:lnTo>
                      <a:pt x="0" y="1418"/>
                    </a:lnTo>
                    <a:lnTo>
                      <a:pt x="0" y="0"/>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3064;p67">
                <a:extLst>
                  <a:ext uri="{FF2B5EF4-FFF2-40B4-BE49-F238E27FC236}">
                    <a16:creationId xmlns:a16="http://schemas.microsoft.com/office/drawing/2014/main" id="{4603256F-1698-554E-4807-AF923C017966}"/>
                  </a:ext>
                </a:extLst>
              </p:cNvPr>
              <p:cNvSpPr/>
              <p:nvPr/>
            </p:nvSpPr>
            <p:spPr>
              <a:xfrm>
                <a:off x="10460319" y="3383360"/>
                <a:ext cx="95833" cy="60474"/>
              </a:xfrm>
              <a:custGeom>
                <a:avLst/>
                <a:gdLst/>
                <a:ahLst/>
                <a:cxnLst/>
                <a:rect l="l" t="t" r="r" b="b"/>
                <a:pathLst>
                  <a:path w="2320" h="1464" extrusionOk="0">
                    <a:moveTo>
                      <a:pt x="0" y="134"/>
                    </a:moveTo>
                    <a:lnTo>
                      <a:pt x="241" y="1"/>
                    </a:lnTo>
                    <a:lnTo>
                      <a:pt x="2320" y="1196"/>
                    </a:lnTo>
                    <a:lnTo>
                      <a:pt x="2320" y="1464"/>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3065;p67">
                <a:extLst>
                  <a:ext uri="{FF2B5EF4-FFF2-40B4-BE49-F238E27FC236}">
                    <a16:creationId xmlns:a16="http://schemas.microsoft.com/office/drawing/2014/main" id="{566F55EF-7013-C22E-6ED0-4E2B815F51D7}"/>
                  </a:ext>
                </a:extLst>
              </p:cNvPr>
              <p:cNvSpPr/>
              <p:nvPr/>
            </p:nvSpPr>
            <p:spPr>
              <a:xfrm>
                <a:off x="11761133" y="2691666"/>
                <a:ext cx="36888" cy="61961"/>
              </a:xfrm>
              <a:custGeom>
                <a:avLst/>
                <a:gdLst/>
                <a:ahLst/>
                <a:cxnLst/>
                <a:rect l="l" t="t" r="r" b="b"/>
                <a:pathLst>
                  <a:path w="893" h="1500" extrusionOk="0">
                    <a:moveTo>
                      <a:pt x="1" y="536"/>
                    </a:moveTo>
                    <a:lnTo>
                      <a:pt x="893" y="1"/>
                    </a:lnTo>
                    <a:lnTo>
                      <a:pt x="893" y="973"/>
                    </a:lnTo>
                    <a:lnTo>
                      <a:pt x="1" y="1500"/>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3066;p67">
                <a:extLst>
                  <a:ext uri="{FF2B5EF4-FFF2-40B4-BE49-F238E27FC236}">
                    <a16:creationId xmlns:a16="http://schemas.microsoft.com/office/drawing/2014/main" id="{FB64825B-B853-20F7-97CB-7806BD364CB5}"/>
                  </a:ext>
                </a:extLst>
              </p:cNvPr>
              <p:cNvSpPr/>
              <p:nvPr/>
            </p:nvSpPr>
            <p:spPr>
              <a:xfrm>
                <a:off x="10169927" y="3159308"/>
                <a:ext cx="107647" cy="133795"/>
              </a:xfrm>
              <a:custGeom>
                <a:avLst/>
                <a:gdLst/>
                <a:ahLst/>
                <a:cxnLst/>
                <a:rect l="l" t="t" r="r" b="b"/>
                <a:pathLst>
                  <a:path w="2606" h="3239" extrusionOk="0">
                    <a:moveTo>
                      <a:pt x="2606" y="1490"/>
                    </a:moveTo>
                    <a:lnTo>
                      <a:pt x="1" y="1"/>
                    </a:lnTo>
                    <a:lnTo>
                      <a:pt x="1" y="1740"/>
                    </a:lnTo>
                    <a:lnTo>
                      <a:pt x="2606" y="3239"/>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3067;p67">
                <a:extLst>
                  <a:ext uri="{FF2B5EF4-FFF2-40B4-BE49-F238E27FC236}">
                    <a16:creationId xmlns:a16="http://schemas.microsoft.com/office/drawing/2014/main" id="{52444397-77F0-E237-DABD-688F4C692115}"/>
                  </a:ext>
                </a:extLst>
              </p:cNvPr>
              <p:cNvSpPr/>
              <p:nvPr/>
            </p:nvSpPr>
            <p:spPr>
              <a:xfrm>
                <a:off x="10175834" y="3169264"/>
                <a:ext cx="96205" cy="113554"/>
              </a:xfrm>
              <a:custGeom>
                <a:avLst/>
                <a:gdLst/>
                <a:ahLst/>
                <a:cxnLst/>
                <a:rect l="l" t="t" r="r" b="b"/>
                <a:pathLst>
                  <a:path w="2329" h="2749" extrusionOk="0">
                    <a:moveTo>
                      <a:pt x="2329" y="1330"/>
                    </a:moveTo>
                    <a:lnTo>
                      <a:pt x="0" y="1"/>
                    </a:lnTo>
                    <a:lnTo>
                      <a:pt x="0" y="1419"/>
                    </a:lnTo>
                    <a:lnTo>
                      <a:pt x="2329" y="2748"/>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3068;p67">
                <a:extLst>
                  <a:ext uri="{FF2B5EF4-FFF2-40B4-BE49-F238E27FC236}">
                    <a16:creationId xmlns:a16="http://schemas.microsoft.com/office/drawing/2014/main" id="{DC82251B-5ED4-65E7-893A-A468988DAB39}"/>
                  </a:ext>
                </a:extLst>
              </p:cNvPr>
              <p:cNvSpPr/>
              <p:nvPr/>
            </p:nvSpPr>
            <p:spPr>
              <a:xfrm>
                <a:off x="10175834" y="3169264"/>
                <a:ext cx="96205" cy="113926"/>
              </a:xfrm>
              <a:custGeom>
                <a:avLst/>
                <a:gdLst/>
                <a:ahLst/>
                <a:cxnLst/>
                <a:rect l="l" t="t" r="r" b="b"/>
                <a:pathLst>
                  <a:path w="2329" h="2758" extrusionOk="0">
                    <a:moveTo>
                      <a:pt x="241" y="143"/>
                    </a:moveTo>
                    <a:lnTo>
                      <a:pt x="241" y="1285"/>
                    </a:lnTo>
                    <a:lnTo>
                      <a:pt x="2329" y="2481"/>
                    </a:lnTo>
                    <a:lnTo>
                      <a:pt x="2329" y="2757"/>
                    </a:lnTo>
                    <a:lnTo>
                      <a:pt x="0" y="1419"/>
                    </a:lnTo>
                    <a:lnTo>
                      <a:pt x="0" y="1"/>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3069;p67">
                <a:extLst>
                  <a:ext uri="{FF2B5EF4-FFF2-40B4-BE49-F238E27FC236}">
                    <a16:creationId xmlns:a16="http://schemas.microsoft.com/office/drawing/2014/main" id="{69CEDDC5-323E-E725-1319-04B6A10A1DB1}"/>
                  </a:ext>
                </a:extLst>
              </p:cNvPr>
              <p:cNvSpPr/>
              <p:nvPr/>
            </p:nvSpPr>
            <p:spPr>
              <a:xfrm>
                <a:off x="10175834" y="3222344"/>
                <a:ext cx="96205" cy="60474"/>
              </a:xfrm>
              <a:custGeom>
                <a:avLst/>
                <a:gdLst/>
                <a:ahLst/>
                <a:cxnLst/>
                <a:rect l="l" t="t" r="r" b="b"/>
                <a:pathLst>
                  <a:path w="2329" h="1464" extrusionOk="0">
                    <a:moveTo>
                      <a:pt x="0" y="134"/>
                    </a:moveTo>
                    <a:lnTo>
                      <a:pt x="241" y="0"/>
                    </a:lnTo>
                    <a:lnTo>
                      <a:pt x="2329" y="1196"/>
                    </a:lnTo>
                    <a:lnTo>
                      <a:pt x="2329" y="1463"/>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3070;p67">
                <a:extLst>
                  <a:ext uri="{FF2B5EF4-FFF2-40B4-BE49-F238E27FC236}">
                    <a16:creationId xmlns:a16="http://schemas.microsoft.com/office/drawing/2014/main" id="{AF6FF11C-0486-36DA-D5FA-C3BAB39A8DA8}"/>
                  </a:ext>
                </a:extLst>
              </p:cNvPr>
              <p:cNvSpPr/>
              <p:nvPr/>
            </p:nvSpPr>
            <p:spPr>
              <a:xfrm>
                <a:off x="10284886" y="3226392"/>
                <a:ext cx="162215" cy="162545"/>
              </a:xfrm>
              <a:custGeom>
                <a:avLst/>
                <a:gdLst/>
                <a:ahLst/>
                <a:cxnLst/>
                <a:rect l="l" t="t" r="r" b="b"/>
                <a:pathLst>
                  <a:path w="3927" h="3935" extrusionOk="0">
                    <a:moveTo>
                      <a:pt x="3926" y="2213"/>
                    </a:moveTo>
                    <a:lnTo>
                      <a:pt x="1" y="0"/>
                    </a:lnTo>
                    <a:lnTo>
                      <a:pt x="1" y="1731"/>
                    </a:lnTo>
                    <a:lnTo>
                      <a:pt x="3926" y="3934"/>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3071;p67">
                <a:extLst>
                  <a:ext uri="{FF2B5EF4-FFF2-40B4-BE49-F238E27FC236}">
                    <a16:creationId xmlns:a16="http://schemas.microsoft.com/office/drawing/2014/main" id="{E1DB8D6C-786E-BCA2-B351-2EB9A0494309}"/>
                  </a:ext>
                </a:extLst>
              </p:cNvPr>
              <p:cNvSpPr/>
              <p:nvPr/>
            </p:nvSpPr>
            <p:spPr>
              <a:xfrm>
                <a:off x="10291908" y="3230812"/>
                <a:ext cx="155192" cy="150029"/>
              </a:xfrm>
              <a:custGeom>
                <a:avLst/>
                <a:gdLst/>
                <a:ahLst/>
                <a:cxnLst/>
                <a:rect l="l" t="t" r="r" b="b"/>
                <a:pathLst>
                  <a:path w="3757" h="3632" extrusionOk="0">
                    <a:moveTo>
                      <a:pt x="0" y="0"/>
                    </a:moveTo>
                    <a:lnTo>
                      <a:pt x="0" y="1526"/>
                    </a:lnTo>
                    <a:lnTo>
                      <a:pt x="3756" y="3631"/>
                    </a:lnTo>
                    <a:lnTo>
                      <a:pt x="3756" y="2106"/>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3072;p67">
                <a:extLst>
                  <a:ext uri="{FF2B5EF4-FFF2-40B4-BE49-F238E27FC236}">
                    <a16:creationId xmlns:a16="http://schemas.microsoft.com/office/drawing/2014/main" id="{BB4F635F-B26B-4552-DF0A-269419EDFEB0}"/>
                  </a:ext>
                </a:extLst>
              </p:cNvPr>
              <p:cNvSpPr/>
              <p:nvPr/>
            </p:nvSpPr>
            <p:spPr>
              <a:xfrm>
                <a:off x="10291908" y="3235975"/>
                <a:ext cx="155192" cy="93272"/>
              </a:xfrm>
              <a:custGeom>
                <a:avLst/>
                <a:gdLst/>
                <a:ahLst/>
                <a:cxnLst/>
                <a:rect l="l" t="t" r="r" b="b"/>
                <a:pathLst>
                  <a:path w="3757" h="2258" extrusionOk="0">
                    <a:moveTo>
                      <a:pt x="0" y="0"/>
                    </a:moveTo>
                    <a:lnTo>
                      <a:pt x="0" y="205"/>
                    </a:lnTo>
                    <a:lnTo>
                      <a:pt x="3756" y="2257"/>
                    </a:lnTo>
                    <a:lnTo>
                      <a:pt x="3756" y="206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3073;p67">
                <a:extLst>
                  <a:ext uri="{FF2B5EF4-FFF2-40B4-BE49-F238E27FC236}">
                    <a16:creationId xmlns:a16="http://schemas.microsoft.com/office/drawing/2014/main" id="{50A60E70-466B-7F98-4A49-ACDA9762113F}"/>
                  </a:ext>
                </a:extLst>
              </p:cNvPr>
              <p:cNvSpPr/>
              <p:nvPr/>
            </p:nvSpPr>
            <p:spPr>
              <a:xfrm>
                <a:off x="10291908" y="3238908"/>
                <a:ext cx="155192" cy="93272"/>
              </a:xfrm>
              <a:custGeom>
                <a:avLst/>
                <a:gdLst/>
                <a:ahLst/>
                <a:cxnLst/>
                <a:rect l="l" t="t" r="r" b="b"/>
                <a:pathLst>
                  <a:path w="3757" h="2258" extrusionOk="0">
                    <a:moveTo>
                      <a:pt x="0" y="1"/>
                    </a:moveTo>
                    <a:lnTo>
                      <a:pt x="0" y="197"/>
                    </a:lnTo>
                    <a:lnTo>
                      <a:pt x="3756" y="2258"/>
                    </a:lnTo>
                    <a:lnTo>
                      <a:pt x="3756" y="205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3074;p67">
                <a:extLst>
                  <a:ext uri="{FF2B5EF4-FFF2-40B4-BE49-F238E27FC236}">
                    <a16:creationId xmlns:a16="http://schemas.microsoft.com/office/drawing/2014/main" id="{20DCE1F6-A8FA-530F-3843-9483C8972E91}"/>
                  </a:ext>
                </a:extLst>
              </p:cNvPr>
              <p:cNvSpPr/>
              <p:nvPr/>
            </p:nvSpPr>
            <p:spPr>
              <a:xfrm>
                <a:off x="10291908" y="3250722"/>
                <a:ext cx="155192" cy="93272"/>
              </a:xfrm>
              <a:custGeom>
                <a:avLst/>
                <a:gdLst/>
                <a:ahLst/>
                <a:cxnLst/>
                <a:rect l="l" t="t" r="r" b="b"/>
                <a:pathLst>
                  <a:path w="3757" h="2258" extrusionOk="0">
                    <a:moveTo>
                      <a:pt x="0" y="0"/>
                    </a:moveTo>
                    <a:lnTo>
                      <a:pt x="0" y="205"/>
                    </a:lnTo>
                    <a:lnTo>
                      <a:pt x="3756" y="2257"/>
                    </a:lnTo>
                    <a:lnTo>
                      <a:pt x="3756" y="206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3075;p67">
                <a:extLst>
                  <a:ext uri="{FF2B5EF4-FFF2-40B4-BE49-F238E27FC236}">
                    <a16:creationId xmlns:a16="http://schemas.microsoft.com/office/drawing/2014/main" id="{833C4FA8-82D3-604A-FA04-E9A196A13796}"/>
                  </a:ext>
                </a:extLst>
              </p:cNvPr>
              <p:cNvSpPr/>
              <p:nvPr/>
            </p:nvSpPr>
            <p:spPr>
              <a:xfrm>
                <a:off x="10291908" y="3253655"/>
                <a:ext cx="155192" cy="93272"/>
              </a:xfrm>
              <a:custGeom>
                <a:avLst/>
                <a:gdLst/>
                <a:ahLst/>
                <a:cxnLst/>
                <a:rect l="l" t="t" r="r" b="b"/>
                <a:pathLst>
                  <a:path w="3757" h="2258" extrusionOk="0">
                    <a:moveTo>
                      <a:pt x="0" y="0"/>
                    </a:moveTo>
                    <a:lnTo>
                      <a:pt x="0" y="197"/>
                    </a:lnTo>
                    <a:lnTo>
                      <a:pt x="3756" y="2257"/>
                    </a:lnTo>
                    <a:lnTo>
                      <a:pt x="3756" y="205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3076;p67">
                <a:extLst>
                  <a:ext uri="{FF2B5EF4-FFF2-40B4-BE49-F238E27FC236}">
                    <a16:creationId xmlns:a16="http://schemas.microsoft.com/office/drawing/2014/main" id="{8150F840-7C87-A522-8FAF-C8D2BD1C31BF}"/>
                  </a:ext>
                </a:extLst>
              </p:cNvPr>
              <p:cNvSpPr/>
              <p:nvPr/>
            </p:nvSpPr>
            <p:spPr>
              <a:xfrm>
                <a:off x="10291908" y="3265427"/>
                <a:ext cx="155192" cy="93272"/>
              </a:xfrm>
              <a:custGeom>
                <a:avLst/>
                <a:gdLst/>
                <a:ahLst/>
                <a:cxnLst/>
                <a:rect l="l" t="t" r="r" b="b"/>
                <a:pathLst>
                  <a:path w="3757" h="2258" extrusionOk="0">
                    <a:moveTo>
                      <a:pt x="0" y="1"/>
                    </a:moveTo>
                    <a:lnTo>
                      <a:pt x="0" y="206"/>
                    </a:lnTo>
                    <a:lnTo>
                      <a:pt x="3756" y="2258"/>
                    </a:lnTo>
                    <a:lnTo>
                      <a:pt x="3756" y="206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3077;p67">
                <a:extLst>
                  <a:ext uri="{FF2B5EF4-FFF2-40B4-BE49-F238E27FC236}">
                    <a16:creationId xmlns:a16="http://schemas.microsoft.com/office/drawing/2014/main" id="{FBCDF848-935F-9D4B-9159-952A6D04CADF}"/>
                  </a:ext>
                </a:extLst>
              </p:cNvPr>
              <p:cNvSpPr/>
              <p:nvPr/>
            </p:nvSpPr>
            <p:spPr>
              <a:xfrm>
                <a:off x="10291908" y="3268402"/>
                <a:ext cx="155192" cy="93272"/>
              </a:xfrm>
              <a:custGeom>
                <a:avLst/>
                <a:gdLst/>
                <a:ahLst/>
                <a:cxnLst/>
                <a:rect l="l" t="t" r="r" b="b"/>
                <a:pathLst>
                  <a:path w="3757" h="2258" extrusionOk="0">
                    <a:moveTo>
                      <a:pt x="0" y="0"/>
                    </a:moveTo>
                    <a:lnTo>
                      <a:pt x="0" y="197"/>
                    </a:lnTo>
                    <a:lnTo>
                      <a:pt x="3756" y="2257"/>
                    </a:lnTo>
                    <a:lnTo>
                      <a:pt x="3756" y="206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3078;p67">
                <a:extLst>
                  <a:ext uri="{FF2B5EF4-FFF2-40B4-BE49-F238E27FC236}">
                    <a16:creationId xmlns:a16="http://schemas.microsoft.com/office/drawing/2014/main" id="{807AB9DA-F5ED-CBB7-1F59-C982638168CD}"/>
                  </a:ext>
                </a:extLst>
              </p:cNvPr>
              <p:cNvSpPr/>
              <p:nvPr/>
            </p:nvSpPr>
            <p:spPr>
              <a:xfrm>
                <a:off x="10291908" y="3280174"/>
                <a:ext cx="155192" cy="93272"/>
              </a:xfrm>
              <a:custGeom>
                <a:avLst/>
                <a:gdLst/>
                <a:ahLst/>
                <a:cxnLst/>
                <a:rect l="l" t="t" r="r" b="b"/>
                <a:pathLst>
                  <a:path w="3757" h="2258" extrusionOk="0">
                    <a:moveTo>
                      <a:pt x="0" y="1"/>
                    </a:moveTo>
                    <a:lnTo>
                      <a:pt x="0" y="206"/>
                    </a:lnTo>
                    <a:lnTo>
                      <a:pt x="3756" y="2258"/>
                    </a:lnTo>
                    <a:lnTo>
                      <a:pt x="3756" y="206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3079;p67">
                <a:extLst>
                  <a:ext uri="{FF2B5EF4-FFF2-40B4-BE49-F238E27FC236}">
                    <a16:creationId xmlns:a16="http://schemas.microsoft.com/office/drawing/2014/main" id="{C53AC5C7-F3A4-6AEE-F627-34D07F7E9CC6}"/>
                  </a:ext>
                </a:extLst>
              </p:cNvPr>
              <p:cNvSpPr/>
              <p:nvPr/>
            </p:nvSpPr>
            <p:spPr>
              <a:xfrm>
                <a:off x="10291908" y="3283148"/>
                <a:ext cx="155192" cy="93272"/>
              </a:xfrm>
              <a:custGeom>
                <a:avLst/>
                <a:gdLst/>
                <a:ahLst/>
                <a:cxnLst/>
                <a:rect l="l" t="t" r="r" b="b"/>
                <a:pathLst>
                  <a:path w="3757" h="2258" extrusionOk="0">
                    <a:moveTo>
                      <a:pt x="0" y="0"/>
                    </a:moveTo>
                    <a:lnTo>
                      <a:pt x="0" y="196"/>
                    </a:lnTo>
                    <a:lnTo>
                      <a:pt x="3756" y="2257"/>
                    </a:lnTo>
                    <a:lnTo>
                      <a:pt x="3756" y="206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3080;p67">
                <a:extLst>
                  <a:ext uri="{FF2B5EF4-FFF2-40B4-BE49-F238E27FC236}">
                    <a16:creationId xmlns:a16="http://schemas.microsoft.com/office/drawing/2014/main" id="{0190BC92-E8EB-09A6-F049-0AFB363A963D}"/>
                  </a:ext>
                </a:extLst>
              </p:cNvPr>
              <p:cNvSpPr/>
              <p:nvPr/>
            </p:nvSpPr>
            <p:spPr>
              <a:xfrm>
                <a:off x="11310468" y="2860449"/>
                <a:ext cx="39449" cy="51634"/>
              </a:xfrm>
              <a:custGeom>
                <a:avLst/>
                <a:gdLst/>
                <a:ahLst/>
                <a:cxnLst/>
                <a:rect l="l" t="t" r="r" b="b"/>
                <a:pathLst>
                  <a:path w="955" h="1250" extrusionOk="0">
                    <a:moveTo>
                      <a:pt x="955" y="1"/>
                    </a:moveTo>
                    <a:lnTo>
                      <a:pt x="955" y="670"/>
                    </a:lnTo>
                    <a:lnTo>
                      <a:pt x="0" y="1250"/>
                    </a:lnTo>
                    <a:lnTo>
                      <a:pt x="0" y="581"/>
                    </a:lnTo>
                    <a:lnTo>
                      <a:pt x="955" y="1"/>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3081;p67">
                <a:extLst>
                  <a:ext uri="{FF2B5EF4-FFF2-40B4-BE49-F238E27FC236}">
                    <a16:creationId xmlns:a16="http://schemas.microsoft.com/office/drawing/2014/main" id="{1FF209D3-2646-FF33-6E47-5E05C135166D}"/>
                  </a:ext>
                </a:extLst>
              </p:cNvPr>
              <p:cNvSpPr/>
              <p:nvPr/>
            </p:nvSpPr>
            <p:spPr>
              <a:xfrm>
                <a:off x="11310097" y="2860449"/>
                <a:ext cx="39820" cy="51634"/>
              </a:xfrm>
              <a:custGeom>
                <a:avLst/>
                <a:gdLst/>
                <a:ahLst/>
                <a:cxnLst/>
                <a:rect l="l" t="t" r="r" b="b"/>
                <a:pathLst>
                  <a:path w="964" h="1250" extrusionOk="0">
                    <a:moveTo>
                      <a:pt x="857" y="598"/>
                    </a:moveTo>
                    <a:lnTo>
                      <a:pt x="857" y="63"/>
                    </a:lnTo>
                    <a:lnTo>
                      <a:pt x="964" y="1"/>
                    </a:lnTo>
                    <a:lnTo>
                      <a:pt x="964" y="1"/>
                    </a:lnTo>
                    <a:lnTo>
                      <a:pt x="964" y="670"/>
                    </a:lnTo>
                    <a:lnTo>
                      <a:pt x="0" y="1250"/>
                    </a:lnTo>
                    <a:lnTo>
                      <a:pt x="0" y="1116"/>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3082;p67">
                <a:extLst>
                  <a:ext uri="{FF2B5EF4-FFF2-40B4-BE49-F238E27FC236}">
                    <a16:creationId xmlns:a16="http://schemas.microsoft.com/office/drawing/2014/main" id="{73A231AF-98C2-7BBA-7AAF-882D921CC555}"/>
                  </a:ext>
                </a:extLst>
              </p:cNvPr>
              <p:cNvSpPr/>
              <p:nvPr/>
            </p:nvSpPr>
            <p:spPr>
              <a:xfrm>
                <a:off x="11345456" y="2860449"/>
                <a:ext cx="4461" cy="27676"/>
              </a:xfrm>
              <a:custGeom>
                <a:avLst/>
                <a:gdLst/>
                <a:ahLst/>
                <a:cxnLst/>
                <a:rect l="l" t="t" r="r" b="b"/>
                <a:pathLst>
                  <a:path w="108" h="670" extrusionOk="0">
                    <a:moveTo>
                      <a:pt x="1" y="63"/>
                    </a:moveTo>
                    <a:lnTo>
                      <a:pt x="1" y="598"/>
                    </a:lnTo>
                    <a:lnTo>
                      <a:pt x="108" y="670"/>
                    </a:lnTo>
                    <a:lnTo>
                      <a:pt x="108" y="1"/>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3083;p67">
                <a:extLst>
                  <a:ext uri="{FF2B5EF4-FFF2-40B4-BE49-F238E27FC236}">
                    <a16:creationId xmlns:a16="http://schemas.microsoft.com/office/drawing/2014/main" id="{EF7A5D7C-936D-846F-88DD-7D7123476F60}"/>
                  </a:ext>
                </a:extLst>
              </p:cNvPr>
              <p:cNvSpPr/>
              <p:nvPr/>
            </p:nvSpPr>
            <p:spPr>
              <a:xfrm>
                <a:off x="10290793" y="3329206"/>
                <a:ext cx="118346" cy="116115"/>
              </a:xfrm>
              <a:custGeom>
                <a:avLst/>
                <a:gdLst/>
                <a:ahLst/>
                <a:cxnLst/>
                <a:rect l="l" t="t" r="r" b="b"/>
                <a:pathLst>
                  <a:path w="2865" h="2811" extrusionOk="0">
                    <a:moveTo>
                      <a:pt x="1" y="188"/>
                    </a:moveTo>
                    <a:lnTo>
                      <a:pt x="1" y="1080"/>
                    </a:lnTo>
                    <a:cubicBezTo>
                      <a:pt x="1" y="1178"/>
                      <a:pt x="45" y="1258"/>
                      <a:pt x="135" y="1312"/>
                    </a:cubicBezTo>
                    <a:lnTo>
                      <a:pt x="2632" y="2748"/>
                    </a:lnTo>
                    <a:cubicBezTo>
                      <a:pt x="2739" y="2810"/>
                      <a:pt x="2864" y="2730"/>
                      <a:pt x="2864" y="2614"/>
                    </a:cubicBezTo>
                    <a:lnTo>
                      <a:pt x="2864" y="1722"/>
                    </a:lnTo>
                    <a:cubicBezTo>
                      <a:pt x="2864" y="1633"/>
                      <a:pt x="2811" y="1544"/>
                      <a:pt x="2731" y="1499"/>
                    </a:cubicBezTo>
                    <a:lnTo>
                      <a:pt x="233" y="54"/>
                    </a:lnTo>
                    <a:cubicBezTo>
                      <a:pt x="126" y="0"/>
                      <a:pt x="1" y="72"/>
                      <a:pt x="1" y="188"/>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3084;p67">
                <a:extLst>
                  <a:ext uri="{FF2B5EF4-FFF2-40B4-BE49-F238E27FC236}">
                    <a16:creationId xmlns:a16="http://schemas.microsoft.com/office/drawing/2014/main" id="{022AC080-829D-F14D-5FFC-1B4DC1CE1B65}"/>
                  </a:ext>
                </a:extLst>
              </p:cNvPr>
              <p:cNvSpPr/>
              <p:nvPr/>
            </p:nvSpPr>
            <p:spPr>
              <a:xfrm>
                <a:off x="10390674" y="3445652"/>
                <a:ext cx="60474" cy="52378"/>
              </a:xfrm>
              <a:custGeom>
                <a:avLst/>
                <a:gdLst/>
                <a:ahLst/>
                <a:cxnLst/>
                <a:rect l="l" t="t" r="r" b="b"/>
                <a:pathLst>
                  <a:path w="1464" h="1268" extrusionOk="0">
                    <a:moveTo>
                      <a:pt x="0" y="0"/>
                    </a:moveTo>
                    <a:lnTo>
                      <a:pt x="0" y="429"/>
                    </a:lnTo>
                    <a:lnTo>
                      <a:pt x="1463" y="1267"/>
                    </a:lnTo>
                    <a:lnTo>
                      <a:pt x="1463" y="839"/>
                    </a:lnTo>
                    <a:lnTo>
                      <a:pt x="0"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3085;p67">
                <a:extLst>
                  <a:ext uri="{FF2B5EF4-FFF2-40B4-BE49-F238E27FC236}">
                    <a16:creationId xmlns:a16="http://schemas.microsoft.com/office/drawing/2014/main" id="{961A1523-62E7-E9C9-28C9-4491B5F9616B}"/>
                  </a:ext>
                </a:extLst>
              </p:cNvPr>
              <p:cNvSpPr/>
              <p:nvPr/>
            </p:nvSpPr>
            <p:spPr>
              <a:xfrm>
                <a:off x="10390674" y="3445652"/>
                <a:ext cx="60474" cy="52378"/>
              </a:xfrm>
              <a:custGeom>
                <a:avLst/>
                <a:gdLst/>
                <a:ahLst/>
                <a:cxnLst/>
                <a:rect l="l" t="t" r="r" b="b"/>
                <a:pathLst>
                  <a:path w="1464" h="1268" extrusionOk="0">
                    <a:moveTo>
                      <a:pt x="0" y="0"/>
                    </a:moveTo>
                    <a:lnTo>
                      <a:pt x="54" y="36"/>
                    </a:lnTo>
                    <a:lnTo>
                      <a:pt x="54" y="402"/>
                    </a:lnTo>
                    <a:lnTo>
                      <a:pt x="1463" y="1205"/>
                    </a:lnTo>
                    <a:lnTo>
                      <a:pt x="1463" y="1267"/>
                    </a:lnTo>
                    <a:lnTo>
                      <a:pt x="0" y="429"/>
                    </a:lnTo>
                    <a:lnTo>
                      <a:pt x="0"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3086;p67">
                <a:extLst>
                  <a:ext uri="{FF2B5EF4-FFF2-40B4-BE49-F238E27FC236}">
                    <a16:creationId xmlns:a16="http://schemas.microsoft.com/office/drawing/2014/main" id="{8EAD9FEF-F171-DB3C-66CD-14F351878458}"/>
                  </a:ext>
                </a:extLst>
              </p:cNvPr>
              <p:cNvSpPr/>
              <p:nvPr/>
            </p:nvSpPr>
            <p:spPr>
              <a:xfrm>
                <a:off x="10390674" y="3445652"/>
                <a:ext cx="2231" cy="17721"/>
              </a:xfrm>
              <a:custGeom>
                <a:avLst/>
                <a:gdLst/>
                <a:ahLst/>
                <a:cxnLst/>
                <a:rect l="l" t="t" r="r" b="b"/>
                <a:pathLst>
                  <a:path w="54" h="429" extrusionOk="0">
                    <a:moveTo>
                      <a:pt x="54" y="36"/>
                    </a:moveTo>
                    <a:lnTo>
                      <a:pt x="54" y="402"/>
                    </a:lnTo>
                    <a:lnTo>
                      <a:pt x="0" y="429"/>
                    </a:lnTo>
                    <a:lnTo>
                      <a:pt x="0"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3087;p67">
                <a:extLst>
                  <a:ext uri="{FF2B5EF4-FFF2-40B4-BE49-F238E27FC236}">
                    <a16:creationId xmlns:a16="http://schemas.microsoft.com/office/drawing/2014/main" id="{32BF2353-34E8-58F3-0E75-CF1D33623F85}"/>
                  </a:ext>
                </a:extLst>
              </p:cNvPr>
              <p:cNvSpPr/>
              <p:nvPr/>
            </p:nvSpPr>
            <p:spPr>
              <a:xfrm>
                <a:off x="10314008" y="3401783"/>
                <a:ext cx="60846" cy="52006"/>
              </a:xfrm>
              <a:custGeom>
                <a:avLst/>
                <a:gdLst/>
                <a:ahLst/>
                <a:cxnLst/>
                <a:rect l="l" t="t" r="r" b="b"/>
                <a:pathLst>
                  <a:path w="1473" h="1259" extrusionOk="0">
                    <a:moveTo>
                      <a:pt x="1" y="1"/>
                    </a:moveTo>
                    <a:lnTo>
                      <a:pt x="1" y="429"/>
                    </a:lnTo>
                    <a:lnTo>
                      <a:pt x="1473" y="1259"/>
                    </a:lnTo>
                    <a:lnTo>
                      <a:pt x="1473" y="830"/>
                    </a:lnTo>
                    <a:lnTo>
                      <a:pt x="1"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3088;p67">
                <a:extLst>
                  <a:ext uri="{FF2B5EF4-FFF2-40B4-BE49-F238E27FC236}">
                    <a16:creationId xmlns:a16="http://schemas.microsoft.com/office/drawing/2014/main" id="{F937805A-804D-F11F-4F6F-1D02FC5F6D26}"/>
                  </a:ext>
                </a:extLst>
              </p:cNvPr>
              <p:cNvSpPr/>
              <p:nvPr/>
            </p:nvSpPr>
            <p:spPr>
              <a:xfrm>
                <a:off x="10314008" y="3401783"/>
                <a:ext cx="60846" cy="52006"/>
              </a:xfrm>
              <a:custGeom>
                <a:avLst/>
                <a:gdLst/>
                <a:ahLst/>
                <a:cxnLst/>
                <a:rect l="l" t="t" r="r" b="b"/>
                <a:pathLst>
                  <a:path w="1473" h="1259" extrusionOk="0">
                    <a:moveTo>
                      <a:pt x="10" y="1"/>
                    </a:moveTo>
                    <a:lnTo>
                      <a:pt x="63" y="36"/>
                    </a:lnTo>
                    <a:lnTo>
                      <a:pt x="63" y="393"/>
                    </a:lnTo>
                    <a:lnTo>
                      <a:pt x="1473" y="1196"/>
                    </a:lnTo>
                    <a:lnTo>
                      <a:pt x="1473" y="1259"/>
                    </a:lnTo>
                    <a:lnTo>
                      <a:pt x="1" y="429"/>
                    </a:lnTo>
                    <a:lnTo>
                      <a:pt x="1"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3089;p67">
                <a:extLst>
                  <a:ext uri="{FF2B5EF4-FFF2-40B4-BE49-F238E27FC236}">
                    <a16:creationId xmlns:a16="http://schemas.microsoft.com/office/drawing/2014/main" id="{5FF935C6-4C3F-3D2D-8394-57BE3F6808B8}"/>
                  </a:ext>
                </a:extLst>
              </p:cNvPr>
              <p:cNvSpPr/>
              <p:nvPr/>
            </p:nvSpPr>
            <p:spPr>
              <a:xfrm>
                <a:off x="10314008" y="3401783"/>
                <a:ext cx="2644" cy="17721"/>
              </a:xfrm>
              <a:custGeom>
                <a:avLst/>
                <a:gdLst/>
                <a:ahLst/>
                <a:cxnLst/>
                <a:rect l="l" t="t" r="r" b="b"/>
                <a:pathLst>
                  <a:path w="64" h="429" extrusionOk="0">
                    <a:moveTo>
                      <a:pt x="63" y="36"/>
                    </a:moveTo>
                    <a:lnTo>
                      <a:pt x="63" y="393"/>
                    </a:lnTo>
                    <a:lnTo>
                      <a:pt x="1" y="429"/>
                    </a:lnTo>
                    <a:lnTo>
                      <a:pt x="10"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3090;p67">
                <a:extLst>
                  <a:ext uri="{FF2B5EF4-FFF2-40B4-BE49-F238E27FC236}">
                    <a16:creationId xmlns:a16="http://schemas.microsoft.com/office/drawing/2014/main" id="{6CD8CAB7-1572-AA65-A750-260CE2D914E7}"/>
                  </a:ext>
                </a:extLst>
              </p:cNvPr>
              <p:cNvSpPr/>
              <p:nvPr/>
            </p:nvSpPr>
            <p:spPr>
              <a:xfrm>
                <a:off x="10238084" y="3358658"/>
                <a:ext cx="60846" cy="52006"/>
              </a:xfrm>
              <a:custGeom>
                <a:avLst/>
                <a:gdLst/>
                <a:ahLst/>
                <a:cxnLst/>
                <a:rect l="l" t="t" r="r" b="b"/>
                <a:pathLst>
                  <a:path w="1473" h="1259" extrusionOk="0">
                    <a:moveTo>
                      <a:pt x="1" y="1"/>
                    </a:moveTo>
                    <a:lnTo>
                      <a:pt x="1" y="420"/>
                    </a:lnTo>
                    <a:lnTo>
                      <a:pt x="1473" y="1259"/>
                    </a:lnTo>
                    <a:lnTo>
                      <a:pt x="1473" y="831"/>
                    </a:lnTo>
                    <a:lnTo>
                      <a:pt x="1"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3091;p67">
                <a:extLst>
                  <a:ext uri="{FF2B5EF4-FFF2-40B4-BE49-F238E27FC236}">
                    <a16:creationId xmlns:a16="http://schemas.microsoft.com/office/drawing/2014/main" id="{F885A929-413A-F1EC-6E00-06E36605CB62}"/>
                  </a:ext>
                </a:extLst>
              </p:cNvPr>
              <p:cNvSpPr/>
              <p:nvPr/>
            </p:nvSpPr>
            <p:spPr>
              <a:xfrm>
                <a:off x="10238084" y="3358658"/>
                <a:ext cx="60846" cy="52006"/>
              </a:xfrm>
              <a:custGeom>
                <a:avLst/>
                <a:gdLst/>
                <a:ahLst/>
                <a:cxnLst/>
                <a:rect l="l" t="t" r="r" b="b"/>
                <a:pathLst>
                  <a:path w="1473" h="1259" extrusionOk="0">
                    <a:moveTo>
                      <a:pt x="1" y="1"/>
                    </a:moveTo>
                    <a:lnTo>
                      <a:pt x="63" y="28"/>
                    </a:lnTo>
                    <a:lnTo>
                      <a:pt x="63" y="393"/>
                    </a:lnTo>
                    <a:lnTo>
                      <a:pt x="1473" y="1196"/>
                    </a:lnTo>
                    <a:lnTo>
                      <a:pt x="1473" y="1259"/>
                    </a:lnTo>
                    <a:lnTo>
                      <a:pt x="1" y="420"/>
                    </a:lnTo>
                    <a:lnTo>
                      <a:pt x="1"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3092;p67">
                <a:extLst>
                  <a:ext uri="{FF2B5EF4-FFF2-40B4-BE49-F238E27FC236}">
                    <a16:creationId xmlns:a16="http://schemas.microsoft.com/office/drawing/2014/main" id="{7307EF7E-06A6-DB8C-238F-4AD74975A9E9}"/>
                  </a:ext>
                </a:extLst>
              </p:cNvPr>
              <p:cNvSpPr/>
              <p:nvPr/>
            </p:nvSpPr>
            <p:spPr>
              <a:xfrm>
                <a:off x="10238084" y="3358658"/>
                <a:ext cx="2644" cy="17390"/>
              </a:xfrm>
              <a:custGeom>
                <a:avLst/>
                <a:gdLst/>
                <a:ahLst/>
                <a:cxnLst/>
                <a:rect l="l" t="t" r="r" b="b"/>
                <a:pathLst>
                  <a:path w="64" h="421" extrusionOk="0">
                    <a:moveTo>
                      <a:pt x="63" y="28"/>
                    </a:moveTo>
                    <a:lnTo>
                      <a:pt x="63" y="393"/>
                    </a:lnTo>
                    <a:lnTo>
                      <a:pt x="1" y="420"/>
                    </a:lnTo>
                    <a:lnTo>
                      <a:pt x="1"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3093;p67">
                <a:extLst>
                  <a:ext uri="{FF2B5EF4-FFF2-40B4-BE49-F238E27FC236}">
                    <a16:creationId xmlns:a16="http://schemas.microsoft.com/office/drawing/2014/main" id="{511A7672-8C57-595F-8FA7-BCDD618DC62B}"/>
                  </a:ext>
                </a:extLst>
              </p:cNvPr>
              <p:cNvSpPr/>
              <p:nvPr/>
            </p:nvSpPr>
            <p:spPr>
              <a:xfrm>
                <a:off x="10153363" y="3357213"/>
                <a:ext cx="391389" cy="227398"/>
              </a:xfrm>
              <a:custGeom>
                <a:avLst/>
                <a:gdLst/>
                <a:ahLst/>
                <a:cxnLst/>
                <a:rect l="l" t="t" r="r" b="b"/>
                <a:pathLst>
                  <a:path w="9475" h="5505" extrusionOk="0">
                    <a:moveTo>
                      <a:pt x="9474" y="5389"/>
                    </a:moveTo>
                    <a:lnTo>
                      <a:pt x="0" y="0"/>
                    </a:lnTo>
                    <a:lnTo>
                      <a:pt x="0" y="116"/>
                    </a:lnTo>
                    <a:lnTo>
                      <a:pt x="9474" y="5505"/>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3094;p67">
                <a:extLst>
                  <a:ext uri="{FF2B5EF4-FFF2-40B4-BE49-F238E27FC236}">
                    <a16:creationId xmlns:a16="http://schemas.microsoft.com/office/drawing/2014/main" id="{65DCD2B4-BDB3-EC69-90B6-6A1CA3569093}"/>
                  </a:ext>
                </a:extLst>
              </p:cNvPr>
              <p:cNvSpPr/>
              <p:nvPr/>
            </p:nvSpPr>
            <p:spPr>
              <a:xfrm>
                <a:off x="10544710" y="3569451"/>
                <a:ext cx="17349" cy="15160"/>
              </a:xfrm>
              <a:custGeom>
                <a:avLst/>
                <a:gdLst/>
                <a:ahLst/>
                <a:cxnLst/>
                <a:rect l="l" t="t" r="r" b="b"/>
                <a:pathLst>
                  <a:path w="420" h="367" extrusionOk="0">
                    <a:moveTo>
                      <a:pt x="0" y="367"/>
                    </a:moveTo>
                    <a:lnTo>
                      <a:pt x="420" y="126"/>
                    </a:lnTo>
                    <a:lnTo>
                      <a:pt x="420" y="1"/>
                    </a:lnTo>
                    <a:lnTo>
                      <a:pt x="0" y="251"/>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3095;p67">
                <a:extLst>
                  <a:ext uri="{FF2B5EF4-FFF2-40B4-BE49-F238E27FC236}">
                    <a16:creationId xmlns:a16="http://schemas.microsoft.com/office/drawing/2014/main" id="{CB7FA5D2-34C2-B577-8235-A423699BB20A}"/>
                  </a:ext>
                </a:extLst>
              </p:cNvPr>
              <p:cNvSpPr/>
              <p:nvPr/>
            </p:nvSpPr>
            <p:spPr>
              <a:xfrm>
                <a:off x="10153363" y="3346886"/>
                <a:ext cx="408696" cy="232933"/>
              </a:xfrm>
              <a:custGeom>
                <a:avLst/>
                <a:gdLst/>
                <a:ahLst/>
                <a:cxnLst/>
                <a:rect l="l" t="t" r="r" b="b"/>
                <a:pathLst>
                  <a:path w="9894" h="5639" extrusionOk="0">
                    <a:moveTo>
                      <a:pt x="0" y="250"/>
                    </a:moveTo>
                    <a:lnTo>
                      <a:pt x="419" y="0"/>
                    </a:lnTo>
                    <a:lnTo>
                      <a:pt x="9894" y="5389"/>
                    </a:lnTo>
                    <a:lnTo>
                      <a:pt x="9474" y="5639"/>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3096;p67">
                <a:extLst>
                  <a:ext uri="{FF2B5EF4-FFF2-40B4-BE49-F238E27FC236}">
                    <a16:creationId xmlns:a16="http://schemas.microsoft.com/office/drawing/2014/main" id="{04EEFA2E-C06F-10F4-9025-A9E381F86074}"/>
                  </a:ext>
                </a:extLst>
              </p:cNvPr>
              <p:cNvSpPr/>
              <p:nvPr/>
            </p:nvSpPr>
            <p:spPr>
              <a:xfrm>
                <a:off x="10897724" y="2968426"/>
                <a:ext cx="637209" cy="401344"/>
              </a:xfrm>
              <a:custGeom>
                <a:avLst/>
                <a:gdLst/>
                <a:ahLst/>
                <a:cxnLst/>
                <a:rect l="l" t="t" r="r" b="b"/>
                <a:pathLst>
                  <a:path w="15426" h="9716" extrusionOk="0">
                    <a:moveTo>
                      <a:pt x="10" y="9564"/>
                    </a:moveTo>
                    <a:cubicBezTo>
                      <a:pt x="10" y="9617"/>
                      <a:pt x="10" y="9662"/>
                      <a:pt x="1" y="9716"/>
                    </a:cubicBezTo>
                    <a:lnTo>
                      <a:pt x="15363" y="456"/>
                    </a:lnTo>
                    <a:cubicBezTo>
                      <a:pt x="15363" y="438"/>
                      <a:pt x="15363" y="429"/>
                      <a:pt x="15372" y="411"/>
                    </a:cubicBezTo>
                    <a:cubicBezTo>
                      <a:pt x="15372" y="340"/>
                      <a:pt x="15381" y="259"/>
                      <a:pt x="15398" y="188"/>
                    </a:cubicBezTo>
                    <a:cubicBezTo>
                      <a:pt x="15407" y="126"/>
                      <a:pt x="15416" y="63"/>
                      <a:pt x="15425" y="1"/>
                    </a:cubicBezTo>
                    <a:lnTo>
                      <a:pt x="1" y="9394"/>
                    </a:lnTo>
                    <a:cubicBezTo>
                      <a:pt x="10" y="9448"/>
                      <a:pt x="10" y="9501"/>
                      <a:pt x="10" y="9555"/>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3097;p67">
                <a:extLst>
                  <a:ext uri="{FF2B5EF4-FFF2-40B4-BE49-F238E27FC236}">
                    <a16:creationId xmlns:a16="http://schemas.microsoft.com/office/drawing/2014/main" id="{4B3ECC1B-9706-EB55-371C-DB18EAFA991C}"/>
                  </a:ext>
                </a:extLst>
              </p:cNvPr>
              <p:cNvSpPr/>
              <p:nvPr/>
            </p:nvSpPr>
            <p:spPr>
              <a:xfrm>
                <a:off x="10895906" y="2976151"/>
                <a:ext cx="637912" cy="410225"/>
              </a:xfrm>
              <a:custGeom>
                <a:avLst/>
                <a:gdLst/>
                <a:ahLst/>
                <a:cxnLst/>
                <a:rect l="l" t="t" r="r" b="b"/>
                <a:pathLst>
                  <a:path w="15443" h="9931" extrusionOk="0">
                    <a:moveTo>
                      <a:pt x="0" y="9930"/>
                    </a:moveTo>
                    <a:lnTo>
                      <a:pt x="9" y="9921"/>
                    </a:lnTo>
                    <a:lnTo>
                      <a:pt x="15416" y="643"/>
                    </a:lnTo>
                    <a:cubicBezTo>
                      <a:pt x="15407" y="572"/>
                      <a:pt x="15407" y="492"/>
                      <a:pt x="15407" y="411"/>
                    </a:cubicBezTo>
                    <a:lnTo>
                      <a:pt x="15407" y="393"/>
                    </a:lnTo>
                    <a:cubicBezTo>
                      <a:pt x="15407" y="349"/>
                      <a:pt x="15407" y="313"/>
                      <a:pt x="15407" y="269"/>
                    </a:cubicBezTo>
                    <a:cubicBezTo>
                      <a:pt x="15407" y="251"/>
                      <a:pt x="15407" y="242"/>
                      <a:pt x="15416" y="224"/>
                    </a:cubicBezTo>
                    <a:cubicBezTo>
                      <a:pt x="15416" y="153"/>
                      <a:pt x="15425" y="72"/>
                      <a:pt x="15442" y="1"/>
                    </a:cubicBezTo>
                    <a:lnTo>
                      <a:pt x="54" y="9368"/>
                    </a:lnTo>
                    <a:lnTo>
                      <a:pt x="54" y="9377"/>
                    </a:lnTo>
                    <a:cubicBezTo>
                      <a:pt x="54" y="9430"/>
                      <a:pt x="54" y="9475"/>
                      <a:pt x="45" y="9529"/>
                    </a:cubicBezTo>
                    <a:cubicBezTo>
                      <a:pt x="45" y="9546"/>
                      <a:pt x="45" y="9564"/>
                      <a:pt x="45" y="9582"/>
                    </a:cubicBezTo>
                    <a:cubicBezTo>
                      <a:pt x="36" y="9645"/>
                      <a:pt x="36" y="9707"/>
                      <a:pt x="27" y="9761"/>
                    </a:cubicBezTo>
                    <a:cubicBezTo>
                      <a:pt x="18" y="9823"/>
                      <a:pt x="9" y="9868"/>
                      <a:pt x="0" y="993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3098;p67">
                <a:extLst>
                  <a:ext uri="{FF2B5EF4-FFF2-40B4-BE49-F238E27FC236}">
                    <a16:creationId xmlns:a16="http://schemas.microsoft.com/office/drawing/2014/main" id="{E24FD13C-73DB-CD28-0EE6-FA9A8C8C9FF5}"/>
                  </a:ext>
                </a:extLst>
              </p:cNvPr>
              <p:cNvSpPr/>
              <p:nvPr/>
            </p:nvSpPr>
            <p:spPr>
              <a:xfrm>
                <a:off x="11677486" y="2816621"/>
                <a:ext cx="120535" cy="87737"/>
              </a:xfrm>
              <a:custGeom>
                <a:avLst/>
                <a:gdLst/>
                <a:ahLst/>
                <a:cxnLst/>
                <a:rect l="l" t="t" r="r" b="b"/>
                <a:pathLst>
                  <a:path w="2918" h="2124" extrusionOk="0">
                    <a:moveTo>
                      <a:pt x="1" y="1767"/>
                    </a:moveTo>
                    <a:cubicBezTo>
                      <a:pt x="10" y="1811"/>
                      <a:pt x="18" y="1865"/>
                      <a:pt x="27" y="1918"/>
                    </a:cubicBezTo>
                    <a:cubicBezTo>
                      <a:pt x="36" y="1981"/>
                      <a:pt x="45" y="2052"/>
                      <a:pt x="45" y="2123"/>
                    </a:cubicBezTo>
                    <a:lnTo>
                      <a:pt x="2918" y="411"/>
                    </a:lnTo>
                    <a:lnTo>
                      <a:pt x="2918"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3099;p67">
                <a:extLst>
                  <a:ext uri="{FF2B5EF4-FFF2-40B4-BE49-F238E27FC236}">
                    <a16:creationId xmlns:a16="http://schemas.microsoft.com/office/drawing/2014/main" id="{5F767D33-3331-84B9-90F8-AE25A2069462}"/>
                  </a:ext>
                </a:extLst>
              </p:cNvPr>
              <p:cNvSpPr/>
              <p:nvPr/>
            </p:nvSpPr>
            <p:spPr>
              <a:xfrm>
                <a:off x="11678601" y="2823602"/>
                <a:ext cx="119420" cy="94759"/>
              </a:xfrm>
              <a:custGeom>
                <a:avLst/>
                <a:gdLst/>
                <a:ahLst/>
                <a:cxnLst/>
                <a:rect l="l" t="t" r="r" b="b"/>
                <a:pathLst>
                  <a:path w="2891" h="2294" extrusionOk="0">
                    <a:moveTo>
                      <a:pt x="18" y="2044"/>
                    </a:moveTo>
                    <a:cubicBezTo>
                      <a:pt x="18" y="2124"/>
                      <a:pt x="18" y="2213"/>
                      <a:pt x="9" y="2293"/>
                    </a:cubicBezTo>
                    <a:lnTo>
                      <a:pt x="2079" y="1098"/>
                    </a:lnTo>
                    <a:lnTo>
                      <a:pt x="2891" y="616"/>
                    </a:lnTo>
                    <a:lnTo>
                      <a:pt x="2891" y="1"/>
                    </a:lnTo>
                    <a:lnTo>
                      <a:pt x="0" y="1749"/>
                    </a:lnTo>
                    <a:cubicBezTo>
                      <a:pt x="9" y="1812"/>
                      <a:pt x="18" y="1883"/>
                      <a:pt x="18" y="1954"/>
                    </a:cubicBezTo>
                    <a:cubicBezTo>
                      <a:pt x="18" y="1990"/>
                      <a:pt x="18" y="2017"/>
                      <a:pt x="18" y="2044"/>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3100;p67">
                <a:extLst>
                  <a:ext uri="{FF2B5EF4-FFF2-40B4-BE49-F238E27FC236}">
                    <a16:creationId xmlns:a16="http://schemas.microsoft.com/office/drawing/2014/main" id="{9968095F-7D3C-B092-3495-58724CDF9FAE}"/>
                  </a:ext>
                </a:extLst>
              </p:cNvPr>
              <p:cNvSpPr/>
              <p:nvPr/>
            </p:nvSpPr>
            <p:spPr>
              <a:xfrm>
                <a:off x="11784720" y="2740698"/>
                <a:ext cx="43166" cy="80756"/>
              </a:xfrm>
              <a:custGeom>
                <a:avLst/>
                <a:gdLst/>
                <a:ahLst/>
                <a:cxnLst/>
                <a:rect l="l" t="t" r="r" b="b"/>
                <a:pathLst>
                  <a:path w="1045" h="1955" extrusionOk="0">
                    <a:moveTo>
                      <a:pt x="1" y="598"/>
                    </a:moveTo>
                    <a:lnTo>
                      <a:pt x="1044" y="0"/>
                    </a:lnTo>
                    <a:lnTo>
                      <a:pt x="1044" y="1356"/>
                    </a:lnTo>
                    <a:lnTo>
                      <a:pt x="1" y="1954"/>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3101;p67">
                <a:extLst>
                  <a:ext uri="{FF2B5EF4-FFF2-40B4-BE49-F238E27FC236}">
                    <a16:creationId xmlns:a16="http://schemas.microsoft.com/office/drawing/2014/main" id="{FAD04322-1F29-2228-F26F-AB0B56D0D565}"/>
                  </a:ext>
                </a:extLst>
              </p:cNvPr>
              <p:cNvSpPr/>
              <p:nvPr/>
            </p:nvSpPr>
            <p:spPr>
              <a:xfrm>
                <a:off x="11767784" y="2755445"/>
                <a:ext cx="16977" cy="66009"/>
              </a:xfrm>
              <a:custGeom>
                <a:avLst/>
                <a:gdLst/>
                <a:ahLst/>
                <a:cxnLst/>
                <a:rect l="l" t="t" r="r" b="b"/>
                <a:pathLst>
                  <a:path w="411" h="1598" extrusionOk="0">
                    <a:moveTo>
                      <a:pt x="411" y="1597"/>
                    </a:moveTo>
                    <a:lnTo>
                      <a:pt x="0" y="1356"/>
                    </a:lnTo>
                    <a:lnTo>
                      <a:pt x="0" y="0"/>
                    </a:lnTo>
                    <a:lnTo>
                      <a:pt x="411" y="241"/>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3102;p67">
                <a:extLst>
                  <a:ext uri="{FF2B5EF4-FFF2-40B4-BE49-F238E27FC236}">
                    <a16:creationId xmlns:a16="http://schemas.microsoft.com/office/drawing/2014/main" id="{DEE64FA2-4ABC-08C3-6AC5-14EEEE01B6E8}"/>
                  </a:ext>
                </a:extLst>
              </p:cNvPr>
              <p:cNvSpPr/>
              <p:nvPr/>
            </p:nvSpPr>
            <p:spPr>
              <a:xfrm>
                <a:off x="11767784" y="2730371"/>
                <a:ext cx="60102" cy="35070"/>
              </a:xfrm>
              <a:custGeom>
                <a:avLst/>
                <a:gdLst/>
                <a:ahLst/>
                <a:cxnLst/>
                <a:rect l="l" t="t" r="r" b="b"/>
                <a:pathLst>
                  <a:path w="1455" h="849" extrusionOk="0">
                    <a:moveTo>
                      <a:pt x="1454" y="250"/>
                    </a:moveTo>
                    <a:lnTo>
                      <a:pt x="1035" y="1"/>
                    </a:lnTo>
                    <a:lnTo>
                      <a:pt x="0" y="607"/>
                    </a:lnTo>
                    <a:lnTo>
                      <a:pt x="411" y="848"/>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3103;p67">
                <a:extLst>
                  <a:ext uri="{FF2B5EF4-FFF2-40B4-BE49-F238E27FC236}">
                    <a16:creationId xmlns:a16="http://schemas.microsoft.com/office/drawing/2014/main" id="{0C643D32-6F7C-CED0-F629-5F69F346F750}"/>
                  </a:ext>
                </a:extLst>
              </p:cNvPr>
              <p:cNvSpPr/>
              <p:nvPr/>
            </p:nvSpPr>
            <p:spPr>
              <a:xfrm>
                <a:off x="10567925" y="3376008"/>
                <a:ext cx="15160" cy="33583"/>
              </a:xfrm>
              <a:custGeom>
                <a:avLst/>
                <a:gdLst/>
                <a:ahLst/>
                <a:cxnLst/>
                <a:rect l="l" t="t" r="r" b="b"/>
                <a:pathLst>
                  <a:path w="367" h="813" extrusionOk="0">
                    <a:moveTo>
                      <a:pt x="366" y="0"/>
                    </a:moveTo>
                    <a:lnTo>
                      <a:pt x="366" y="616"/>
                    </a:lnTo>
                    <a:lnTo>
                      <a:pt x="0" y="812"/>
                    </a:lnTo>
                    <a:lnTo>
                      <a:pt x="0" y="223"/>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3104;p67">
                <a:extLst>
                  <a:ext uri="{FF2B5EF4-FFF2-40B4-BE49-F238E27FC236}">
                    <a16:creationId xmlns:a16="http://schemas.microsoft.com/office/drawing/2014/main" id="{5DD55745-8E75-BA38-593A-6C3FE3D7DFB1}"/>
                  </a:ext>
                </a:extLst>
              </p:cNvPr>
              <p:cNvSpPr/>
              <p:nvPr/>
            </p:nvSpPr>
            <p:spPr>
              <a:xfrm>
                <a:off x="10562018" y="2665147"/>
                <a:ext cx="1236003" cy="730441"/>
              </a:xfrm>
              <a:custGeom>
                <a:avLst/>
                <a:gdLst/>
                <a:ahLst/>
                <a:cxnLst/>
                <a:rect l="l" t="t" r="r" b="b"/>
                <a:pathLst>
                  <a:path w="29922" h="17683" extrusionOk="0">
                    <a:moveTo>
                      <a:pt x="1" y="17281"/>
                    </a:moveTo>
                    <a:lnTo>
                      <a:pt x="1" y="17682"/>
                    </a:lnTo>
                    <a:lnTo>
                      <a:pt x="29922" y="402"/>
                    </a:lnTo>
                    <a:lnTo>
                      <a:pt x="29922"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3105;p67">
                <a:extLst>
                  <a:ext uri="{FF2B5EF4-FFF2-40B4-BE49-F238E27FC236}">
                    <a16:creationId xmlns:a16="http://schemas.microsoft.com/office/drawing/2014/main" id="{5185BA73-FCCC-7491-46BA-71889EECC091}"/>
                  </a:ext>
                </a:extLst>
              </p:cNvPr>
              <p:cNvSpPr/>
              <p:nvPr/>
            </p:nvSpPr>
            <p:spPr>
              <a:xfrm>
                <a:off x="10562018" y="2671797"/>
                <a:ext cx="1236003" cy="730027"/>
              </a:xfrm>
              <a:custGeom>
                <a:avLst/>
                <a:gdLst/>
                <a:ahLst/>
                <a:cxnLst/>
                <a:rect l="l" t="t" r="r" b="b"/>
                <a:pathLst>
                  <a:path w="29922" h="17673" extrusionOk="0">
                    <a:moveTo>
                      <a:pt x="1" y="17271"/>
                    </a:moveTo>
                    <a:lnTo>
                      <a:pt x="1" y="17673"/>
                    </a:lnTo>
                    <a:lnTo>
                      <a:pt x="29922" y="402"/>
                    </a:lnTo>
                    <a:lnTo>
                      <a:pt x="29922"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3106;p67">
                <a:extLst>
                  <a:ext uri="{FF2B5EF4-FFF2-40B4-BE49-F238E27FC236}">
                    <a16:creationId xmlns:a16="http://schemas.microsoft.com/office/drawing/2014/main" id="{3D583324-81D9-9912-8521-7035BA37F38E}"/>
                  </a:ext>
                </a:extLst>
              </p:cNvPr>
              <p:cNvSpPr/>
              <p:nvPr/>
            </p:nvSpPr>
            <p:spPr>
              <a:xfrm>
                <a:off x="11363879" y="2839836"/>
                <a:ext cx="6692" cy="203439"/>
              </a:xfrm>
              <a:custGeom>
                <a:avLst/>
                <a:gdLst/>
                <a:ahLst/>
                <a:cxnLst/>
                <a:rect l="l" t="t" r="r" b="b"/>
                <a:pathLst>
                  <a:path w="162" h="4925" extrusionOk="0">
                    <a:moveTo>
                      <a:pt x="1" y="4925"/>
                    </a:moveTo>
                    <a:lnTo>
                      <a:pt x="161" y="4826"/>
                    </a:lnTo>
                    <a:lnTo>
                      <a:pt x="161" y="0"/>
                    </a:lnTo>
                    <a:lnTo>
                      <a:pt x="1" y="98"/>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3107;p67">
                <a:extLst>
                  <a:ext uri="{FF2B5EF4-FFF2-40B4-BE49-F238E27FC236}">
                    <a16:creationId xmlns:a16="http://schemas.microsoft.com/office/drawing/2014/main" id="{88221F39-8DF1-53F0-8C01-BEAF80DB4733}"/>
                  </a:ext>
                </a:extLst>
              </p:cNvPr>
              <p:cNvSpPr/>
              <p:nvPr/>
            </p:nvSpPr>
            <p:spPr>
              <a:xfrm>
                <a:off x="11006817" y="3038071"/>
                <a:ext cx="50891" cy="73032"/>
              </a:xfrm>
              <a:custGeom>
                <a:avLst/>
                <a:gdLst/>
                <a:ahLst/>
                <a:cxnLst/>
                <a:rect l="l" t="t" r="r" b="b"/>
                <a:pathLst>
                  <a:path w="1232" h="1768" extrusionOk="0">
                    <a:moveTo>
                      <a:pt x="776" y="1767"/>
                    </a:moveTo>
                    <a:cubicBezTo>
                      <a:pt x="848" y="1767"/>
                      <a:pt x="928" y="1749"/>
                      <a:pt x="991" y="1714"/>
                    </a:cubicBezTo>
                    <a:cubicBezTo>
                      <a:pt x="1142" y="1633"/>
                      <a:pt x="1231" y="1482"/>
                      <a:pt x="1231" y="1312"/>
                    </a:cubicBezTo>
                    <a:lnTo>
                      <a:pt x="1231" y="179"/>
                    </a:lnTo>
                    <a:cubicBezTo>
                      <a:pt x="1231" y="81"/>
                      <a:pt x="1151" y="1"/>
                      <a:pt x="1053" y="1"/>
                    </a:cubicBezTo>
                    <a:cubicBezTo>
                      <a:pt x="955" y="1"/>
                      <a:pt x="875" y="81"/>
                      <a:pt x="875" y="179"/>
                    </a:cubicBezTo>
                    <a:lnTo>
                      <a:pt x="875" y="1312"/>
                    </a:lnTo>
                    <a:cubicBezTo>
                      <a:pt x="875" y="1366"/>
                      <a:pt x="839" y="1392"/>
                      <a:pt x="821" y="1401"/>
                    </a:cubicBezTo>
                    <a:cubicBezTo>
                      <a:pt x="812" y="1410"/>
                      <a:pt x="768" y="1428"/>
                      <a:pt x="723" y="1401"/>
                    </a:cubicBezTo>
                    <a:lnTo>
                      <a:pt x="295" y="1125"/>
                    </a:lnTo>
                    <a:cubicBezTo>
                      <a:pt x="214" y="1071"/>
                      <a:pt x="98" y="1098"/>
                      <a:pt x="54" y="1178"/>
                    </a:cubicBezTo>
                    <a:cubicBezTo>
                      <a:pt x="0" y="1259"/>
                      <a:pt x="27" y="1366"/>
                      <a:pt x="107" y="1419"/>
                    </a:cubicBezTo>
                    <a:lnTo>
                      <a:pt x="536" y="1696"/>
                    </a:lnTo>
                    <a:cubicBezTo>
                      <a:pt x="607" y="1749"/>
                      <a:pt x="687" y="1767"/>
                      <a:pt x="776" y="1767"/>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3108;p67">
                <a:extLst>
                  <a:ext uri="{FF2B5EF4-FFF2-40B4-BE49-F238E27FC236}">
                    <a16:creationId xmlns:a16="http://schemas.microsoft.com/office/drawing/2014/main" id="{7CA8DDDE-42BA-F9CB-83A2-ACF47846E6C2}"/>
                  </a:ext>
                </a:extLst>
              </p:cNvPr>
              <p:cNvSpPr/>
              <p:nvPr/>
            </p:nvSpPr>
            <p:spPr>
              <a:xfrm>
                <a:off x="11018961" y="3021507"/>
                <a:ext cx="77452" cy="71503"/>
              </a:xfrm>
              <a:custGeom>
                <a:avLst/>
                <a:gdLst/>
                <a:ahLst/>
                <a:cxnLst/>
                <a:rect l="l" t="t" r="r" b="b"/>
                <a:pathLst>
                  <a:path w="1875" h="1731" extrusionOk="0">
                    <a:moveTo>
                      <a:pt x="242" y="892"/>
                    </a:moveTo>
                    <a:cubicBezTo>
                      <a:pt x="242" y="892"/>
                      <a:pt x="242" y="892"/>
                      <a:pt x="242" y="892"/>
                    </a:cubicBezTo>
                    <a:cubicBezTo>
                      <a:pt x="429" y="999"/>
                      <a:pt x="607" y="1106"/>
                      <a:pt x="786" y="1205"/>
                    </a:cubicBezTo>
                    <a:cubicBezTo>
                      <a:pt x="893" y="1267"/>
                      <a:pt x="1000" y="1321"/>
                      <a:pt x="1107" y="1392"/>
                    </a:cubicBezTo>
                    <a:cubicBezTo>
                      <a:pt x="1134" y="1410"/>
                      <a:pt x="1160" y="1437"/>
                      <a:pt x="1187" y="1463"/>
                    </a:cubicBezTo>
                    <a:cubicBezTo>
                      <a:pt x="1196" y="1481"/>
                      <a:pt x="1205" y="1508"/>
                      <a:pt x="1223" y="1526"/>
                    </a:cubicBezTo>
                    <a:cubicBezTo>
                      <a:pt x="1250" y="1579"/>
                      <a:pt x="1321" y="1624"/>
                      <a:pt x="1383" y="1642"/>
                    </a:cubicBezTo>
                    <a:cubicBezTo>
                      <a:pt x="1598" y="1731"/>
                      <a:pt x="1776" y="1526"/>
                      <a:pt x="1821" y="1329"/>
                    </a:cubicBezTo>
                    <a:cubicBezTo>
                      <a:pt x="1874" y="1089"/>
                      <a:pt x="1776" y="794"/>
                      <a:pt x="1589" y="634"/>
                    </a:cubicBezTo>
                    <a:cubicBezTo>
                      <a:pt x="1419" y="482"/>
                      <a:pt x="1214" y="366"/>
                      <a:pt x="1018" y="250"/>
                    </a:cubicBezTo>
                    <a:cubicBezTo>
                      <a:pt x="804" y="134"/>
                      <a:pt x="572" y="0"/>
                      <a:pt x="322" y="72"/>
                    </a:cubicBezTo>
                    <a:cubicBezTo>
                      <a:pt x="197" y="107"/>
                      <a:pt x="99" y="188"/>
                      <a:pt x="36" y="295"/>
                    </a:cubicBezTo>
                    <a:cubicBezTo>
                      <a:pt x="1" y="348"/>
                      <a:pt x="10" y="384"/>
                      <a:pt x="36" y="446"/>
                    </a:cubicBezTo>
                    <a:cubicBezTo>
                      <a:pt x="63" y="500"/>
                      <a:pt x="90" y="553"/>
                      <a:pt x="99" y="616"/>
                    </a:cubicBezTo>
                    <a:cubicBezTo>
                      <a:pt x="99" y="660"/>
                      <a:pt x="90" y="696"/>
                      <a:pt x="108" y="750"/>
                    </a:cubicBezTo>
                    <a:cubicBezTo>
                      <a:pt x="135" y="812"/>
                      <a:pt x="179" y="857"/>
                      <a:pt x="242" y="892"/>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3109;p67">
                <a:extLst>
                  <a:ext uri="{FF2B5EF4-FFF2-40B4-BE49-F238E27FC236}">
                    <a16:creationId xmlns:a16="http://schemas.microsoft.com/office/drawing/2014/main" id="{9F647444-047F-1688-C4E5-C87C5764845A}"/>
                  </a:ext>
                </a:extLst>
              </p:cNvPr>
              <p:cNvSpPr/>
              <p:nvPr/>
            </p:nvSpPr>
            <p:spPr>
              <a:xfrm>
                <a:off x="11015657" y="3021507"/>
                <a:ext cx="72619" cy="75923"/>
              </a:xfrm>
              <a:custGeom>
                <a:avLst/>
                <a:gdLst/>
                <a:ahLst/>
                <a:cxnLst/>
                <a:rect l="l" t="t" r="r" b="b"/>
                <a:pathLst>
                  <a:path w="1758" h="1838" extrusionOk="0">
                    <a:moveTo>
                      <a:pt x="188" y="990"/>
                    </a:moveTo>
                    <a:cubicBezTo>
                      <a:pt x="259" y="1053"/>
                      <a:pt x="348" y="1098"/>
                      <a:pt x="438" y="1151"/>
                    </a:cubicBezTo>
                    <a:cubicBezTo>
                      <a:pt x="589" y="1240"/>
                      <a:pt x="750" y="1329"/>
                      <a:pt x="901" y="1419"/>
                    </a:cubicBezTo>
                    <a:cubicBezTo>
                      <a:pt x="1098" y="1535"/>
                      <a:pt x="1481" y="1838"/>
                      <a:pt x="1669" y="1570"/>
                    </a:cubicBezTo>
                    <a:cubicBezTo>
                      <a:pt x="1758" y="1445"/>
                      <a:pt x="1749" y="1240"/>
                      <a:pt x="1704" y="1098"/>
                    </a:cubicBezTo>
                    <a:cubicBezTo>
                      <a:pt x="1669" y="964"/>
                      <a:pt x="1588" y="857"/>
                      <a:pt x="1499" y="750"/>
                    </a:cubicBezTo>
                    <a:cubicBezTo>
                      <a:pt x="1419" y="669"/>
                      <a:pt x="1303" y="616"/>
                      <a:pt x="1205" y="562"/>
                    </a:cubicBezTo>
                    <a:cubicBezTo>
                      <a:pt x="1089" y="500"/>
                      <a:pt x="964" y="428"/>
                      <a:pt x="848" y="357"/>
                    </a:cubicBezTo>
                    <a:cubicBezTo>
                      <a:pt x="643" y="241"/>
                      <a:pt x="375" y="0"/>
                      <a:pt x="143" y="179"/>
                    </a:cubicBezTo>
                    <a:cubicBezTo>
                      <a:pt x="45" y="259"/>
                      <a:pt x="18" y="375"/>
                      <a:pt x="9" y="500"/>
                    </a:cubicBezTo>
                    <a:cubicBezTo>
                      <a:pt x="9" y="625"/>
                      <a:pt x="0" y="767"/>
                      <a:pt x="81" y="874"/>
                    </a:cubicBezTo>
                    <a:cubicBezTo>
                      <a:pt x="107" y="919"/>
                      <a:pt x="143" y="955"/>
                      <a:pt x="188" y="99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3110;p67">
                <a:extLst>
                  <a:ext uri="{FF2B5EF4-FFF2-40B4-BE49-F238E27FC236}">
                    <a16:creationId xmlns:a16="http://schemas.microsoft.com/office/drawing/2014/main" id="{1CD30FFA-988C-EF92-DFCC-900D966169AE}"/>
                  </a:ext>
                </a:extLst>
              </p:cNvPr>
              <p:cNvSpPr/>
              <p:nvPr/>
            </p:nvSpPr>
            <p:spPr>
              <a:xfrm>
                <a:off x="10562018" y="3359774"/>
                <a:ext cx="37259" cy="94388"/>
              </a:xfrm>
              <a:custGeom>
                <a:avLst/>
                <a:gdLst/>
                <a:ahLst/>
                <a:cxnLst/>
                <a:rect l="l" t="t" r="r" b="b"/>
                <a:pathLst>
                  <a:path w="902" h="2285" extrusionOk="0">
                    <a:moveTo>
                      <a:pt x="1" y="536"/>
                    </a:moveTo>
                    <a:lnTo>
                      <a:pt x="902" y="1"/>
                    </a:lnTo>
                    <a:lnTo>
                      <a:pt x="902" y="1749"/>
                    </a:lnTo>
                    <a:lnTo>
                      <a:pt x="1" y="2284"/>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3111;p67">
                <a:extLst>
                  <a:ext uri="{FF2B5EF4-FFF2-40B4-BE49-F238E27FC236}">
                    <a16:creationId xmlns:a16="http://schemas.microsoft.com/office/drawing/2014/main" id="{A0D67DD1-6A87-D1F6-F28C-382BFB377BC4}"/>
                  </a:ext>
                </a:extLst>
              </p:cNvPr>
              <p:cNvSpPr/>
              <p:nvPr/>
            </p:nvSpPr>
            <p:spPr>
              <a:xfrm>
                <a:off x="10567925" y="3370101"/>
                <a:ext cx="25445" cy="73734"/>
              </a:xfrm>
              <a:custGeom>
                <a:avLst/>
                <a:gdLst/>
                <a:ahLst/>
                <a:cxnLst/>
                <a:rect l="l" t="t" r="r" b="b"/>
                <a:pathLst>
                  <a:path w="616" h="1785" extrusionOk="0">
                    <a:moveTo>
                      <a:pt x="0" y="366"/>
                    </a:moveTo>
                    <a:lnTo>
                      <a:pt x="616" y="0"/>
                    </a:lnTo>
                    <a:lnTo>
                      <a:pt x="616" y="1419"/>
                    </a:lnTo>
                    <a:lnTo>
                      <a:pt x="0" y="1785"/>
                    </a:ln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3112;p67">
                <a:extLst>
                  <a:ext uri="{FF2B5EF4-FFF2-40B4-BE49-F238E27FC236}">
                    <a16:creationId xmlns:a16="http://schemas.microsoft.com/office/drawing/2014/main" id="{1EA3BC65-C9A6-1B99-D9E9-C76D95E5F2DF}"/>
                  </a:ext>
                </a:extLst>
              </p:cNvPr>
              <p:cNvSpPr/>
              <p:nvPr/>
            </p:nvSpPr>
            <p:spPr>
              <a:xfrm>
                <a:off x="10567925" y="3370101"/>
                <a:ext cx="25445" cy="73734"/>
              </a:xfrm>
              <a:custGeom>
                <a:avLst/>
                <a:gdLst/>
                <a:ahLst/>
                <a:cxnLst/>
                <a:rect l="l" t="t" r="r" b="b"/>
                <a:pathLst>
                  <a:path w="616" h="1785" extrusionOk="0">
                    <a:moveTo>
                      <a:pt x="366" y="143"/>
                    </a:moveTo>
                    <a:lnTo>
                      <a:pt x="366" y="1285"/>
                    </a:lnTo>
                    <a:lnTo>
                      <a:pt x="0" y="1517"/>
                    </a:lnTo>
                    <a:lnTo>
                      <a:pt x="0" y="1785"/>
                    </a:lnTo>
                    <a:lnTo>
                      <a:pt x="616" y="1419"/>
                    </a:lnTo>
                    <a:lnTo>
                      <a:pt x="616"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3113;p67">
                <a:extLst>
                  <a:ext uri="{FF2B5EF4-FFF2-40B4-BE49-F238E27FC236}">
                    <a16:creationId xmlns:a16="http://schemas.microsoft.com/office/drawing/2014/main" id="{CA018518-158C-730F-0E98-32215CCE9FBB}"/>
                  </a:ext>
                </a:extLst>
              </p:cNvPr>
              <p:cNvSpPr/>
              <p:nvPr/>
            </p:nvSpPr>
            <p:spPr>
              <a:xfrm>
                <a:off x="10567925" y="3423181"/>
                <a:ext cx="25445" cy="20654"/>
              </a:xfrm>
              <a:custGeom>
                <a:avLst/>
                <a:gdLst/>
                <a:ahLst/>
                <a:cxnLst/>
                <a:rect l="l" t="t" r="r" b="b"/>
                <a:pathLst>
                  <a:path w="616" h="500" extrusionOk="0">
                    <a:moveTo>
                      <a:pt x="616" y="134"/>
                    </a:moveTo>
                    <a:lnTo>
                      <a:pt x="366" y="0"/>
                    </a:lnTo>
                    <a:lnTo>
                      <a:pt x="0" y="232"/>
                    </a:lnTo>
                    <a:lnTo>
                      <a:pt x="0" y="50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3114;p67">
                <a:extLst>
                  <a:ext uri="{FF2B5EF4-FFF2-40B4-BE49-F238E27FC236}">
                    <a16:creationId xmlns:a16="http://schemas.microsoft.com/office/drawing/2014/main" id="{DA729BDA-BEBE-BC1D-2280-D79BB3CB138D}"/>
                  </a:ext>
                </a:extLst>
              </p:cNvPr>
              <p:cNvSpPr/>
              <p:nvPr/>
            </p:nvSpPr>
            <p:spPr>
              <a:xfrm>
                <a:off x="10987279" y="3067193"/>
                <a:ext cx="7022" cy="203811"/>
              </a:xfrm>
              <a:custGeom>
                <a:avLst/>
                <a:gdLst/>
                <a:ahLst/>
                <a:cxnLst/>
                <a:rect l="l" t="t" r="r" b="b"/>
                <a:pathLst>
                  <a:path w="170" h="4934" extrusionOk="0">
                    <a:moveTo>
                      <a:pt x="0" y="99"/>
                    </a:moveTo>
                    <a:lnTo>
                      <a:pt x="0" y="4934"/>
                    </a:lnTo>
                    <a:lnTo>
                      <a:pt x="170" y="4836"/>
                    </a:lnTo>
                    <a:lnTo>
                      <a:pt x="170" y="0"/>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3115;p67">
                <a:extLst>
                  <a:ext uri="{FF2B5EF4-FFF2-40B4-BE49-F238E27FC236}">
                    <a16:creationId xmlns:a16="http://schemas.microsoft.com/office/drawing/2014/main" id="{18FC56D4-C451-F60F-B21B-DE8F4839C5EA}"/>
                  </a:ext>
                </a:extLst>
              </p:cNvPr>
              <p:cNvSpPr/>
              <p:nvPr/>
            </p:nvSpPr>
            <p:spPr>
              <a:xfrm>
                <a:off x="11613748" y="2688733"/>
                <a:ext cx="7022" cy="121651"/>
              </a:xfrm>
              <a:custGeom>
                <a:avLst/>
                <a:gdLst/>
                <a:ahLst/>
                <a:cxnLst/>
                <a:rect l="l" t="t" r="r" b="b"/>
                <a:pathLst>
                  <a:path w="170" h="2945" extrusionOk="0">
                    <a:moveTo>
                      <a:pt x="0" y="99"/>
                    </a:moveTo>
                    <a:lnTo>
                      <a:pt x="0" y="2944"/>
                    </a:lnTo>
                    <a:lnTo>
                      <a:pt x="170" y="2846"/>
                    </a:lnTo>
                    <a:lnTo>
                      <a:pt x="170" y="1"/>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82" name="Google Shape;4109;p72">
            <a:extLst>
              <a:ext uri="{FF2B5EF4-FFF2-40B4-BE49-F238E27FC236}">
                <a16:creationId xmlns:a16="http://schemas.microsoft.com/office/drawing/2014/main" id="{C6C5F8E8-48E9-22FD-7A93-C562330C8958}"/>
              </a:ext>
            </a:extLst>
          </p:cNvPr>
          <p:cNvGrpSpPr/>
          <p:nvPr/>
        </p:nvGrpSpPr>
        <p:grpSpPr>
          <a:xfrm>
            <a:off x="2717700" y="3306634"/>
            <a:ext cx="1310750" cy="1011000"/>
            <a:chOff x="3033675" y="3261150"/>
            <a:chExt cx="1310750" cy="1011000"/>
          </a:xfrm>
        </p:grpSpPr>
        <p:sp>
          <p:nvSpPr>
            <p:cNvPr id="1083" name="Google Shape;4110;p72">
              <a:extLst>
                <a:ext uri="{FF2B5EF4-FFF2-40B4-BE49-F238E27FC236}">
                  <a16:creationId xmlns:a16="http://schemas.microsoft.com/office/drawing/2014/main" id="{ABEF9241-737C-CB38-5337-9546C39447B1}"/>
                </a:ext>
              </a:extLst>
            </p:cNvPr>
            <p:cNvSpPr/>
            <p:nvPr/>
          </p:nvSpPr>
          <p:spPr>
            <a:xfrm>
              <a:off x="3978900" y="3552250"/>
              <a:ext cx="36975" cy="72250"/>
            </a:xfrm>
            <a:custGeom>
              <a:avLst/>
              <a:gdLst/>
              <a:ahLst/>
              <a:cxnLst/>
              <a:rect l="l" t="t" r="r" b="b"/>
              <a:pathLst>
                <a:path w="1479" h="2890" extrusionOk="0">
                  <a:moveTo>
                    <a:pt x="1070" y="1"/>
                  </a:moveTo>
                  <a:cubicBezTo>
                    <a:pt x="914" y="1"/>
                    <a:pt x="775" y="139"/>
                    <a:pt x="678" y="271"/>
                  </a:cubicBezTo>
                  <a:cubicBezTo>
                    <a:pt x="433" y="604"/>
                    <a:pt x="264" y="967"/>
                    <a:pt x="123" y="1355"/>
                  </a:cubicBezTo>
                  <a:cubicBezTo>
                    <a:pt x="1" y="1686"/>
                    <a:pt x="83" y="2090"/>
                    <a:pt x="220" y="2415"/>
                  </a:cubicBezTo>
                  <a:cubicBezTo>
                    <a:pt x="327" y="2666"/>
                    <a:pt x="572" y="2889"/>
                    <a:pt x="831" y="2889"/>
                  </a:cubicBezTo>
                  <a:cubicBezTo>
                    <a:pt x="875" y="2889"/>
                    <a:pt x="920" y="2883"/>
                    <a:pt x="965" y="2868"/>
                  </a:cubicBezTo>
                  <a:cubicBezTo>
                    <a:pt x="1123" y="2818"/>
                    <a:pt x="1241" y="2681"/>
                    <a:pt x="1307" y="2530"/>
                  </a:cubicBezTo>
                  <a:cubicBezTo>
                    <a:pt x="1374" y="2378"/>
                    <a:pt x="1479" y="1878"/>
                    <a:pt x="1468" y="1208"/>
                  </a:cubicBezTo>
                  <a:cubicBezTo>
                    <a:pt x="1465" y="1076"/>
                    <a:pt x="1365" y="214"/>
                    <a:pt x="1288" y="115"/>
                  </a:cubicBezTo>
                  <a:cubicBezTo>
                    <a:pt x="1249" y="63"/>
                    <a:pt x="1196" y="23"/>
                    <a:pt x="1129" y="8"/>
                  </a:cubicBezTo>
                  <a:cubicBezTo>
                    <a:pt x="1109" y="3"/>
                    <a:pt x="1089" y="1"/>
                    <a:pt x="1070" y="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4111;p72">
              <a:extLst>
                <a:ext uri="{FF2B5EF4-FFF2-40B4-BE49-F238E27FC236}">
                  <a16:creationId xmlns:a16="http://schemas.microsoft.com/office/drawing/2014/main" id="{E65CE6CF-6FFB-752D-DED3-BFA99DF621BC}"/>
                </a:ext>
              </a:extLst>
            </p:cNvPr>
            <p:cNvSpPr/>
            <p:nvPr/>
          </p:nvSpPr>
          <p:spPr>
            <a:xfrm>
              <a:off x="3978900" y="3551400"/>
              <a:ext cx="31575" cy="62500"/>
            </a:xfrm>
            <a:custGeom>
              <a:avLst/>
              <a:gdLst/>
              <a:ahLst/>
              <a:cxnLst/>
              <a:rect l="l" t="t" r="r" b="b"/>
              <a:pathLst>
                <a:path w="1263" h="2500" extrusionOk="0">
                  <a:moveTo>
                    <a:pt x="1262" y="123"/>
                  </a:moveTo>
                  <a:cubicBezTo>
                    <a:pt x="1227" y="84"/>
                    <a:pt x="1184" y="55"/>
                    <a:pt x="1129" y="42"/>
                  </a:cubicBezTo>
                  <a:cubicBezTo>
                    <a:pt x="950" y="0"/>
                    <a:pt x="787" y="157"/>
                    <a:pt x="678" y="305"/>
                  </a:cubicBezTo>
                  <a:cubicBezTo>
                    <a:pt x="433" y="638"/>
                    <a:pt x="264" y="1001"/>
                    <a:pt x="123" y="1389"/>
                  </a:cubicBezTo>
                  <a:cubicBezTo>
                    <a:pt x="1" y="1720"/>
                    <a:pt x="83" y="2124"/>
                    <a:pt x="220" y="2449"/>
                  </a:cubicBezTo>
                  <a:cubicBezTo>
                    <a:pt x="241" y="2499"/>
                    <a:pt x="1153" y="1194"/>
                    <a:pt x="1262" y="123"/>
                  </a:cubicBezTo>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4112;p72">
              <a:extLst>
                <a:ext uri="{FF2B5EF4-FFF2-40B4-BE49-F238E27FC236}">
                  <a16:creationId xmlns:a16="http://schemas.microsoft.com/office/drawing/2014/main" id="{5BDDF831-6E6C-3DB2-EF8F-F3E2C0E0F4EF}"/>
                </a:ext>
              </a:extLst>
            </p:cNvPr>
            <p:cNvSpPr/>
            <p:nvPr/>
          </p:nvSpPr>
          <p:spPr>
            <a:xfrm>
              <a:off x="3653150" y="3947200"/>
              <a:ext cx="261000" cy="177825"/>
            </a:xfrm>
            <a:custGeom>
              <a:avLst/>
              <a:gdLst/>
              <a:ahLst/>
              <a:cxnLst/>
              <a:rect l="l" t="t" r="r" b="b"/>
              <a:pathLst>
                <a:path w="10440" h="7113" extrusionOk="0">
                  <a:moveTo>
                    <a:pt x="3957" y="1"/>
                  </a:moveTo>
                  <a:lnTo>
                    <a:pt x="995" y="2009"/>
                  </a:lnTo>
                  <a:lnTo>
                    <a:pt x="0" y="4160"/>
                  </a:lnTo>
                  <a:lnTo>
                    <a:pt x="1957" y="7113"/>
                  </a:lnTo>
                  <a:lnTo>
                    <a:pt x="10440" y="2215"/>
                  </a:lnTo>
                  <a:lnTo>
                    <a:pt x="3957"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4113;p72">
              <a:extLst>
                <a:ext uri="{FF2B5EF4-FFF2-40B4-BE49-F238E27FC236}">
                  <a16:creationId xmlns:a16="http://schemas.microsoft.com/office/drawing/2014/main" id="{82DA5727-EA19-16C0-6844-2875D7CE0642}"/>
                </a:ext>
              </a:extLst>
            </p:cNvPr>
            <p:cNvSpPr/>
            <p:nvPr/>
          </p:nvSpPr>
          <p:spPr>
            <a:xfrm>
              <a:off x="3053350" y="3596000"/>
              <a:ext cx="252500" cy="178725"/>
            </a:xfrm>
            <a:custGeom>
              <a:avLst/>
              <a:gdLst/>
              <a:ahLst/>
              <a:cxnLst/>
              <a:rect l="l" t="t" r="r" b="b"/>
              <a:pathLst>
                <a:path w="10100" h="7149" extrusionOk="0">
                  <a:moveTo>
                    <a:pt x="3617" y="1"/>
                  </a:moveTo>
                  <a:lnTo>
                    <a:pt x="655" y="2009"/>
                  </a:lnTo>
                  <a:lnTo>
                    <a:pt x="564" y="2204"/>
                  </a:lnTo>
                  <a:cubicBezTo>
                    <a:pt x="0" y="3423"/>
                    <a:pt x="94" y="4845"/>
                    <a:pt x="810" y="5983"/>
                  </a:cubicBezTo>
                  <a:lnTo>
                    <a:pt x="1547" y="7148"/>
                  </a:lnTo>
                  <a:lnTo>
                    <a:pt x="10099" y="2215"/>
                  </a:lnTo>
                  <a:lnTo>
                    <a:pt x="3617"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4114;p72">
              <a:extLst>
                <a:ext uri="{FF2B5EF4-FFF2-40B4-BE49-F238E27FC236}">
                  <a16:creationId xmlns:a16="http://schemas.microsoft.com/office/drawing/2014/main" id="{EB303694-70D6-BABF-6A59-E5F88AFB6277}"/>
                </a:ext>
              </a:extLst>
            </p:cNvPr>
            <p:cNvSpPr/>
            <p:nvPr/>
          </p:nvSpPr>
          <p:spPr>
            <a:xfrm>
              <a:off x="3745700" y="4028050"/>
              <a:ext cx="173575" cy="213200"/>
            </a:xfrm>
            <a:custGeom>
              <a:avLst/>
              <a:gdLst/>
              <a:ahLst/>
              <a:cxnLst/>
              <a:rect l="l" t="t" r="r" b="b"/>
              <a:pathLst>
                <a:path w="6943" h="8528" extrusionOk="0">
                  <a:moveTo>
                    <a:pt x="2651" y="0"/>
                  </a:moveTo>
                  <a:cubicBezTo>
                    <a:pt x="2356" y="0"/>
                    <a:pt x="2088" y="72"/>
                    <a:pt x="1859" y="209"/>
                  </a:cubicBezTo>
                  <a:lnTo>
                    <a:pt x="1" y="1282"/>
                  </a:lnTo>
                  <a:lnTo>
                    <a:pt x="4235" y="8527"/>
                  </a:lnTo>
                  <a:lnTo>
                    <a:pt x="6094" y="7454"/>
                  </a:lnTo>
                  <a:cubicBezTo>
                    <a:pt x="6620" y="7140"/>
                    <a:pt x="6943" y="6481"/>
                    <a:pt x="6943" y="5546"/>
                  </a:cubicBezTo>
                  <a:cubicBezTo>
                    <a:pt x="6943" y="3654"/>
                    <a:pt x="5615" y="1352"/>
                    <a:pt x="3976" y="405"/>
                  </a:cubicBezTo>
                  <a:cubicBezTo>
                    <a:pt x="3500" y="130"/>
                    <a:pt x="3050" y="0"/>
                    <a:pt x="2651"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4115;p72">
              <a:extLst>
                <a:ext uri="{FF2B5EF4-FFF2-40B4-BE49-F238E27FC236}">
                  <a16:creationId xmlns:a16="http://schemas.microsoft.com/office/drawing/2014/main" id="{2D77B2A4-BE7B-354A-3B40-F92EC4E886BF}"/>
                </a:ext>
              </a:extLst>
            </p:cNvPr>
            <p:cNvSpPr/>
            <p:nvPr/>
          </p:nvSpPr>
          <p:spPr>
            <a:xfrm>
              <a:off x="3724475" y="4054850"/>
              <a:ext cx="148400" cy="191625"/>
            </a:xfrm>
            <a:custGeom>
              <a:avLst/>
              <a:gdLst/>
              <a:ahLst/>
              <a:cxnLst/>
              <a:rect l="l" t="t" r="r" b="b"/>
              <a:pathLst>
                <a:path w="5936" h="7665" extrusionOk="0">
                  <a:moveTo>
                    <a:pt x="1642" y="1"/>
                  </a:moveTo>
                  <a:cubicBezTo>
                    <a:pt x="669" y="1"/>
                    <a:pt x="1" y="777"/>
                    <a:pt x="1" y="2120"/>
                  </a:cubicBezTo>
                  <a:cubicBezTo>
                    <a:pt x="1" y="4012"/>
                    <a:pt x="1328" y="6313"/>
                    <a:pt x="2967" y="7259"/>
                  </a:cubicBezTo>
                  <a:cubicBezTo>
                    <a:pt x="3444" y="7534"/>
                    <a:pt x="3894" y="7664"/>
                    <a:pt x="4293" y="7664"/>
                  </a:cubicBezTo>
                  <a:cubicBezTo>
                    <a:pt x="5266" y="7664"/>
                    <a:pt x="5935" y="6888"/>
                    <a:pt x="5935" y="5545"/>
                  </a:cubicBezTo>
                  <a:cubicBezTo>
                    <a:pt x="5935" y="3653"/>
                    <a:pt x="4606" y="1352"/>
                    <a:pt x="2967" y="406"/>
                  </a:cubicBezTo>
                  <a:cubicBezTo>
                    <a:pt x="2491" y="131"/>
                    <a:pt x="2041" y="1"/>
                    <a:pt x="1642" y="1"/>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4116;p72">
              <a:extLst>
                <a:ext uri="{FF2B5EF4-FFF2-40B4-BE49-F238E27FC236}">
                  <a16:creationId xmlns:a16="http://schemas.microsoft.com/office/drawing/2014/main" id="{A90ACF3B-B4FF-4FB5-6C3B-655584900478}"/>
                </a:ext>
              </a:extLst>
            </p:cNvPr>
            <p:cNvSpPr/>
            <p:nvPr/>
          </p:nvSpPr>
          <p:spPr>
            <a:xfrm>
              <a:off x="3746150" y="4085975"/>
              <a:ext cx="102975" cy="132200"/>
            </a:xfrm>
            <a:custGeom>
              <a:avLst/>
              <a:gdLst/>
              <a:ahLst/>
              <a:cxnLst/>
              <a:rect l="l" t="t" r="r" b="b"/>
              <a:pathLst>
                <a:path w="4119" h="5288" extrusionOk="0">
                  <a:moveTo>
                    <a:pt x="1153" y="0"/>
                  </a:moveTo>
                  <a:cubicBezTo>
                    <a:pt x="467" y="0"/>
                    <a:pt x="1" y="559"/>
                    <a:pt x="15" y="1513"/>
                  </a:cubicBezTo>
                  <a:cubicBezTo>
                    <a:pt x="35" y="2831"/>
                    <a:pt x="966" y="4408"/>
                    <a:pt x="2096" y="5033"/>
                  </a:cubicBezTo>
                  <a:cubicBezTo>
                    <a:pt x="2408" y="5206"/>
                    <a:pt x="2703" y="5288"/>
                    <a:pt x="2965" y="5288"/>
                  </a:cubicBezTo>
                  <a:cubicBezTo>
                    <a:pt x="3652" y="5288"/>
                    <a:pt x="4118" y="4729"/>
                    <a:pt x="4104" y="3774"/>
                  </a:cubicBezTo>
                  <a:cubicBezTo>
                    <a:pt x="4084" y="2456"/>
                    <a:pt x="3153" y="880"/>
                    <a:pt x="2024" y="256"/>
                  </a:cubicBezTo>
                  <a:cubicBezTo>
                    <a:pt x="1711" y="82"/>
                    <a:pt x="1416" y="0"/>
                    <a:pt x="1153"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4117;p72">
              <a:extLst>
                <a:ext uri="{FF2B5EF4-FFF2-40B4-BE49-F238E27FC236}">
                  <a16:creationId xmlns:a16="http://schemas.microsoft.com/office/drawing/2014/main" id="{64F7E735-A473-99CA-FA33-BDE4D97DF323}"/>
                </a:ext>
              </a:extLst>
            </p:cNvPr>
            <p:cNvSpPr/>
            <p:nvPr/>
          </p:nvSpPr>
          <p:spPr>
            <a:xfrm>
              <a:off x="3753375" y="4095225"/>
              <a:ext cx="88525" cy="113675"/>
            </a:xfrm>
            <a:custGeom>
              <a:avLst/>
              <a:gdLst/>
              <a:ahLst/>
              <a:cxnLst/>
              <a:rect l="l" t="t" r="r" b="b"/>
              <a:pathLst>
                <a:path w="3541" h="4547" extrusionOk="0">
                  <a:moveTo>
                    <a:pt x="991" y="1"/>
                  </a:moveTo>
                  <a:cubicBezTo>
                    <a:pt x="401" y="1"/>
                    <a:pt x="1" y="481"/>
                    <a:pt x="13" y="1301"/>
                  </a:cubicBezTo>
                  <a:cubicBezTo>
                    <a:pt x="30" y="2435"/>
                    <a:pt x="830" y="3791"/>
                    <a:pt x="1800" y="4327"/>
                  </a:cubicBezTo>
                  <a:cubicBezTo>
                    <a:pt x="2070" y="4476"/>
                    <a:pt x="2324" y="4547"/>
                    <a:pt x="2550" y="4547"/>
                  </a:cubicBezTo>
                  <a:cubicBezTo>
                    <a:pt x="3140" y="4547"/>
                    <a:pt x="3541" y="4067"/>
                    <a:pt x="3528" y="3246"/>
                  </a:cubicBezTo>
                  <a:cubicBezTo>
                    <a:pt x="3511" y="2112"/>
                    <a:pt x="2711" y="757"/>
                    <a:pt x="1739" y="220"/>
                  </a:cubicBezTo>
                  <a:cubicBezTo>
                    <a:pt x="1470" y="71"/>
                    <a:pt x="1217" y="1"/>
                    <a:pt x="991"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4118;p72">
              <a:extLst>
                <a:ext uri="{FF2B5EF4-FFF2-40B4-BE49-F238E27FC236}">
                  <a16:creationId xmlns:a16="http://schemas.microsoft.com/office/drawing/2014/main" id="{14A2C114-0C1F-83E0-E7B5-F91015ADDC34}"/>
                </a:ext>
              </a:extLst>
            </p:cNvPr>
            <p:cNvSpPr/>
            <p:nvPr/>
          </p:nvSpPr>
          <p:spPr>
            <a:xfrm>
              <a:off x="3775100" y="4118475"/>
              <a:ext cx="50075" cy="64275"/>
            </a:xfrm>
            <a:custGeom>
              <a:avLst/>
              <a:gdLst/>
              <a:ahLst/>
              <a:cxnLst/>
              <a:rect l="l" t="t" r="r" b="b"/>
              <a:pathLst>
                <a:path w="2003" h="2571" extrusionOk="0">
                  <a:moveTo>
                    <a:pt x="561" y="0"/>
                  </a:moveTo>
                  <a:cubicBezTo>
                    <a:pt x="227" y="0"/>
                    <a:pt x="1" y="272"/>
                    <a:pt x="9" y="736"/>
                  </a:cubicBezTo>
                  <a:cubicBezTo>
                    <a:pt x="18" y="1377"/>
                    <a:pt x="470" y="2143"/>
                    <a:pt x="1019" y="2447"/>
                  </a:cubicBezTo>
                  <a:cubicBezTo>
                    <a:pt x="1171" y="2531"/>
                    <a:pt x="1314" y="2570"/>
                    <a:pt x="1442" y="2570"/>
                  </a:cubicBezTo>
                  <a:cubicBezTo>
                    <a:pt x="1775" y="2570"/>
                    <a:pt x="2002" y="2299"/>
                    <a:pt x="1995" y="1835"/>
                  </a:cubicBezTo>
                  <a:cubicBezTo>
                    <a:pt x="1985" y="1194"/>
                    <a:pt x="1532" y="429"/>
                    <a:pt x="984" y="124"/>
                  </a:cubicBezTo>
                  <a:cubicBezTo>
                    <a:pt x="832" y="40"/>
                    <a:pt x="689" y="0"/>
                    <a:pt x="561"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4119;p72">
              <a:extLst>
                <a:ext uri="{FF2B5EF4-FFF2-40B4-BE49-F238E27FC236}">
                  <a16:creationId xmlns:a16="http://schemas.microsoft.com/office/drawing/2014/main" id="{C2FD1865-3828-4ABD-A927-858938E18292}"/>
                </a:ext>
              </a:extLst>
            </p:cNvPr>
            <p:cNvSpPr/>
            <p:nvPr/>
          </p:nvSpPr>
          <p:spPr>
            <a:xfrm>
              <a:off x="3771375" y="4106575"/>
              <a:ext cx="64975" cy="83675"/>
            </a:xfrm>
            <a:custGeom>
              <a:avLst/>
              <a:gdLst/>
              <a:ahLst/>
              <a:cxnLst/>
              <a:rect l="l" t="t" r="r" b="b"/>
              <a:pathLst>
                <a:path w="2599" h="3347" extrusionOk="0">
                  <a:moveTo>
                    <a:pt x="710" y="476"/>
                  </a:moveTo>
                  <a:cubicBezTo>
                    <a:pt x="838" y="476"/>
                    <a:pt x="981" y="516"/>
                    <a:pt x="1133" y="600"/>
                  </a:cubicBezTo>
                  <a:cubicBezTo>
                    <a:pt x="1424" y="761"/>
                    <a:pt x="1688" y="1052"/>
                    <a:pt x="1873" y="1385"/>
                  </a:cubicBezTo>
                  <a:cubicBezTo>
                    <a:pt x="1954" y="1534"/>
                    <a:pt x="2022" y="1690"/>
                    <a:pt x="2068" y="1846"/>
                  </a:cubicBezTo>
                  <a:cubicBezTo>
                    <a:pt x="2115" y="2003"/>
                    <a:pt x="2141" y="2161"/>
                    <a:pt x="2144" y="2311"/>
                  </a:cubicBezTo>
                  <a:cubicBezTo>
                    <a:pt x="2144" y="2337"/>
                    <a:pt x="2144" y="2363"/>
                    <a:pt x="2143" y="2388"/>
                  </a:cubicBezTo>
                  <a:cubicBezTo>
                    <a:pt x="2124" y="2804"/>
                    <a:pt x="1905" y="3046"/>
                    <a:pt x="1590" y="3046"/>
                  </a:cubicBezTo>
                  <a:cubicBezTo>
                    <a:pt x="1463" y="3046"/>
                    <a:pt x="1320" y="3007"/>
                    <a:pt x="1168" y="2923"/>
                  </a:cubicBezTo>
                  <a:cubicBezTo>
                    <a:pt x="619" y="2619"/>
                    <a:pt x="167" y="1853"/>
                    <a:pt x="158" y="1212"/>
                  </a:cubicBezTo>
                  <a:cubicBezTo>
                    <a:pt x="150" y="748"/>
                    <a:pt x="376" y="476"/>
                    <a:pt x="710" y="476"/>
                  </a:cubicBezTo>
                  <a:close/>
                  <a:moveTo>
                    <a:pt x="731" y="0"/>
                  </a:moveTo>
                  <a:cubicBezTo>
                    <a:pt x="296" y="0"/>
                    <a:pt x="0" y="354"/>
                    <a:pt x="10" y="957"/>
                  </a:cubicBezTo>
                  <a:cubicBezTo>
                    <a:pt x="23" y="1793"/>
                    <a:pt x="611" y="2789"/>
                    <a:pt x="1326" y="3185"/>
                  </a:cubicBezTo>
                  <a:cubicBezTo>
                    <a:pt x="1524" y="3295"/>
                    <a:pt x="1711" y="3347"/>
                    <a:pt x="1877" y="3347"/>
                  </a:cubicBezTo>
                  <a:cubicBezTo>
                    <a:pt x="2287" y="3347"/>
                    <a:pt x="2573" y="3032"/>
                    <a:pt x="2597" y="2489"/>
                  </a:cubicBezTo>
                  <a:cubicBezTo>
                    <a:pt x="2598" y="2457"/>
                    <a:pt x="2598" y="2423"/>
                    <a:pt x="2598" y="2389"/>
                  </a:cubicBezTo>
                  <a:cubicBezTo>
                    <a:pt x="2592" y="1997"/>
                    <a:pt x="2459" y="1569"/>
                    <a:pt x="2244" y="1184"/>
                  </a:cubicBezTo>
                  <a:cubicBezTo>
                    <a:pt x="2003" y="750"/>
                    <a:pt x="1660" y="372"/>
                    <a:pt x="1281" y="162"/>
                  </a:cubicBezTo>
                  <a:cubicBezTo>
                    <a:pt x="1084" y="52"/>
                    <a:pt x="897" y="0"/>
                    <a:pt x="731"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4120;p72">
              <a:extLst>
                <a:ext uri="{FF2B5EF4-FFF2-40B4-BE49-F238E27FC236}">
                  <a16:creationId xmlns:a16="http://schemas.microsoft.com/office/drawing/2014/main" id="{E0B1028B-B109-F47C-E97E-A4162803115E}"/>
                </a:ext>
              </a:extLst>
            </p:cNvPr>
            <p:cNvSpPr/>
            <p:nvPr/>
          </p:nvSpPr>
          <p:spPr>
            <a:xfrm>
              <a:off x="3142225" y="3679625"/>
              <a:ext cx="173625" cy="213225"/>
            </a:xfrm>
            <a:custGeom>
              <a:avLst/>
              <a:gdLst/>
              <a:ahLst/>
              <a:cxnLst/>
              <a:rect l="l" t="t" r="r" b="b"/>
              <a:pathLst>
                <a:path w="6945" h="8529" extrusionOk="0">
                  <a:moveTo>
                    <a:pt x="2651" y="1"/>
                  </a:moveTo>
                  <a:cubicBezTo>
                    <a:pt x="2355" y="1"/>
                    <a:pt x="2088" y="72"/>
                    <a:pt x="1859" y="209"/>
                  </a:cubicBezTo>
                  <a:lnTo>
                    <a:pt x="1" y="1283"/>
                  </a:lnTo>
                  <a:lnTo>
                    <a:pt x="4235" y="8528"/>
                  </a:lnTo>
                  <a:lnTo>
                    <a:pt x="6093" y="7455"/>
                  </a:lnTo>
                  <a:cubicBezTo>
                    <a:pt x="6619" y="7141"/>
                    <a:pt x="6944" y="6480"/>
                    <a:pt x="6944" y="5545"/>
                  </a:cubicBezTo>
                  <a:cubicBezTo>
                    <a:pt x="6944" y="3653"/>
                    <a:pt x="5615" y="1352"/>
                    <a:pt x="3976" y="406"/>
                  </a:cubicBezTo>
                  <a:cubicBezTo>
                    <a:pt x="3500" y="131"/>
                    <a:pt x="3050" y="1"/>
                    <a:pt x="2651" y="1"/>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4121;p72">
              <a:extLst>
                <a:ext uri="{FF2B5EF4-FFF2-40B4-BE49-F238E27FC236}">
                  <a16:creationId xmlns:a16="http://schemas.microsoft.com/office/drawing/2014/main" id="{5D846C20-484C-95AC-1089-E9F21AAA63F2}"/>
                </a:ext>
              </a:extLst>
            </p:cNvPr>
            <p:cNvSpPr/>
            <p:nvPr/>
          </p:nvSpPr>
          <p:spPr>
            <a:xfrm>
              <a:off x="3121000" y="3706450"/>
              <a:ext cx="148400" cy="191600"/>
            </a:xfrm>
            <a:custGeom>
              <a:avLst/>
              <a:gdLst/>
              <a:ahLst/>
              <a:cxnLst/>
              <a:rect l="l" t="t" r="r" b="b"/>
              <a:pathLst>
                <a:path w="5936" h="7664" extrusionOk="0">
                  <a:moveTo>
                    <a:pt x="1642" y="1"/>
                  </a:moveTo>
                  <a:cubicBezTo>
                    <a:pt x="668" y="1"/>
                    <a:pt x="0" y="776"/>
                    <a:pt x="0" y="2118"/>
                  </a:cubicBezTo>
                  <a:cubicBezTo>
                    <a:pt x="0" y="4010"/>
                    <a:pt x="1328" y="6312"/>
                    <a:pt x="2967" y="7259"/>
                  </a:cubicBezTo>
                  <a:cubicBezTo>
                    <a:pt x="3443" y="7534"/>
                    <a:pt x="3893" y="7664"/>
                    <a:pt x="4292" y="7664"/>
                  </a:cubicBezTo>
                  <a:cubicBezTo>
                    <a:pt x="5266" y="7664"/>
                    <a:pt x="5935" y="6887"/>
                    <a:pt x="5935" y="5545"/>
                  </a:cubicBezTo>
                  <a:cubicBezTo>
                    <a:pt x="5935" y="3653"/>
                    <a:pt x="4606" y="1352"/>
                    <a:pt x="2967" y="406"/>
                  </a:cubicBezTo>
                  <a:cubicBezTo>
                    <a:pt x="2490" y="131"/>
                    <a:pt x="2040" y="1"/>
                    <a:pt x="1642" y="1"/>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4122;p72">
              <a:extLst>
                <a:ext uri="{FF2B5EF4-FFF2-40B4-BE49-F238E27FC236}">
                  <a16:creationId xmlns:a16="http://schemas.microsoft.com/office/drawing/2014/main" id="{A75B29ED-89EF-E561-24D6-9BADC2A57BB8}"/>
                </a:ext>
              </a:extLst>
            </p:cNvPr>
            <p:cNvSpPr/>
            <p:nvPr/>
          </p:nvSpPr>
          <p:spPr>
            <a:xfrm>
              <a:off x="3142675" y="3737550"/>
              <a:ext cx="102975" cy="132200"/>
            </a:xfrm>
            <a:custGeom>
              <a:avLst/>
              <a:gdLst/>
              <a:ahLst/>
              <a:cxnLst/>
              <a:rect l="l" t="t" r="r" b="b"/>
              <a:pathLst>
                <a:path w="4119" h="5288" extrusionOk="0">
                  <a:moveTo>
                    <a:pt x="1153" y="1"/>
                  </a:moveTo>
                  <a:cubicBezTo>
                    <a:pt x="467" y="1"/>
                    <a:pt x="0" y="559"/>
                    <a:pt x="15" y="1512"/>
                  </a:cubicBezTo>
                  <a:cubicBezTo>
                    <a:pt x="35" y="2832"/>
                    <a:pt x="965" y="4408"/>
                    <a:pt x="2095" y="5032"/>
                  </a:cubicBezTo>
                  <a:cubicBezTo>
                    <a:pt x="2408" y="5206"/>
                    <a:pt x="2703" y="5288"/>
                    <a:pt x="2966" y="5288"/>
                  </a:cubicBezTo>
                  <a:cubicBezTo>
                    <a:pt x="3652" y="5288"/>
                    <a:pt x="4118" y="4729"/>
                    <a:pt x="4104" y="3775"/>
                  </a:cubicBezTo>
                  <a:cubicBezTo>
                    <a:pt x="4084" y="2457"/>
                    <a:pt x="3153" y="881"/>
                    <a:pt x="2023" y="255"/>
                  </a:cubicBezTo>
                  <a:cubicBezTo>
                    <a:pt x="1711" y="82"/>
                    <a:pt x="1416" y="1"/>
                    <a:pt x="1153"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4123;p72">
              <a:extLst>
                <a:ext uri="{FF2B5EF4-FFF2-40B4-BE49-F238E27FC236}">
                  <a16:creationId xmlns:a16="http://schemas.microsoft.com/office/drawing/2014/main" id="{E5E5144D-5C2E-5090-722E-CD53C453DA13}"/>
                </a:ext>
              </a:extLst>
            </p:cNvPr>
            <p:cNvSpPr/>
            <p:nvPr/>
          </p:nvSpPr>
          <p:spPr>
            <a:xfrm>
              <a:off x="3149900" y="3746825"/>
              <a:ext cx="88525" cy="113650"/>
            </a:xfrm>
            <a:custGeom>
              <a:avLst/>
              <a:gdLst/>
              <a:ahLst/>
              <a:cxnLst/>
              <a:rect l="l" t="t" r="r" b="b"/>
              <a:pathLst>
                <a:path w="3541" h="4546" extrusionOk="0">
                  <a:moveTo>
                    <a:pt x="990" y="0"/>
                  </a:moveTo>
                  <a:cubicBezTo>
                    <a:pt x="401" y="0"/>
                    <a:pt x="0" y="481"/>
                    <a:pt x="13" y="1301"/>
                  </a:cubicBezTo>
                  <a:cubicBezTo>
                    <a:pt x="29" y="2435"/>
                    <a:pt x="830" y="3789"/>
                    <a:pt x="1802" y="4327"/>
                  </a:cubicBezTo>
                  <a:cubicBezTo>
                    <a:pt x="2070" y="4476"/>
                    <a:pt x="2324" y="4546"/>
                    <a:pt x="2549" y="4546"/>
                  </a:cubicBezTo>
                  <a:cubicBezTo>
                    <a:pt x="3139" y="4546"/>
                    <a:pt x="3540" y="4066"/>
                    <a:pt x="3528" y="3246"/>
                  </a:cubicBezTo>
                  <a:cubicBezTo>
                    <a:pt x="3511" y="2112"/>
                    <a:pt x="2711" y="756"/>
                    <a:pt x="1739" y="220"/>
                  </a:cubicBezTo>
                  <a:cubicBezTo>
                    <a:pt x="1470" y="71"/>
                    <a:pt x="1216" y="0"/>
                    <a:pt x="990"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4124;p72">
              <a:extLst>
                <a:ext uri="{FF2B5EF4-FFF2-40B4-BE49-F238E27FC236}">
                  <a16:creationId xmlns:a16="http://schemas.microsoft.com/office/drawing/2014/main" id="{990F8550-4B08-9C77-34E2-FE87E005291C}"/>
                </a:ext>
              </a:extLst>
            </p:cNvPr>
            <p:cNvSpPr/>
            <p:nvPr/>
          </p:nvSpPr>
          <p:spPr>
            <a:xfrm>
              <a:off x="3171625" y="3770075"/>
              <a:ext cx="50050" cy="64225"/>
            </a:xfrm>
            <a:custGeom>
              <a:avLst/>
              <a:gdLst/>
              <a:ahLst/>
              <a:cxnLst/>
              <a:rect l="l" t="t" r="r" b="b"/>
              <a:pathLst>
                <a:path w="2002" h="2569" extrusionOk="0">
                  <a:moveTo>
                    <a:pt x="561" y="0"/>
                  </a:moveTo>
                  <a:cubicBezTo>
                    <a:pt x="227" y="0"/>
                    <a:pt x="0" y="272"/>
                    <a:pt x="8" y="736"/>
                  </a:cubicBezTo>
                  <a:cubicBezTo>
                    <a:pt x="17" y="1376"/>
                    <a:pt x="470" y="2141"/>
                    <a:pt x="1019" y="2445"/>
                  </a:cubicBezTo>
                  <a:cubicBezTo>
                    <a:pt x="1171" y="2529"/>
                    <a:pt x="1314" y="2569"/>
                    <a:pt x="1442" y="2569"/>
                  </a:cubicBezTo>
                  <a:cubicBezTo>
                    <a:pt x="1775" y="2569"/>
                    <a:pt x="2002" y="2298"/>
                    <a:pt x="1995" y="1835"/>
                  </a:cubicBezTo>
                  <a:cubicBezTo>
                    <a:pt x="1984" y="1194"/>
                    <a:pt x="1532" y="427"/>
                    <a:pt x="983" y="124"/>
                  </a:cubicBezTo>
                  <a:cubicBezTo>
                    <a:pt x="831" y="40"/>
                    <a:pt x="688" y="0"/>
                    <a:pt x="561"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4125;p72">
              <a:extLst>
                <a:ext uri="{FF2B5EF4-FFF2-40B4-BE49-F238E27FC236}">
                  <a16:creationId xmlns:a16="http://schemas.microsoft.com/office/drawing/2014/main" id="{0FFAB9ED-AE2D-ABAC-968F-2C9A7CB94F95}"/>
                </a:ext>
              </a:extLst>
            </p:cNvPr>
            <p:cNvSpPr/>
            <p:nvPr/>
          </p:nvSpPr>
          <p:spPr>
            <a:xfrm>
              <a:off x="3167925" y="3758150"/>
              <a:ext cx="64925" cy="83675"/>
            </a:xfrm>
            <a:custGeom>
              <a:avLst/>
              <a:gdLst/>
              <a:ahLst/>
              <a:cxnLst/>
              <a:rect l="l" t="t" r="r" b="b"/>
              <a:pathLst>
                <a:path w="2597" h="3347" extrusionOk="0">
                  <a:moveTo>
                    <a:pt x="709" y="477"/>
                  </a:moveTo>
                  <a:cubicBezTo>
                    <a:pt x="836" y="477"/>
                    <a:pt x="979" y="517"/>
                    <a:pt x="1131" y="601"/>
                  </a:cubicBezTo>
                  <a:cubicBezTo>
                    <a:pt x="1423" y="762"/>
                    <a:pt x="1686" y="1053"/>
                    <a:pt x="1872" y="1386"/>
                  </a:cubicBezTo>
                  <a:cubicBezTo>
                    <a:pt x="1953" y="1533"/>
                    <a:pt x="2020" y="1689"/>
                    <a:pt x="2066" y="1847"/>
                  </a:cubicBezTo>
                  <a:cubicBezTo>
                    <a:pt x="2114" y="2004"/>
                    <a:pt x="2140" y="2162"/>
                    <a:pt x="2143" y="2312"/>
                  </a:cubicBezTo>
                  <a:cubicBezTo>
                    <a:pt x="2143" y="2338"/>
                    <a:pt x="2143" y="2362"/>
                    <a:pt x="2142" y="2388"/>
                  </a:cubicBezTo>
                  <a:cubicBezTo>
                    <a:pt x="2123" y="2805"/>
                    <a:pt x="1904" y="3046"/>
                    <a:pt x="1590" y="3046"/>
                  </a:cubicBezTo>
                  <a:cubicBezTo>
                    <a:pt x="1462" y="3046"/>
                    <a:pt x="1319" y="3006"/>
                    <a:pt x="1167" y="2922"/>
                  </a:cubicBezTo>
                  <a:cubicBezTo>
                    <a:pt x="618" y="2618"/>
                    <a:pt x="165" y="1853"/>
                    <a:pt x="156" y="1213"/>
                  </a:cubicBezTo>
                  <a:cubicBezTo>
                    <a:pt x="148" y="749"/>
                    <a:pt x="375" y="477"/>
                    <a:pt x="709" y="477"/>
                  </a:cubicBezTo>
                  <a:close/>
                  <a:moveTo>
                    <a:pt x="729" y="1"/>
                  </a:moveTo>
                  <a:cubicBezTo>
                    <a:pt x="295" y="1"/>
                    <a:pt x="0" y="354"/>
                    <a:pt x="9" y="958"/>
                  </a:cubicBezTo>
                  <a:cubicBezTo>
                    <a:pt x="21" y="1794"/>
                    <a:pt x="610" y="2790"/>
                    <a:pt x="1324" y="3186"/>
                  </a:cubicBezTo>
                  <a:cubicBezTo>
                    <a:pt x="1523" y="3295"/>
                    <a:pt x="1710" y="3347"/>
                    <a:pt x="1876" y="3347"/>
                  </a:cubicBezTo>
                  <a:cubicBezTo>
                    <a:pt x="2286" y="3347"/>
                    <a:pt x="2571" y="3033"/>
                    <a:pt x="2595" y="2490"/>
                  </a:cubicBezTo>
                  <a:cubicBezTo>
                    <a:pt x="2597" y="2457"/>
                    <a:pt x="2597" y="2424"/>
                    <a:pt x="2597" y="2390"/>
                  </a:cubicBezTo>
                  <a:cubicBezTo>
                    <a:pt x="2591" y="1998"/>
                    <a:pt x="2457" y="1570"/>
                    <a:pt x="2243" y="1185"/>
                  </a:cubicBezTo>
                  <a:cubicBezTo>
                    <a:pt x="2002" y="750"/>
                    <a:pt x="1659" y="371"/>
                    <a:pt x="1280" y="162"/>
                  </a:cubicBezTo>
                  <a:cubicBezTo>
                    <a:pt x="1082" y="53"/>
                    <a:pt x="895" y="1"/>
                    <a:pt x="729"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4126;p72">
              <a:extLst>
                <a:ext uri="{FF2B5EF4-FFF2-40B4-BE49-F238E27FC236}">
                  <a16:creationId xmlns:a16="http://schemas.microsoft.com/office/drawing/2014/main" id="{47D5E467-C9FC-1C22-4251-0F45DDC18933}"/>
                </a:ext>
              </a:extLst>
            </p:cNvPr>
            <p:cNvSpPr/>
            <p:nvPr/>
          </p:nvSpPr>
          <p:spPr>
            <a:xfrm>
              <a:off x="3042950" y="3261150"/>
              <a:ext cx="1301475" cy="1006125"/>
            </a:xfrm>
            <a:custGeom>
              <a:avLst/>
              <a:gdLst/>
              <a:ahLst/>
              <a:cxnLst/>
              <a:rect l="l" t="t" r="r" b="b"/>
              <a:pathLst>
                <a:path w="52059" h="40245" extrusionOk="0">
                  <a:moveTo>
                    <a:pt x="14775" y="1"/>
                  </a:moveTo>
                  <a:cubicBezTo>
                    <a:pt x="14461" y="1"/>
                    <a:pt x="14189" y="41"/>
                    <a:pt x="13968" y="128"/>
                  </a:cubicBezTo>
                  <a:cubicBezTo>
                    <a:pt x="12519" y="697"/>
                    <a:pt x="4008" y="5111"/>
                    <a:pt x="2955" y="6186"/>
                  </a:cubicBezTo>
                  <a:cubicBezTo>
                    <a:pt x="2800" y="6344"/>
                    <a:pt x="2690" y="6468"/>
                    <a:pt x="2555" y="6910"/>
                  </a:cubicBezTo>
                  <a:cubicBezTo>
                    <a:pt x="2224" y="8003"/>
                    <a:pt x="2003" y="9642"/>
                    <a:pt x="1660" y="10088"/>
                  </a:cubicBezTo>
                  <a:cubicBezTo>
                    <a:pt x="1339" y="10075"/>
                    <a:pt x="1181" y="9822"/>
                    <a:pt x="1006" y="9822"/>
                  </a:cubicBezTo>
                  <a:cubicBezTo>
                    <a:pt x="985" y="9822"/>
                    <a:pt x="963" y="9826"/>
                    <a:pt x="941" y="9835"/>
                  </a:cubicBezTo>
                  <a:cubicBezTo>
                    <a:pt x="464" y="10016"/>
                    <a:pt x="188" y="10621"/>
                    <a:pt x="119" y="10995"/>
                  </a:cubicBezTo>
                  <a:cubicBezTo>
                    <a:pt x="41" y="11414"/>
                    <a:pt x="1" y="11840"/>
                    <a:pt x="1" y="12268"/>
                  </a:cubicBezTo>
                  <a:lnTo>
                    <a:pt x="1" y="17372"/>
                  </a:lnTo>
                  <a:cubicBezTo>
                    <a:pt x="1" y="17775"/>
                    <a:pt x="103" y="18170"/>
                    <a:pt x="303" y="18520"/>
                  </a:cubicBezTo>
                  <a:cubicBezTo>
                    <a:pt x="634" y="19101"/>
                    <a:pt x="1218" y="19987"/>
                    <a:pt x="1966" y="20545"/>
                  </a:cubicBezTo>
                  <a:cubicBezTo>
                    <a:pt x="1975" y="18315"/>
                    <a:pt x="2512" y="16709"/>
                    <a:pt x="3970" y="16709"/>
                  </a:cubicBezTo>
                  <a:cubicBezTo>
                    <a:pt x="4479" y="16709"/>
                    <a:pt x="5100" y="16905"/>
                    <a:pt x="5850" y="17338"/>
                  </a:cubicBezTo>
                  <a:cubicBezTo>
                    <a:pt x="8596" y="18922"/>
                    <a:pt x="9736" y="22046"/>
                    <a:pt x="9736" y="25089"/>
                  </a:cubicBezTo>
                  <a:lnTo>
                    <a:pt x="26365" y="34555"/>
                  </a:lnTo>
                  <a:cubicBezTo>
                    <a:pt x="26386" y="32365"/>
                    <a:pt x="26927" y="30794"/>
                    <a:pt x="28368" y="30794"/>
                  </a:cubicBezTo>
                  <a:cubicBezTo>
                    <a:pt x="28877" y="30794"/>
                    <a:pt x="29498" y="30990"/>
                    <a:pt x="30248" y="31423"/>
                  </a:cubicBezTo>
                  <a:cubicBezTo>
                    <a:pt x="32927" y="32970"/>
                    <a:pt x="34073" y="35982"/>
                    <a:pt x="34127" y="38954"/>
                  </a:cubicBezTo>
                  <a:cubicBezTo>
                    <a:pt x="35153" y="39527"/>
                    <a:pt x="34639" y="39213"/>
                    <a:pt x="34989" y="39389"/>
                  </a:cubicBezTo>
                  <a:cubicBezTo>
                    <a:pt x="35652" y="39728"/>
                    <a:pt x="36482" y="40016"/>
                    <a:pt x="37218" y="40136"/>
                  </a:cubicBezTo>
                  <a:cubicBezTo>
                    <a:pt x="37672" y="40210"/>
                    <a:pt x="38126" y="40245"/>
                    <a:pt x="38579" y="40245"/>
                  </a:cubicBezTo>
                  <a:cubicBezTo>
                    <a:pt x="41731" y="40245"/>
                    <a:pt x="44831" y="38564"/>
                    <a:pt x="47363" y="36913"/>
                  </a:cubicBezTo>
                  <a:cubicBezTo>
                    <a:pt x="49313" y="35640"/>
                    <a:pt x="50826" y="34345"/>
                    <a:pt x="51577" y="33178"/>
                  </a:cubicBezTo>
                  <a:cubicBezTo>
                    <a:pt x="51908" y="32665"/>
                    <a:pt x="52059" y="32059"/>
                    <a:pt x="52046" y="31447"/>
                  </a:cubicBezTo>
                  <a:cubicBezTo>
                    <a:pt x="52014" y="29848"/>
                    <a:pt x="52008" y="26170"/>
                    <a:pt x="50412" y="23705"/>
                  </a:cubicBezTo>
                  <a:cubicBezTo>
                    <a:pt x="49465" y="22244"/>
                    <a:pt x="47688" y="20628"/>
                    <a:pt x="46239" y="19661"/>
                  </a:cubicBezTo>
                  <a:cubicBezTo>
                    <a:pt x="42141" y="16926"/>
                    <a:pt x="40428" y="15409"/>
                    <a:pt x="36713" y="12243"/>
                  </a:cubicBezTo>
                  <a:cubicBezTo>
                    <a:pt x="35421" y="11143"/>
                    <a:pt x="33081" y="8904"/>
                    <a:pt x="31718" y="7894"/>
                  </a:cubicBezTo>
                  <a:cubicBezTo>
                    <a:pt x="31180" y="7494"/>
                    <a:pt x="19046" y="1"/>
                    <a:pt x="14775" y="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4127;p72">
              <a:extLst>
                <a:ext uri="{FF2B5EF4-FFF2-40B4-BE49-F238E27FC236}">
                  <a16:creationId xmlns:a16="http://schemas.microsoft.com/office/drawing/2014/main" id="{9901CDA3-632E-4F86-738D-3352DC306645}"/>
                </a:ext>
              </a:extLst>
            </p:cNvPr>
            <p:cNvSpPr/>
            <p:nvPr/>
          </p:nvSpPr>
          <p:spPr>
            <a:xfrm>
              <a:off x="3042950" y="3630500"/>
              <a:ext cx="1066800" cy="641650"/>
            </a:xfrm>
            <a:custGeom>
              <a:avLst/>
              <a:gdLst/>
              <a:ahLst/>
              <a:cxnLst/>
              <a:rect l="l" t="t" r="r" b="b"/>
              <a:pathLst>
                <a:path w="42672" h="25666" extrusionOk="0">
                  <a:moveTo>
                    <a:pt x="8140" y="4700"/>
                  </a:moveTo>
                  <a:cubicBezTo>
                    <a:pt x="9244" y="6305"/>
                    <a:pt x="9736" y="8327"/>
                    <a:pt x="9736" y="10315"/>
                  </a:cubicBezTo>
                  <a:lnTo>
                    <a:pt x="26365" y="19781"/>
                  </a:lnTo>
                  <a:cubicBezTo>
                    <a:pt x="26383" y="17860"/>
                    <a:pt x="26806" y="16422"/>
                    <a:pt x="27881" y="16097"/>
                  </a:cubicBezTo>
                  <a:close/>
                  <a:moveTo>
                    <a:pt x="1" y="1"/>
                  </a:moveTo>
                  <a:lnTo>
                    <a:pt x="1" y="2598"/>
                  </a:lnTo>
                  <a:cubicBezTo>
                    <a:pt x="1" y="3001"/>
                    <a:pt x="103" y="3396"/>
                    <a:pt x="303" y="3746"/>
                  </a:cubicBezTo>
                  <a:cubicBezTo>
                    <a:pt x="634" y="4327"/>
                    <a:pt x="1218" y="5213"/>
                    <a:pt x="1966" y="5771"/>
                  </a:cubicBezTo>
                  <a:cubicBezTo>
                    <a:pt x="1974" y="3812"/>
                    <a:pt x="2394" y="2342"/>
                    <a:pt x="3484" y="2012"/>
                  </a:cubicBezTo>
                  <a:close/>
                  <a:moveTo>
                    <a:pt x="42671" y="24635"/>
                  </a:moveTo>
                  <a:cubicBezTo>
                    <a:pt x="40914" y="25308"/>
                    <a:pt x="39062" y="25665"/>
                    <a:pt x="37218" y="25362"/>
                  </a:cubicBezTo>
                  <a:cubicBezTo>
                    <a:pt x="36482" y="25242"/>
                    <a:pt x="35652" y="24954"/>
                    <a:pt x="34989" y="24615"/>
                  </a:cubicBezTo>
                  <a:cubicBezTo>
                    <a:pt x="34639" y="24439"/>
                    <a:pt x="35153" y="24754"/>
                    <a:pt x="34127" y="24180"/>
                  </a:cubicBezTo>
                  <a:cubicBezTo>
                    <a:pt x="34093" y="22263"/>
                    <a:pt x="33600" y="20331"/>
                    <a:pt x="32537" y="18784"/>
                  </a:cubicBezTo>
                  <a:cubicBezTo>
                    <a:pt x="35611" y="22783"/>
                    <a:pt x="38976" y="24814"/>
                    <a:pt x="42671" y="24635"/>
                  </a:cubicBezTo>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4128;p72">
              <a:extLst>
                <a:ext uri="{FF2B5EF4-FFF2-40B4-BE49-F238E27FC236}">
                  <a16:creationId xmlns:a16="http://schemas.microsoft.com/office/drawing/2014/main" id="{C9BED239-9CB2-A88D-E6EC-FEE8B27464B5}"/>
                </a:ext>
              </a:extLst>
            </p:cNvPr>
            <p:cNvSpPr/>
            <p:nvPr/>
          </p:nvSpPr>
          <p:spPr>
            <a:xfrm>
              <a:off x="3120450" y="3261150"/>
              <a:ext cx="1217925" cy="896100"/>
            </a:xfrm>
            <a:custGeom>
              <a:avLst/>
              <a:gdLst/>
              <a:ahLst/>
              <a:cxnLst/>
              <a:rect l="l" t="t" r="r" b="b"/>
              <a:pathLst>
                <a:path w="48717" h="35844" extrusionOk="0">
                  <a:moveTo>
                    <a:pt x="11675" y="1"/>
                  </a:moveTo>
                  <a:cubicBezTo>
                    <a:pt x="11361" y="1"/>
                    <a:pt x="11089" y="41"/>
                    <a:pt x="10868" y="128"/>
                  </a:cubicBezTo>
                  <a:cubicBezTo>
                    <a:pt x="9476" y="676"/>
                    <a:pt x="1370" y="4884"/>
                    <a:pt x="1" y="6053"/>
                  </a:cubicBezTo>
                  <a:cubicBezTo>
                    <a:pt x="4120" y="7667"/>
                    <a:pt x="16287" y="13395"/>
                    <a:pt x="17571" y="14952"/>
                  </a:cubicBezTo>
                  <a:cubicBezTo>
                    <a:pt x="19047" y="16745"/>
                    <a:pt x="24056" y="24662"/>
                    <a:pt x="24056" y="24662"/>
                  </a:cubicBezTo>
                  <a:cubicBezTo>
                    <a:pt x="25782" y="26419"/>
                    <a:pt x="29865" y="29897"/>
                    <a:pt x="31654" y="31587"/>
                  </a:cubicBezTo>
                  <a:cubicBezTo>
                    <a:pt x="32761" y="33184"/>
                    <a:pt x="33158" y="34159"/>
                    <a:pt x="33382" y="35193"/>
                  </a:cubicBezTo>
                  <a:cubicBezTo>
                    <a:pt x="33435" y="35437"/>
                    <a:pt x="34628" y="35844"/>
                    <a:pt x="36481" y="35844"/>
                  </a:cubicBezTo>
                  <a:cubicBezTo>
                    <a:pt x="38057" y="35844"/>
                    <a:pt x="40109" y="35550"/>
                    <a:pt x="42343" y="34613"/>
                  </a:cubicBezTo>
                  <a:cubicBezTo>
                    <a:pt x="43550" y="34107"/>
                    <a:pt x="44684" y="33433"/>
                    <a:pt x="45708" y="32617"/>
                  </a:cubicBezTo>
                  <a:cubicBezTo>
                    <a:pt x="47534" y="31162"/>
                    <a:pt x="48716" y="29546"/>
                    <a:pt x="48706" y="27838"/>
                  </a:cubicBezTo>
                  <a:cubicBezTo>
                    <a:pt x="48499" y="26429"/>
                    <a:pt x="48099" y="24919"/>
                    <a:pt x="47312" y="23705"/>
                  </a:cubicBezTo>
                  <a:cubicBezTo>
                    <a:pt x="46365" y="22244"/>
                    <a:pt x="44588" y="20628"/>
                    <a:pt x="43139" y="19661"/>
                  </a:cubicBezTo>
                  <a:cubicBezTo>
                    <a:pt x="39041" y="16926"/>
                    <a:pt x="37328" y="15409"/>
                    <a:pt x="33613" y="12243"/>
                  </a:cubicBezTo>
                  <a:cubicBezTo>
                    <a:pt x="32321" y="11143"/>
                    <a:pt x="29981" y="8904"/>
                    <a:pt x="28618" y="7894"/>
                  </a:cubicBezTo>
                  <a:cubicBezTo>
                    <a:pt x="28080" y="7494"/>
                    <a:pt x="15946" y="1"/>
                    <a:pt x="11675" y="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4129;p72">
              <a:extLst>
                <a:ext uri="{FF2B5EF4-FFF2-40B4-BE49-F238E27FC236}">
                  <a16:creationId xmlns:a16="http://schemas.microsoft.com/office/drawing/2014/main" id="{3B6D510F-C0B1-682E-5428-6B84130FEFCB}"/>
                </a:ext>
              </a:extLst>
            </p:cNvPr>
            <p:cNvSpPr/>
            <p:nvPr/>
          </p:nvSpPr>
          <p:spPr>
            <a:xfrm>
              <a:off x="3120450" y="3261150"/>
              <a:ext cx="702400" cy="352300"/>
            </a:xfrm>
            <a:custGeom>
              <a:avLst/>
              <a:gdLst/>
              <a:ahLst/>
              <a:cxnLst/>
              <a:rect l="l" t="t" r="r" b="b"/>
              <a:pathLst>
                <a:path w="28096" h="14092" extrusionOk="0">
                  <a:moveTo>
                    <a:pt x="11675" y="1"/>
                  </a:moveTo>
                  <a:cubicBezTo>
                    <a:pt x="11361" y="1"/>
                    <a:pt x="11089" y="42"/>
                    <a:pt x="10868" y="128"/>
                  </a:cubicBezTo>
                  <a:cubicBezTo>
                    <a:pt x="9476" y="676"/>
                    <a:pt x="1370" y="4884"/>
                    <a:pt x="1" y="6053"/>
                  </a:cubicBezTo>
                  <a:cubicBezTo>
                    <a:pt x="3443" y="7402"/>
                    <a:pt x="12497" y="11621"/>
                    <a:pt x="16133" y="13879"/>
                  </a:cubicBezTo>
                  <a:cubicBezTo>
                    <a:pt x="16358" y="14020"/>
                    <a:pt x="16614" y="14092"/>
                    <a:pt x="16870" y="14092"/>
                  </a:cubicBezTo>
                  <a:cubicBezTo>
                    <a:pt x="17045" y="14092"/>
                    <a:pt x="17220" y="14059"/>
                    <a:pt x="17387" y="13991"/>
                  </a:cubicBezTo>
                  <a:cubicBezTo>
                    <a:pt x="19447" y="13154"/>
                    <a:pt x="25682" y="10482"/>
                    <a:pt x="27961" y="7920"/>
                  </a:cubicBezTo>
                  <a:cubicBezTo>
                    <a:pt x="28096" y="7768"/>
                    <a:pt x="28057" y="7530"/>
                    <a:pt x="27884" y="7423"/>
                  </a:cubicBezTo>
                  <a:cubicBezTo>
                    <a:pt x="25104" y="5700"/>
                    <a:pt x="15399" y="1"/>
                    <a:pt x="11675" y="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4130;p72">
              <a:extLst>
                <a:ext uri="{FF2B5EF4-FFF2-40B4-BE49-F238E27FC236}">
                  <a16:creationId xmlns:a16="http://schemas.microsoft.com/office/drawing/2014/main" id="{DD0ED218-DC32-0718-E89C-10BDEC2269AB}"/>
                </a:ext>
              </a:extLst>
            </p:cNvPr>
            <p:cNvSpPr/>
            <p:nvPr/>
          </p:nvSpPr>
          <p:spPr>
            <a:xfrm>
              <a:off x="3721825" y="3670100"/>
              <a:ext cx="607925" cy="404000"/>
            </a:xfrm>
            <a:custGeom>
              <a:avLst/>
              <a:gdLst/>
              <a:ahLst/>
              <a:cxnLst/>
              <a:rect l="l" t="t" r="r" b="b"/>
              <a:pathLst>
                <a:path w="24317" h="16160" extrusionOk="0">
                  <a:moveTo>
                    <a:pt x="14487" y="0"/>
                  </a:moveTo>
                  <a:cubicBezTo>
                    <a:pt x="9292" y="6951"/>
                    <a:pt x="1" y="8304"/>
                    <a:pt x="1" y="8304"/>
                  </a:cubicBezTo>
                  <a:cubicBezTo>
                    <a:pt x="1727" y="10061"/>
                    <a:pt x="5810" y="13539"/>
                    <a:pt x="7599" y="15229"/>
                  </a:cubicBezTo>
                  <a:cubicBezTo>
                    <a:pt x="7708" y="15416"/>
                    <a:pt x="8175" y="15868"/>
                    <a:pt x="8297" y="15893"/>
                  </a:cubicBezTo>
                  <a:cubicBezTo>
                    <a:pt x="9157" y="16076"/>
                    <a:pt x="10016" y="16160"/>
                    <a:pt x="10864" y="16160"/>
                  </a:cubicBezTo>
                  <a:cubicBezTo>
                    <a:pt x="18003" y="16160"/>
                    <a:pt x="24317" y="10225"/>
                    <a:pt x="23545" y="7838"/>
                  </a:cubicBezTo>
                  <a:cubicBezTo>
                    <a:pt x="23455" y="7669"/>
                    <a:pt x="23360" y="7505"/>
                    <a:pt x="23257" y="7347"/>
                  </a:cubicBezTo>
                  <a:cubicBezTo>
                    <a:pt x="22310" y="5886"/>
                    <a:pt x="20533" y="4270"/>
                    <a:pt x="19084" y="3303"/>
                  </a:cubicBezTo>
                  <a:cubicBezTo>
                    <a:pt x="17184" y="2036"/>
                    <a:pt x="15798" y="1029"/>
                    <a:pt x="14487" y="0"/>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4131;p72">
              <a:extLst>
                <a:ext uri="{FF2B5EF4-FFF2-40B4-BE49-F238E27FC236}">
                  <a16:creationId xmlns:a16="http://schemas.microsoft.com/office/drawing/2014/main" id="{2FA4B7B3-F8F4-92D5-590C-193DE8C96E2A}"/>
                </a:ext>
              </a:extLst>
            </p:cNvPr>
            <p:cNvSpPr/>
            <p:nvPr/>
          </p:nvSpPr>
          <p:spPr>
            <a:xfrm>
              <a:off x="3190550" y="3537825"/>
              <a:ext cx="564450" cy="571225"/>
            </a:xfrm>
            <a:custGeom>
              <a:avLst/>
              <a:gdLst/>
              <a:ahLst/>
              <a:cxnLst/>
              <a:rect l="l" t="t" r="r" b="b"/>
              <a:pathLst>
                <a:path w="22578" h="22849" extrusionOk="0">
                  <a:moveTo>
                    <a:pt x="883" y="1"/>
                  </a:moveTo>
                  <a:cubicBezTo>
                    <a:pt x="857" y="1"/>
                    <a:pt x="832" y="19"/>
                    <a:pt x="824" y="46"/>
                  </a:cubicBezTo>
                  <a:cubicBezTo>
                    <a:pt x="475" y="1256"/>
                    <a:pt x="137" y="4768"/>
                    <a:pt x="1" y="6305"/>
                  </a:cubicBezTo>
                  <a:cubicBezTo>
                    <a:pt x="42" y="6329"/>
                    <a:pt x="79" y="6355"/>
                    <a:pt x="120" y="6380"/>
                  </a:cubicBezTo>
                  <a:cubicBezTo>
                    <a:pt x="252" y="4880"/>
                    <a:pt x="594" y="1296"/>
                    <a:pt x="944" y="80"/>
                  </a:cubicBezTo>
                  <a:cubicBezTo>
                    <a:pt x="955" y="46"/>
                    <a:pt x="935" y="13"/>
                    <a:pt x="901" y="3"/>
                  </a:cubicBezTo>
                  <a:cubicBezTo>
                    <a:pt x="895" y="1"/>
                    <a:pt x="889" y="1"/>
                    <a:pt x="883" y="1"/>
                  </a:cubicBezTo>
                  <a:close/>
                  <a:moveTo>
                    <a:pt x="10772" y="1829"/>
                  </a:moveTo>
                  <a:cubicBezTo>
                    <a:pt x="10763" y="1829"/>
                    <a:pt x="10754" y="1831"/>
                    <a:pt x="10745" y="1834"/>
                  </a:cubicBezTo>
                  <a:cubicBezTo>
                    <a:pt x="10725" y="1842"/>
                    <a:pt x="10713" y="1860"/>
                    <a:pt x="10708" y="1880"/>
                  </a:cubicBezTo>
                  <a:cubicBezTo>
                    <a:pt x="10698" y="1941"/>
                    <a:pt x="9632" y="8051"/>
                    <a:pt x="9623" y="16434"/>
                  </a:cubicBezTo>
                  <a:lnTo>
                    <a:pt x="3791" y="13066"/>
                  </a:lnTo>
                  <a:lnTo>
                    <a:pt x="3791" y="13066"/>
                  </a:lnTo>
                  <a:cubicBezTo>
                    <a:pt x="3795" y="13116"/>
                    <a:pt x="3798" y="13167"/>
                    <a:pt x="3802" y="13218"/>
                  </a:cubicBezTo>
                  <a:lnTo>
                    <a:pt x="9655" y="16597"/>
                  </a:lnTo>
                  <a:lnTo>
                    <a:pt x="20485" y="22849"/>
                  </a:lnTo>
                  <a:cubicBezTo>
                    <a:pt x="20488" y="22803"/>
                    <a:pt x="20493" y="22757"/>
                    <a:pt x="20496" y="22711"/>
                  </a:cubicBezTo>
                  <a:lnTo>
                    <a:pt x="9749" y="16506"/>
                  </a:lnTo>
                  <a:cubicBezTo>
                    <a:pt x="9752" y="8649"/>
                    <a:pt x="10685" y="2777"/>
                    <a:pt x="10817" y="1992"/>
                  </a:cubicBezTo>
                  <a:lnTo>
                    <a:pt x="13120" y="3349"/>
                  </a:lnTo>
                  <a:cubicBezTo>
                    <a:pt x="13765" y="3729"/>
                    <a:pt x="14325" y="4261"/>
                    <a:pt x="14737" y="4885"/>
                  </a:cubicBezTo>
                  <a:lnTo>
                    <a:pt x="22452" y="16561"/>
                  </a:lnTo>
                  <a:lnTo>
                    <a:pt x="22452" y="19733"/>
                  </a:lnTo>
                  <a:cubicBezTo>
                    <a:pt x="22473" y="19733"/>
                    <a:pt x="22494" y="19733"/>
                    <a:pt x="22515" y="19733"/>
                  </a:cubicBezTo>
                  <a:cubicBezTo>
                    <a:pt x="22535" y="19733"/>
                    <a:pt x="22556" y="19733"/>
                    <a:pt x="22578" y="19735"/>
                  </a:cubicBezTo>
                  <a:lnTo>
                    <a:pt x="22578" y="16541"/>
                  </a:lnTo>
                  <a:cubicBezTo>
                    <a:pt x="22578" y="16529"/>
                    <a:pt x="22573" y="16517"/>
                    <a:pt x="22567" y="16508"/>
                  </a:cubicBezTo>
                  <a:lnTo>
                    <a:pt x="14842" y="4816"/>
                  </a:lnTo>
                  <a:cubicBezTo>
                    <a:pt x="14419" y="4177"/>
                    <a:pt x="13845" y="3631"/>
                    <a:pt x="13184" y="3240"/>
                  </a:cubicBezTo>
                  <a:lnTo>
                    <a:pt x="10802" y="1837"/>
                  </a:lnTo>
                  <a:cubicBezTo>
                    <a:pt x="10793" y="1831"/>
                    <a:pt x="10782" y="1829"/>
                    <a:pt x="10772" y="1829"/>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4132;p72">
              <a:extLst>
                <a:ext uri="{FF2B5EF4-FFF2-40B4-BE49-F238E27FC236}">
                  <a16:creationId xmlns:a16="http://schemas.microsoft.com/office/drawing/2014/main" id="{B80AFF4E-0369-EBC4-7AB3-729CD6E6603B}"/>
                </a:ext>
              </a:extLst>
            </p:cNvPr>
            <p:cNvSpPr/>
            <p:nvPr/>
          </p:nvSpPr>
          <p:spPr>
            <a:xfrm>
              <a:off x="3570675" y="3468250"/>
              <a:ext cx="504350" cy="396625"/>
            </a:xfrm>
            <a:custGeom>
              <a:avLst/>
              <a:gdLst/>
              <a:ahLst/>
              <a:cxnLst/>
              <a:rect l="l" t="t" r="r" b="b"/>
              <a:pathLst>
                <a:path w="20174" h="15865" extrusionOk="0">
                  <a:moveTo>
                    <a:pt x="10274" y="1"/>
                  </a:moveTo>
                  <a:cubicBezTo>
                    <a:pt x="8094" y="1989"/>
                    <a:pt x="4526" y="3965"/>
                    <a:pt x="0" y="5932"/>
                  </a:cubicBezTo>
                  <a:cubicBezTo>
                    <a:pt x="2258" y="9787"/>
                    <a:pt x="4915" y="13456"/>
                    <a:pt x="6961" y="15246"/>
                  </a:cubicBezTo>
                  <a:cubicBezTo>
                    <a:pt x="7465" y="15688"/>
                    <a:pt x="7927" y="15864"/>
                    <a:pt x="8443" y="15864"/>
                  </a:cubicBezTo>
                  <a:cubicBezTo>
                    <a:pt x="8718" y="15864"/>
                    <a:pt x="9010" y="15814"/>
                    <a:pt x="9331" y="15726"/>
                  </a:cubicBezTo>
                  <a:cubicBezTo>
                    <a:pt x="13084" y="14700"/>
                    <a:pt x="16725" y="12379"/>
                    <a:pt x="19822" y="9445"/>
                  </a:cubicBezTo>
                  <a:cubicBezTo>
                    <a:pt x="20173" y="9112"/>
                    <a:pt x="20155" y="8543"/>
                    <a:pt x="19787" y="8226"/>
                  </a:cubicBezTo>
                  <a:lnTo>
                    <a:pt x="10274"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4133;p72">
              <a:extLst>
                <a:ext uri="{FF2B5EF4-FFF2-40B4-BE49-F238E27FC236}">
                  <a16:creationId xmlns:a16="http://schemas.microsoft.com/office/drawing/2014/main" id="{A2FD3D5A-0188-C2AF-D2C1-69648BC34F08}"/>
                </a:ext>
              </a:extLst>
            </p:cNvPr>
            <p:cNvSpPr/>
            <p:nvPr/>
          </p:nvSpPr>
          <p:spPr>
            <a:xfrm>
              <a:off x="3587450" y="3486925"/>
              <a:ext cx="443325" cy="337400"/>
            </a:xfrm>
            <a:custGeom>
              <a:avLst/>
              <a:gdLst/>
              <a:ahLst/>
              <a:cxnLst/>
              <a:rect l="l" t="t" r="r" b="b"/>
              <a:pathLst>
                <a:path w="17733" h="13496" extrusionOk="0">
                  <a:moveTo>
                    <a:pt x="9836" y="0"/>
                  </a:moveTo>
                  <a:cubicBezTo>
                    <a:pt x="9739" y="0"/>
                    <a:pt x="9643" y="34"/>
                    <a:pt x="9563" y="102"/>
                  </a:cubicBezTo>
                  <a:cubicBezTo>
                    <a:pt x="7551" y="1800"/>
                    <a:pt x="4502" y="3548"/>
                    <a:pt x="280" y="5422"/>
                  </a:cubicBezTo>
                  <a:cubicBezTo>
                    <a:pt x="82" y="5509"/>
                    <a:pt x="1" y="5747"/>
                    <a:pt x="111" y="5931"/>
                  </a:cubicBezTo>
                  <a:cubicBezTo>
                    <a:pt x="1155" y="7686"/>
                    <a:pt x="3626" y="10844"/>
                    <a:pt x="4787" y="12299"/>
                  </a:cubicBezTo>
                  <a:cubicBezTo>
                    <a:pt x="5241" y="12868"/>
                    <a:pt x="5819" y="13394"/>
                    <a:pt x="6543" y="13477"/>
                  </a:cubicBezTo>
                  <a:cubicBezTo>
                    <a:pt x="6645" y="13489"/>
                    <a:pt x="6748" y="13495"/>
                    <a:pt x="6852" y="13495"/>
                  </a:cubicBezTo>
                  <a:cubicBezTo>
                    <a:pt x="7094" y="13495"/>
                    <a:pt x="7335" y="13461"/>
                    <a:pt x="7568" y="13398"/>
                  </a:cubicBezTo>
                  <a:cubicBezTo>
                    <a:pt x="11078" y="12440"/>
                    <a:pt x="14250" y="10536"/>
                    <a:pt x="17552" y="7408"/>
                  </a:cubicBezTo>
                  <a:cubicBezTo>
                    <a:pt x="17670" y="7297"/>
                    <a:pt x="17733" y="7145"/>
                    <a:pt x="17730" y="6981"/>
                  </a:cubicBezTo>
                  <a:cubicBezTo>
                    <a:pt x="17725" y="6815"/>
                    <a:pt x="17652" y="6659"/>
                    <a:pt x="17526" y="6551"/>
                  </a:cubicBezTo>
                  <a:lnTo>
                    <a:pt x="10110" y="102"/>
                  </a:lnTo>
                  <a:cubicBezTo>
                    <a:pt x="10030" y="34"/>
                    <a:pt x="9933" y="0"/>
                    <a:pt x="9836" y="0"/>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4134;p72">
              <a:extLst>
                <a:ext uri="{FF2B5EF4-FFF2-40B4-BE49-F238E27FC236}">
                  <a16:creationId xmlns:a16="http://schemas.microsoft.com/office/drawing/2014/main" id="{5BFB0B6B-E134-7DB7-F678-0F70A655A196}"/>
                </a:ext>
              </a:extLst>
            </p:cNvPr>
            <p:cNvSpPr/>
            <p:nvPr/>
          </p:nvSpPr>
          <p:spPr>
            <a:xfrm>
              <a:off x="3124125" y="3449475"/>
              <a:ext cx="564875" cy="408275"/>
            </a:xfrm>
            <a:custGeom>
              <a:avLst/>
              <a:gdLst/>
              <a:ahLst/>
              <a:cxnLst/>
              <a:rect l="l" t="t" r="r" b="b"/>
              <a:pathLst>
                <a:path w="22595" h="16331" extrusionOk="0">
                  <a:moveTo>
                    <a:pt x="2296" y="0"/>
                  </a:moveTo>
                  <a:cubicBezTo>
                    <a:pt x="1798" y="0"/>
                    <a:pt x="739" y="1546"/>
                    <a:pt x="64" y="3735"/>
                  </a:cubicBezTo>
                  <a:cubicBezTo>
                    <a:pt x="1" y="3944"/>
                    <a:pt x="85" y="4168"/>
                    <a:pt x="271" y="4281"/>
                  </a:cubicBezTo>
                  <a:cubicBezTo>
                    <a:pt x="2767" y="5816"/>
                    <a:pt x="19713" y="14924"/>
                    <a:pt x="22251" y="16307"/>
                  </a:cubicBezTo>
                  <a:cubicBezTo>
                    <a:pt x="22281" y="16323"/>
                    <a:pt x="22312" y="16330"/>
                    <a:pt x="22342" y="16330"/>
                  </a:cubicBezTo>
                  <a:cubicBezTo>
                    <a:pt x="22474" y="16330"/>
                    <a:pt x="22595" y="16195"/>
                    <a:pt x="22520" y="16071"/>
                  </a:cubicBezTo>
                  <a:cubicBezTo>
                    <a:pt x="21796" y="14855"/>
                    <a:pt x="18898" y="10447"/>
                    <a:pt x="17502" y="8330"/>
                  </a:cubicBezTo>
                  <a:cubicBezTo>
                    <a:pt x="17000" y="7571"/>
                    <a:pt x="16335" y="6938"/>
                    <a:pt x="15549" y="6481"/>
                  </a:cubicBezTo>
                  <a:cubicBezTo>
                    <a:pt x="12364" y="4632"/>
                    <a:pt x="4383" y="533"/>
                    <a:pt x="2350" y="7"/>
                  </a:cubicBezTo>
                  <a:cubicBezTo>
                    <a:pt x="2333" y="2"/>
                    <a:pt x="2315" y="0"/>
                    <a:pt x="2296"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4135;p72">
              <a:extLst>
                <a:ext uri="{FF2B5EF4-FFF2-40B4-BE49-F238E27FC236}">
                  <a16:creationId xmlns:a16="http://schemas.microsoft.com/office/drawing/2014/main" id="{E806B2F3-527A-F3C9-59C1-5874DA3E2B74}"/>
                </a:ext>
              </a:extLst>
            </p:cNvPr>
            <p:cNvSpPr/>
            <p:nvPr/>
          </p:nvSpPr>
          <p:spPr>
            <a:xfrm>
              <a:off x="3057325" y="3419000"/>
              <a:ext cx="69225" cy="109300"/>
            </a:xfrm>
            <a:custGeom>
              <a:avLst/>
              <a:gdLst/>
              <a:ahLst/>
              <a:cxnLst/>
              <a:rect l="l" t="t" r="r" b="b"/>
              <a:pathLst>
                <a:path w="2769" h="4372" extrusionOk="0">
                  <a:moveTo>
                    <a:pt x="2262" y="1"/>
                  </a:moveTo>
                  <a:cubicBezTo>
                    <a:pt x="1868" y="100"/>
                    <a:pt x="114" y="3633"/>
                    <a:pt x="114" y="3633"/>
                  </a:cubicBezTo>
                  <a:cubicBezTo>
                    <a:pt x="1" y="3890"/>
                    <a:pt x="534" y="4209"/>
                    <a:pt x="813" y="4359"/>
                  </a:cubicBezTo>
                  <a:cubicBezTo>
                    <a:pt x="830" y="4368"/>
                    <a:pt x="847" y="4372"/>
                    <a:pt x="864" y="4372"/>
                  </a:cubicBezTo>
                  <a:cubicBezTo>
                    <a:pt x="910" y="4372"/>
                    <a:pt x="953" y="4343"/>
                    <a:pt x="970" y="4297"/>
                  </a:cubicBezTo>
                  <a:cubicBezTo>
                    <a:pt x="1071" y="4014"/>
                    <a:pt x="1339" y="3266"/>
                    <a:pt x="1666" y="2385"/>
                  </a:cubicBezTo>
                  <a:cubicBezTo>
                    <a:pt x="1819" y="1966"/>
                    <a:pt x="2072" y="1437"/>
                    <a:pt x="2276" y="1092"/>
                  </a:cubicBezTo>
                  <a:cubicBezTo>
                    <a:pt x="2550" y="626"/>
                    <a:pt x="2768" y="292"/>
                    <a:pt x="2262" y="1"/>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4136;p72">
              <a:extLst>
                <a:ext uri="{FF2B5EF4-FFF2-40B4-BE49-F238E27FC236}">
                  <a16:creationId xmlns:a16="http://schemas.microsoft.com/office/drawing/2014/main" id="{119A2346-62A1-05AC-7838-6BE38FAEE2A8}"/>
                </a:ext>
              </a:extLst>
            </p:cNvPr>
            <p:cNvSpPr/>
            <p:nvPr/>
          </p:nvSpPr>
          <p:spPr>
            <a:xfrm>
              <a:off x="3906625" y="4035175"/>
              <a:ext cx="209600" cy="95025"/>
            </a:xfrm>
            <a:custGeom>
              <a:avLst/>
              <a:gdLst/>
              <a:ahLst/>
              <a:cxnLst/>
              <a:rect l="l" t="t" r="r" b="b"/>
              <a:pathLst>
                <a:path w="8384" h="3801" extrusionOk="0">
                  <a:moveTo>
                    <a:pt x="581" y="0"/>
                  </a:moveTo>
                  <a:cubicBezTo>
                    <a:pt x="0" y="0"/>
                    <a:pt x="333" y="1516"/>
                    <a:pt x="707" y="2196"/>
                  </a:cubicBezTo>
                  <a:cubicBezTo>
                    <a:pt x="871" y="2498"/>
                    <a:pt x="1052" y="2778"/>
                    <a:pt x="1222" y="3062"/>
                  </a:cubicBezTo>
                  <a:cubicBezTo>
                    <a:pt x="1384" y="3198"/>
                    <a:pt x="1530" y="3301"/>
                    <a:pt x="1642" y="3353"/>
                  </a:cubicBezTo>
                  <a:cubicBezTo>
                    <a:pt x="1841" y="3445"/>
                    <a:pt x="2059" y="3488"/>
                    <a:pt x="2275" y="3527"/>
                  </a:cubicBezTo>
                  <a:cubicBezTo>
                    <a:pt x="3293" y="3703"/>
                    <a:pt x="4309" y="3800"/>
                    <a:pt x="5277" y="3800"/>
                  </a:cubicBezTo>
                  <a:cubicBezTo>
                    <a:pt x="6175" y="3800"/>
                    <a:pt x="7031" y="3717"/>
                    <a:pt x="7808" y="3534"/>
                  </a:cubicBezTo>
                  <a:cubicBezTo>
                    <a:pt x="8383" y="3333"/>
                    <a:pt x="7916" y="2015"/>
                    <a:pt x="7540" y="1705"/>
                  </a:cubicBezTo>
                  <a:cubicBezTo>
                    <a:pt x="7118" y="1360"/>
                    <a:pt x="4596" y="1317"/>
                    <a:pt x="627" y="3"/>
                  </a:cubicBezTo>
                  <a:cubicBezTo>
                    <a:pt x="611" y="1"/>
                    <a:pt x="596" y="0"/>
                    <a:pt x="58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4137;p72">
              <a:extLst>
                <a:ext uri="{FF2B5EF4-FFF2-40B4-BE49-F238E27FC236}">
                  <a16:creationId xmlns:a16="http://schemas.microsoft.com/office/drawing/2014/main" id="{7CFA2748-957E-23CC-7B2E-778681A99A92}"/>
                </a:ext>
              </a:extLst>
            </p:cNvPr>
            <p:cNvSpPr/>
            <p:nvPr/>
          </p:nvSpPr>
          <p:spPr>
            <a:xfrm>
              <a:off x="3891125" y="4033175"/>
              <a:ext cx="50400" cy="81975"/>
            </a:xfrm>
            <a:custGeom>
              <a:avLst/>
              <a:gdLst/>
              <a:ahLst/>
              <a:cxnLst/>
              <a:rect l="l" t="t" r="r" b="b"/>
              <a:pathLst>
                <a:path w="2016" h="3279" extrusionOk="0">
                  <a:moveTo>
                    <a:pt x="665" y="1"/>
                  </a:moveTo>
                  <a:cubicBezTo>
                    <a:pt x="349" y="1"/>
                    <a:pt x="118" y="107"/>
                    <a:pt x="87" y="407"/>
                  </a:cubicBezTo>
                  <a:cubicBezTo>
                    <a:pt x="1" y="1244"/>
                    <a:pt x="1293" y="2748"/>
                    <a:pt x="2015" y="3278"/>
                  </a:cubicBezTo>
                  <a:cubicBezTo>
                    <a:pt x="1968" y="3177"/>
                    <a:pt x="1911" y="3084"/>
                    <a:pt x="1868" y="2979"/>
                  </a:cubicBezTo>
                  <a:cubicBezTo>
                    <a:pt x="1500" y="2083"/>
                    <a:pt x="1083" y="1063"/>
                    <a:pt x="1247" y="83"/>
                  </a:cubicBezTo>
                  <a:cubicBezTo>
                    <a:pt x="1040" y="33"/>
                    <a:pt x="840" y="1"/>
                    <a:pt x="665" y="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4138;p72">
              <a:extLst>
                <a:ext uri="{FF2B5EF4-FFF2-40B4-BE49-F238E27FC236}">
                  <a16:creationId xmlns:a16="http://schemas.microsoft.com/office/drawing/2014/main" id="{FA209516-24B9-48E6-BA90-962241935B8D}"/>
                </a:ext>
              </a:extLst>
            </p:cNvPr>
            <p:cNvSpPr/>
            <p:nvPr/>
          </p:nvSpPr>
          <p:spPr>
            <a:xfrm>
              <a:off x="4294125" y="3840550"/>
              <a:ext cx="38575" cy="122475"/>
            </a:xfrm>
            <a:custGeom>
              <a:avLst/>
              <a:gdLst/>
              <a:ahLst/>
              <a:cxnLst/>
              <a:rect l="l" t="t" r="r" b="b"/>
              <a:pathLst>
                <a:path w="1543" h="4899" extrusionOk="0">
                  <a:moveTo>
                    <a:pt x="0" y="0"/>
                  </a:moveTo>
                  <a:lnTo>
                    <a:pt x="0" y="0"/>
                  </a:lnTo>
                  <a:cubicBezTo>
                    <a:pt x="327" y="497"/>
                    <a:pt x="420" y="921"/>
                    <a:pt x="471" y="1429"/>
                  </a:cubicBezTo>
                  <a:cubicBezTo>
                    <a:pt x="491" y="1628"/>
                    <a:pt x="491" y="1838"/>
                    <a:pt x="483" y="2058"/>
                  </a:cubicBezTo>
                  <a:cubicBezTo>
                    <a:pt x="452" y="2944"/>
                    <a:pt x="288" y="3595"/>
                    <a:pt x="730" y="4478"/>
                  </a:cubicBezTo>
                  <a:cubicBezTo>
                    <a:pt x="796" y="4607"/>
                    <a:pt x="961" y="4898"/>
                    <a:pt x="1093" y="4898"/>
                  </a:cubicBezTo>
                  <a:cubicBezTo>
                    <a:pt x="1109" y="4898"/>
                    <a:pt x="1125" y="4894"/>
                    <a:pt x="1139" y="4885"/>
                  </a:cubicBezTo>
                  <a:cubicBezTo>
                    <a:pt x="1360" y="4745"/>
                    <a:pt x="1527" y="4083"/>
                    <a:pt x="1536" y="3270"/>
                  </a:cubicBezTo>
                  <a:cubicBezTo>
                    <a:pt x="1542" y="2706"/>
                    <a:pt x="1248" y="2054"/>
                    <a:pt x="971" y="1475"/>
                  </a:cubicBezTo>
                  <a:cubicBezTo>
                    <a:pt x="704" y="915"/>
                    <a:pt x="379" y="406"/>
                    <a:pt x="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4139;p72">
              <a:extLst>
                <a:ext uri="{FF2B5EF4-FFF2-40B4-BE49-F238E27FC236}">
                  <a16:creationId xmlns:a16="http://schemas.microsoft.com/office/drawing/2014/main" id="{53A56018-43AB-F065-E728-35A9628AE8C2}"/>
                </a:ext>
              </a:extLst>
            </p:cNvPr>
            <p:cNvSpPr/>
            <p:nvPr/>
          </p:nvSpPr>
          <p:spPr>
            <a:xfrm>
              <a:off x="4126225" y="3954300"/>
              <a:ext cx="178850" cy="160275"/>
            </a:xfrm>
            <a:custGeom>
              <a:avLst/>
              <a:gdLst/>
              <a:ahLst/>
              <a:cxnLst/>
              <a:rect l="l" t="t" r="r" b="b"/>
              <a:pathLst>
                <a:path w="7154" h="6411" extrusionOk="0">
                  <a:moveTo>
                    <a:pt x="6287" y="0"/>
                  </a:moveTo>
                  <a:cubicBezTo>
                    <a:pt x="5508" y="887"/>
                    <a:pt x="4377" y="1903"/>
                    <a:pt x="3161" y="2660"/>
                  </a:cubicBezTo>
                  <a:cubicBezTo>
                    <a:pt x="1592" y="3637"/>
                    <a:pt x="1" y="4269"/>
                    <a:pt x="79" y="4523"/>
                  </a:cubicBezTo>
                  <a:cubicBezTo>
                    <a:pt x="252" y="5092"/>
                    <a:pt x="824" y="6411"/>
                    <a:pt x="1215" y="6411"/>
                  </a:cubicBezTo>
                  <a:cubicBezTo>
                    <a:pt x="1226" y="6411"/>
                    <a:pt x="1238" y="6410"/>
                    <a:pt x="1249" y="6407"/>
                  </a:cubicBezTo>
                  <a:cubicBezTo>
                    <a:pt x="2991" y="6036"/>
                    <a:pt x="6469" y="3496"/>
                    <a:pt x="6975" y="2522"/>
                  </a:cubicBezTo>
                  <a:cubicBezTo>
                    <a:pt x="7153" y="2182"/>
                    <a:pt x="6492" y="54"/>
                    <a:pt x="6287" y="0"/>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4140;p72">
              <a:extLst>
                <a:ext uri="{FF2B5EF4-FFF2-40B4-BE49-F238E27FC236}">
                  <a16:creationId xmlns:a16="http://schemas.microsoft.com/office/drawing/2014/main" id="{3EB04C96-8059-2340-03F1-92929AF5EAEF}"/>
                </a:ext>
              </a:extLst>
            </p:cNvPr>
            <p:cNvSpPr/>
            <p:nvPr/>
          </p:nvSpPr>
          <p:spPr>
            <a:xfrm>
              <a:off x="4126975" y="3957100"/>
              <a:ext cx="171225" cy="155250"/>
            </a:xfrm>
            <a:custGeom>
              <a:avLst/>
              <a:gdLst/>
              <a:ahLst/>
              <a:cxnLst/>
              <a:rect l="l" t="t" r="r" b="b"/>
              <a:pathLst>
                <a:path w="6849" h="6210" extrusionOk="0">
                  <a:moveTo>
                    <a:pt x="6151" y="0"/>
                  </a:moveTo>
                  <a:cubicBezTo>
                    <a:pt x="5377" y="860"/>
                    <a:pt x="4297" y="1822"/>
                    <a:pt x="3131" y="2548"/>
                  </a:cubicBezTo>
                  <a:cubicBezTo>
                    <a:pt x="2242" y="3102"/>
                    <a:pt x="1334" y="3520"/>
                    <a:pt x="736" y="3826"/>
                  </a:cubicBezTo>
                  <a:cubicBezTo>
                    <a:pt x="278" y="4059"/>
                    <a:pt x="0" y="4206"/>
                    <a:pt x="49" y="4411"/>
                  </a:cubicBezTo>
                  <a:cubicBezTo>
                    <a:pt x="167" y="4905"/>
                    <a:pt x="633" y="5917"/>
                    <a:pt x="1001" y="6210"/>
                  </a:cubicBezTo>
                  <a:cubicBezTo>
                    <a:pt x="2752" y="5819"/>
                    <a:pt x="6199" y="3300"/>
                    <a:pt x="6701" y="2331"/>
                  </a:cubicBezTo>
                  <a:cubicBezTo>
                    <a:pt x="6849" y="2049"/>
                    <a:pt x="6418" y="537"/>
                    <a:pt x="615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4141;p72">
              <a:extLst>
                <a:ext uri="{FF2B5EF4-FFF2-40B4-BE49-F238E27FC236}">
                  <a16:creationId xmlns:a16="http://schemas.microsoft.com/office/drawing/2014/main" id="{19591309-81F3-3171-8024-D74A5ADE43D3}"/>
                </a:ext>
              </a:extLst>
            </p:cNvPr>
            <p:cNvSpPr/>
            <p:nvPr/>
          </p:nvSpPr>
          <p:spPr>
            <a:xfrm>
              <a:off x="3841650" y="3874625"/>
              <a:ext cx="224925" cy="153525"/>
            </a:xfrm>
            <a:custGeom>
              <a:avLst/>
              <a:gdLst/>
              <a:ahLst/>
              <a:cxnLst/>
              <a:rect l="l" t="t" r="r" b="b"/>
              <a:pathLst>
                <a:path w="8997" h="6141" extrusionOk="0">
                  <a:moveTo>
                    <a:pt x="0" y="0"/>
                  </a:moveTo>
                  <a:lnTo>
                    <a:pt x="0" y="0"/>
                  </a:lnTo>
                  <a:cubicBezTo>
                    <a:pt x="0" y="0"/>
                    <a:pt x="293" y="524"/>
                    <a:pt x="917" y="1248"/>
                  </a:cubicBezTo>
                  <a:cubicBezTo>
                    <a:pt x="1538" y="1975"/>
                    <a:pt x="2493" y="2884"/>
                    <a:pt x="3640" y="3687"/>
                  </a:cubicBezTo>
                  <a:cubicBezTo>
                    <a:pt x="4772" y="4494"/>
                    <a:pt x="6085" y="5171"/>
                    <a:pt x="7149" y="5581"/>
                  </a:cubicBezTo>
                  <a:cubicBezTo>
                    <a:pt x="8210" y="5996"/>
                    <a:pt x="8997" y="6140"/>
                    <a:pt x="8997" y="6140"/>
                  </a:cubicBezTo>
                  <a:cubicBezTo>
                    <a:pt x="8997" y="6140"/>
                    <a:pt x="8287" y="5873"/>
                    <a:pt x="7327" y="5384"/>
                  </a:cubicBezTo>
                  <a:cubicBezTo>
                    <a:pt x="6363" y="4901"/>
                    <a:pt x="5167" y="4179"/>
                    <a:pt x="4060" y="3397"/>
                  </a:cubicBezTo>
                  <a:cubicBezTo>
                    <a:pt x="1817" y="1846"/>
                    <a:pt x="1" y="0"/>
                    <a:pt x="0" y="0"/>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4142;p72">
              <a:extLst>
                <a:ext uri="{FF2B5EF4-FFF2-40B4-BE49-F238E27FC236}">
                  <a16:creationId xmlns:a16="http://schemas.microsoft.com/office/drawing/2014/main" id="{8B15DA1B-C622-5994-8954-04458FEBCB7E}"/>
                </a:ext>
              </a:extLst>
            </p:cNvPr>
            <p:cNvSpPr/>
            <p:nvPr/>
          </p:nvSpPr>
          <p:spPr>
            <a:xfrm>
              <a:off x="4078775" y="3734900"/>
              <a:ext cx="178600" cy="180875"/>
            </a:xfrm>
            <a:custGeom>
              <a:avLst/>
              <a:gdLst/>
              <a:ahLst/>
              <a:cxnLst/>
              <a:rect l="l" t="t" r="r" b="b"/>
              <a:pathLst>
                <a:path w="7144" h="7235" extrusionOk="0">
                  <a:moveTo>
                    <a:pt x="1608" y="842"/>
                  </a:moveTo>
                  <a:cubicBezTo>
                    <a:pt x="692" y="292"/>
                    <a:pt x="1" y="1"/>
                    <a:pt x="1" y="1"/>
                  </a:cubicBezTo>
                  <a:cubicBezTo>
                    <a:pt x="1" y="1"/>
                    <a:pt x="2299" y="1565"/>
                    <a:pt x="4108" y="3371"/>
                  </a:cubicBezTo>
                  <a:cubicBezTo>
                    <a:pt x="5025" y="4266"/>
                    <a:pt x="5842" y="5210"/>
                    <a:pt x="6360" y="5957"/>
                  </a:cubicBezTo>
                  <a:cubicBezTo>
                    <a:pt x="6886" y="6699"/>
                    <a:pt x="7144" y="7234"/>
                    <a:pt x="7144" y="7234"/>
                  </a:cubicBezTo>
                  <a:cubicBezTo>
                    <a:pt x="7144" y="7234"/>
                    <a:pt x="7073" y="6667"/>
                    <a:pt x="6665" y="5867"/>
                  </a:cubicBezTo>
                  <a:cubicBezTo>
                    <a:pt x="6270" y="5065"/>
                    <a:pt x="5536" y="4047"/>
                    <a:pt x="4588" y="3130"/>
                  </a:cubicBezTo>
                  <a:cubicBezTo>
                    <a:pt x="3650" y="2205"/>
                    <a:pt x="2528" y="1393"/>
                    <a:pt x="1608" y="842"/>
                  </a:cubicBezTo>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4143;p72">
              <a:extLst>
                <a:ext uri="{FF2B5EF4-FFF2-40B4-BE49-F238E27FC236}">
                  <a16:creationId xmlns:a16="http://schemas.microsoft.com/office/drawing/2014/main" id="{06982227-2A8F-EF1A-1506-5D400C8E24B3}"/>
                </a:ext>
              </a:extLst>
            </p:cNvPr>
            <p:cNvSpPr/>
            <p:nvPr/>
          </p:nvSpPr>
          <p:spPr>
            <a:xfrm>
              <a:off x="3416650" y="3377900"/>
              <a:ext cx="284625" cy="161525"/>
            </a:xfrm>
            <a:custGeom>
              <a:avLst/>
              <a:gdLst/>
              <a:ahLst/>
              <a:cxnLst/>
              <a:rect l="l" t="t" r="r" b="b"/>
              <a:pathLst>
                <a:path w="11385" h="6461" extrusionOk="0">
                  <a:moveTo>
                    <a:pt x="7682" y="1"/>
                  </a:moveTo>
                  <a:cubicBezTo>
                    <a:pt x="7427" y="1"/>
                    <a:pt x="7171" y="57"/>
                    <a:pt x="6977" y="170"/>
                  </a:cubicBezTo>
                  <a:lnTo>
                    <a:pt x="392" y="3972"/>
                  </a:lnTo>
                  <a:cubicBezTo>
                    <a:pt x="1" y="4197"/>
                    <a:pt x="1" y="4562"/>
                    <a:pt x="392" y="4786"/>
                  </a:cubicBezTo>
                  <a:lnTo>
                    <a:pt x="2997" y="6292"/>
                  </a:lnTo>
                  <a:cubicBezTo>
                    <a:pt x="3192" y="6404"/>
                    <a:pt x="3448" y="6461"/>
                    <a:pt x="3703" y="6461"/>
                  </a:cubicBezTo>
                  <a:cubicBezTo>
                    <a:pt x="3959" y="6461"/>
                    <a:pt x="4214" y="6404"/>
                    <a:pt x="4409" y="6292"/>
                  </a:cubicBezTo>
                  <a:lnTo>
                    <a:pt x="10994" y="2489"/>
                  </a:lnTo>
                  <a:cubicBezTo>
                    <a:pt x="11384" y="2264"/>
                    <a:pt x="11384" y="1899"/>
                    <a:pt x="10994" y="1674"/>
                  </a:cubicBezTo>
                  <a:lnTo>
                    <a:pt x="8389" y="170"/>
                  </a:lnTo>
                  <a:cubicBezTo>
                    <a:pt x="8193" y="57"/>
                    <a:pt x="7938" y="1"/>
                    <a:pt x="7682"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4144;p72">
              <a:extLst>
                <a:ext uri="{FF2B5EF4-FFF2-40B4-BE49-F238E27FC236}">
                  <a16:creationId xmlns:a16="http://schemas.microsoft.com/office/drawing/2014/main" id="{93EB9E5C-D41A-419E-1E6D-8D1CDA096829}"/>
                </a:ext>
              </a:extLst>
            </p:cNvPr>
            <p:cNvSpPr/>
            <p:nvPr/>
          </p:nvSpPr>
          <p:spPr>
            <a:xfrm>
              <a:off x="3425625" y="3387325"/>
              <a:ext cx="266725" cy="151325"/>
            </a:xfrm>
            <a:custGeom>
              <a:avLst/>
              <a:gdLst/>
              <a:ahLst/>
              <a:cxnLst/>
              <a:rect l="l" t="t" r="r" b="b"/>
              <a:pathLst>
                <a:path w="10669" h="6053" extrusionOk="0">
                  <a:moveTo>
                    <a:pt x="7318" y="1"/>
                  </a:moveTo>
                  <a:cubicBezTo>
                    <a:pt x="7076" y="1"/>
                    <a:pt x="6835" y="53"/>
                    <a:pt x="6651" y="159"/>
                  </a:cubicBezTo>
                  <a:lnTo>
                    <a:pt x="369" y="3787"/>
                  </a:lnTo>
                  <a:cubicBezTo>
                    <a:pt x="1" y="4000"/>
                    <a:pt x="1" y="4343"/>
                    <a:pt x="369" y="4556"/>
                  </a:cubicBezTo>
                  <a:lnTo>
                    <a:pt x="2687" y="5893"/>
                  </a:lnTo>
                  <a:cubicBezTo>
                    <a:pt x="2870" y="6000"/>
                    <a:pt x="3111" y="6053"/>
                    <a:pt x="3352" y="6053"/>
                  </a:cubicBezTo>
                  <a:cubicBezTo>
                    <a:pt x="3592" y="6053"/>
                    <a:pt x="3834" y="6000"/>
                    <a:pt x="4017" y="5893"/>
                  </a:cubicBezTo>
                  <a:lnTo>
                    <a:pt x="10300" y="2266"/>
                  </a:lnTo>
                  <a:cubicBezTo>
                    <a:pt x="10668" y="2054"/>
                    <a:pt x="10668" y="1709"/>
                    <a:pt x="10300" y="1498"/>
                  </a:cubicBezTo>
                  <a:lnTo>
                    <a:pt x="7984" y="159"/>
                  </a:lnTo>
                  <a:cubicBezTo>
                    <a:pt x="7800" y="53"/>
                    <a:pt x="7559" y="1"/>
                    <a:pt x="7318" y="1"/>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4145;p72">
              <a:extLst>
                <a:ext uri="{FF2B5EF4-FFF2-40B4-BE49-F238E27FC236}">
                  <a16:creationId xmlns:a16="http://schemas.microsoft.com/office/drawing/2014/main" id="{35760321-4D3E-E1B0-DE25-7FAFBF0F64F2}"/>
                </a:ext>
              </a:extLst>
            </p:cNvPr>
            <p:cNvSpPr/>
            <p:nvPr/>
          </p:nvSpPr>
          <p:spPr>
            <a:xfrm>
              <a:off x="3144500" y="3465425"/>
              <a:ext cx="520700" cy="374150"/>
            </a:xfrm>
            <a:custGeom>
              <a:avLst/>
              <a:gdLst/>
              <a:ahLst/>
              <a:cxnLst/>
              <a:rect l="l" t="t" r="r" b="b"/>
              <a:pathLst>
                <a:path w="20828" h="14966" extrusionOk="0">
                  <a:moveTo>
                    <a:pt x="1927" y="0"/>
                  </a:moveTo>
                  <a:cubicBezTo>
                    <a:pt x="1679" y="2"/>
                    <a:pt x="705" y="1192"/>
                    <a:pt x="29" y="3385"/>
                  </a:cubicBezTo>
                  <a:cubicBezTo>
                    <a:pt x="0" y="3481"/>
                    <a:pt x="38" y="3585"/>
                    <a:pt x="126" y="3638"/>
                  </a:cubicBezTo>
                  <a:cubicBezTo>
                    <a:pt x="503" y="3870"/>
                    <a:pt x="1240" y="4292"/>
                    <a:pt x="2217" y="4837"/>
                  </a:cubicBezTo>
                  <a:cubicBezTo>
                    <a:pt x="2478" y="3323"/>
                    <a:pt x="2902" y="1466"/>
                    <a:pt x="3289" y="499"/>
                  </a:cubicBezTo>
                  <a:cubicBezTo>
                    <a:pt x="2715" y="259"/>
                    <a:pt x="2240" y="80"/>
                    <a:pt x="1927" y="0"/>
                  </a:cubicBezTo>
                  <a:close/>
                  <a:moveTo>
                    <a:pt x="3638" y="647"/>
                  </a:moveTo>
                  <a:cubicBezTo>
                    <a:pt x="3243" y="1679"/>
                    <a:pt x="2849" y="3560"/>
                    <a:pt x="2600" y="5050"/>
                  </a:cubicBezTo>
                  <a:cubicBezTo>
                    <a:pt x="4946" y="6355"/>
                    <a:pt x="8449" y="8264"/>
                    <a:pt x="11768" y="10064"/>
                  </a:cubicBezTo>
                  <a:cubicBezTo>
                    <a:pt x="12012" y="7424"/>
                    <a:pt x="12285" y="5625"/>
                    <a:pt x="12386" y="5001"/>
                  </a:cubicBezTo>
                  <a:cubicBezTo>
                    <a:pt x="9688" y="3540"/>
                    <a:pt x="5961" y="1650"/>
                    <a:pt x="3638" y="647"/>
                  </a:cubicBezTo>
                  <a:close/>
                  <a:moveTo>
                    <a:pt x="12737" y="5193"/>
                  </a:moveTo>
                  <a:cubicBezTo>
                    <a:pt x="12625" y="5901"/>
                    <a:pt x="12365" y="7703"/>
                    <a:pt x="12133" y="10262"/>
                  </a:cubicBezTo>
                  <a:cubicBezTo>
                    <a:pt x="14373" y="11476"/>
                    <a:pt x="16506" y="12627"/>
                    <a:pt x="18106" y="13493"/>
                  </a:cubicBezTo>
                  <a:cubicBezTo>
                    <a:pt x="19331" y="14156"/>
                    <a:pt x="20293" y="14674"/>
                    <a:pt x="20828" y="14965"/>
                  </a:cubicBezTo>
                  <a:cubicBezTo>
                    <a:pt x="19974" y="13570"/>
                    <a:pt x="17322" y="9539"/>
                    <a:pt x="16181" y="7810"/>
                  </a:cubicBezTo>
                  <a:cubicBezTo>
                    <a:pt x="15724" y="7119"/>
                    <a:pt x="15109" y="6536"/>
                    <a:pt x="14402" y="6125"/>
                  </a:cubicBezTo>
                  <a:cubicBezTo>
                    <a:pt x="13941" y="5858"/>
                    <a:pt x="13369" y="5538"/>
                    <a:pt x="12737" y="5193"/>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4146;p72">
              <a:extLst>
                <a:ext uri="{FF2B5EF4-FFF2-40B4-BE49-F238E27FC236}">
                  <a16:creationId xmlns:a16="http://schemas.microsoft.com/office/drawing/2014/main" id="{8F3D302A-AAE6-B3A0-734E-E35C24491978}"/>
                </a:ext>
              </a:extLst>
            </p:cNvPr>
            <p:cNvSpPr/>
            <p:nvPr/>
          </p:nvSpPr>
          <p:spPr>
            <a:xfrm>
              <a:off x="3459200" y="3764200"/>
              <a:ext cx="48450" cy="38450"/>
            </a:xfrm>
            <a:custGeom>
              <a:avLst/>
              <a:gdLst/>
              <a:ahLst/>
              <a:cxnLst/>
              <a:rect l="l" t="t" r="r" b="b"/>
              <a:pathLst>
                <a:path w="1938" h="1538" extrusionOk="0">
                  <a:moveTo>
                    <a:pt x="83" y="1"/>
                  </a:moveTo>
                  <a:cubicBezTo>
                    <a:pt x="34" y="1"/>
                    <a:pt x="1" y="35"/>
                    <a:pt x="1" y="95"/>
                  </a:cubicBezTo>
                  <a:lnTo>
                    <a:pt x="1" y="324"/>
                  </a:lnTo>
                  <a:cubicBezTo>
                    <a:pt x="1" y="414"/>
                    <a:pt x="74" y="531"/>
                    <a:pt x="165" y="584"/>
                  </a:cubicBezTo>
                  <a:lnTo>
                    <a:pt x="1773" y="1512"/>
                  </a:lnTo>
                  <a:cubicBezTo>
                    <a:pt x="1803" y="1529"/>
                    <a:pt x="1831" y="1537"/>
                    <a:pt x="1855" y="1537"/>
                  </a:cubicBezTo>
                  <a:cubicBezTo>
                    <a:pt x="1904" y="1537"/>
                    <a:pt x="1937" y="1503"/>
                    <a:pt x="1937" y="1443"/>
                  </a:cubicBezTo>
                  <a:lnTo>
                    <a:pt x="1937" y="1214"/>
                  </a:lnTo>
                  <a:cubicBezTo>
                    <a:pt x="1937" y="1124"/>
                    <a:pt x="1863" y="1007"/>
                    <a:pt x="1773" y="955"/>
                  </a:cubicBezTo>
                  <a:lnTo>
                    <a:pt x="165" y="26"/>
                  </a:lnTo>
                  <a:cubicBezTo>
                    <a:pt x="135" y="9"/>
                    <a:pt x="107" y="1"/>
                    <a:pt x="83" y="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4147;p72">
              <a:extLst>
                <a:ext uri="{FF2B5EF4-FFF2-40B4-BE49-F238E27FC236}">
                  <a16:creationId xmlns:a16="http://schemas.microsoft.com/office/drawing/2014/main" id="{4FD249DB-F9D9-93EB-A56F-8FF408EBD858}"/>
                </a:ext>
              </a:extLst>
            </p:cNvPr>
            <p:cNvSpPr/>
            <p:nvPr/>
          </p:nvSpPr>
          <p:spPr>
            <a:xfrm>
              <a:off x="3218800" y="3625425"/>
              <a:ext cx="48475" cy="38450"/>
            </a:xfrm>
            <a:custGeom>
              <a:avLst/>
              <a:gdLst/>
              <a:ahLst/>
              <a:cxnLst/>
              <a:rect l="l" t="t" r="r" b="b"/>
              <a:pathLst>
                <a:path w="1939" h="1538" extrusionOk="0">
                  <a:moveTo>
                    <a:pt x="83" y="0"/>
                  </a:moveTo>
                  <a:cubicBezTo>
                    <a:pt x="34" y="0"/>
                    <a:pt x="1" y="34"/>
                    <a:pt x="1" y="95"/>
                  </a:cubicBezTo>
                  <a:lnTo>
                    <a:pt x="1" y="323"/>
                  </a:lnTo>
                  <a:cubicBezTo>
                    <a:pt x="1" y="414"/>
                    <a:pt x="74" y="530"/>
                    <a:pt x="165" y="584"/>
                  </a:cubicBezTo>
                  <a:lnTo>
                    <a:pt x="1773" y="1511"/>
                  </a:lnTo>
                  <a:cubicBezTo>
                    <a:pt x="1803" y="1529"/>
                    <a:pt x="1832" y="1537"/>
                    <a:pt x="1856" y="1537"/>
                  </a:cubicBezTo>
                  <a:cubicBezTo>
                    <a:pt x="1906" y="1537"/>
                    <a:pt x="1939" y="1503"/>
                    <a:pt x="1939" y="1442"/>
                  </a:cubicBezTo>
                  <a:lnTo>
                    <a:pt x="1939" y="1214"/>
                  </a:lnTo>
                  <a:cubicBezTo>
                    <a:pt x="1939" y="1123"/>
                    <a:pt x="1865" y="1007"/>
                    <a:pt x="1773" y="955"/>
                  </a:cubicBezTo>
                  <a:lnTo>
                    <a:pt x="165" y="26"/>
                  </a:lnTo>
                  <a:cubicBezTo>
                    <a:pt x="135" y="8"/>
                    <a:pt x="107" y="0"/>
                    <a:pt x="83" y="0"/>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4148;p72">
              <a:extLst>
                <a:ext uri="{FF2B5EF4-FFF2-40B4-BE49-F238E27FC236}">
                  <a16:creationId xmlns:a16="http://schemas.microsoft.com/office/drawing/2014/main" id="{17F9FF09-EEF0-699B-77C6-DB95E0C45EE1}"/>
                </a:ext>
              </a:extLst>
            </p:cNvPr>
            <p:cNvSpPr/>
            <p:nvPr/>
          </p:nvSpPr>
          <p:spPr>
            <a:xfrm>
              <a:off x="3553875" y="3788425"/>
              <a:ext cx="88875" cy="58900"/>
            </a:xfrm>
            <a:custGeom>
              <a:avLst/>
              <a:gdLst/>
              <a:ahLst/>
              <a:cxnLst/>
              <a:rect l="l" t="t" r="r" b="b"/>
              <a:pathLst>
                <a:path w="3555" h="2356" extrusionOk="0">
                  <a:moveTo>
                    <a:pt x="2807" y="0"/>
                  </a:moveTo>
                  <a:cubicBezTo>
                    <a:pt x="2382" y="0"/>
                    <a:pt x="403" y="650"/>
                    <a:pt x="260" y="817"/>
                  </a:cubicBezTo>
                  <a:cubicBezTo>
                    <a:pt x="1" y="1119"/>
                    <a:pt x="246" y="2051"/>
                    <a:pt x="669" y="2245"/>
                  </a:cubicBezTo>
                  <a:cubicBezTo>
                    <a:pt x="750" y="2283"/>
                    <a:pt x="841" y="2292"/>
                    <a:pt x="930" y="2303"/>
                  </a:cubicBezTo>
                  <a:cubicBezTo>
                    <a:pt x="1210" y="2333"/>
                    <a:pt x="1524" y="2355"/>
                    <a:pt x="1834" y="2355"/>
                  </a:cubicBezTo>
                  <a:cubicBezTo>
                    <a:pt x="2493" y="2355"/>
                    <a:pt x="3139" y="2256"/>
                    <a:pt x="3427" y="1926"/>
                  </a:cubicBezTo>
                  <a:cubicBezTo>
                    <a:pt x="3554" y="1780"/>
                    <a:pt x="3541" y="1686"/>
                    <a:pt x="3484" y="1510"/>
                  </a:cubicBezTo>
                  <a:cubicBezTo>
                    <a:pt x="3400" y="1246"/>
                    <a:pt x="3102" y="132"/>
                    <a:pt x="2874" y="11"/>
                  </a:cubicBezTo>
                  <a:cubicBezTo>
                    <a:pt x="2860" y="4"/>
                    <a:pt x="2838" y="0"/>
                    <a:pt x="2807" y="0"/>
                  </a:cubicBez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4149;p72">
              <a:extLst>
                <a:ext uri="{FF2B5EF4-FFF2-40B4-BE49-F238E27FC236}">
                  <a16:creationId xmlns:a16="http://schemas.microsoft.com/office/drawing/2014/main" id="{D29C77ED-0EC3-E02F-F35C-52CCE85B00FF}"/>
                </a:ext>
              </a:extLst>
            </p:cNvPr>
            <p:cNvSpPr/>
            <p:nvPr/>
          </p:nvSpPr>
          <p:spPr>
            <a:xfrm>
              <a:off x="3557950" y="3788425"/>
              <a:ext cx="76950" cy="28100"/>
            </a:xfrm>
            <a:custGeom>
              <a:avLst/>
              <a:gdLst/>
              <a:ahLst/>
              <a:cxnLst/>
              <a:rect l="l" t="t" r="r" b="b"/>
              <a:pathLst>
                <a:path w="3078" h="1124" extrusionOk="0">
                  <a:moveTo>
                    <a:pt x="2644" y="0"/>
                  </a:moveTo>
                  <a:cubicBezTo>
                    <a:pt x="2219" y="0"/>
                    <a:pt x="240" y="650"/>
                    <a:pt x="97" y="817"/>
                  </a:cubicBezTo>
                  <a:cubicBezTo>
                    <a:pt x="45" y="877"/>
                    <a:pt x="14" y="964"/>
                    <a:pt x="0" y="1062"/>
                  </a:cubicBezTo>
                  <a:cubicBezTo>
                    <a:pt x="287" y="1104"/>
                    <a:pt x="585" y="1123"/>
                    <a:pt x="879" y="1123"/>
                  </a:cubicBezTo>
                  <a:cubicBezTo>
                    <a:pt x="1771" y="1123"/>
                    <a:pt x="2632" y="951"/>
                    <a:pt x="3077" y="730"/>
                  </a:cubicBezTo>
                  <a:cubicBezTo>
                    <a:pt x="2962" y="394"/>
                    <a:pt x="2827" y="72"/>
                    <a:pt x="2711" y="11"/>
                  </a:cubicBezTo>
                  <a:cubicBezTo>
                    <a:pt x="2697" y="4"/>
                    <a:pt x="2675" y="0"/>
                    <a:pt x="2644" y="0"/>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4150;p72">
              <a:extLst>
                <a:ext uri="{FF2B5EF4-FFF2-40B4-BE49-F238E27FC236}">
                  <a16:creationId xmlns:a16="http://schemas.microsoft.com/office/drawing/2014/main" id="{9075A9B5-16F1-2C78-4A6E-823B521C6AF6}"/>
                </a:ext>
              </a:extLst>
            </p:cNvPr>
            <p:cNvSpPr/>
            <p:nvPr/>
          </p:nvSpPr>
          <p:spPr>
            <a:xfrm>
              <a:off x="3613350" y="3822200"/>
              <a:ext cx="62925" cy="28525"/>
            </a:xfrm>
            <a:custGeom>
              <a:avLst/>
              <a:gdLst/>
              <a:ahLst/>
              <a:cxnLst/>
              <a:rect l="l" t="t" r="r" b="b"/>
              <a:pathLst>
                <a:path w="2517" h="1141" extrusionOk="0">
                  <a:moveTo>
                    <a:pt x="1009" y="1"/>
                  </a:moveTo>
                  <a:cubicBezTo>
                    <a:pt x="568" y="1"/>
                    <a:pt x="0" y="744"/>
                    <a:pt x="177" y="955"/>
                  </a:cubicBezTo>
                  <a:cubicBezTo>
                    <a:pt x="226" y="1013"/>
                    <a:pt x="2149" y="1136"/>
                    <a:pt x="2210" y="1140"/>
                  </a:cubicBezTo>
                  <a:cubicBezTo>
                    <a:pt x="2214" y="1141"/>
                    <a:pt x="2218" y="1141"/>
                    <a:pt x="2222" y="1141"/>
                  </a:cubicBezTo>
                  <a:cubicBezTo>
                    <a:pt x="2516" y="1141"/>
                    <a:pt x="2430" y="260"/>
                    <a:pt x="2022" y="211"/>
                  </a:cubicBezTo>
                  <a:cubicBezTo>
                    <a:pt x="1943" y="202"/>
                    <a:pt x="1191" y="23"/>
                    <a:pt x="1059" y="4"/>
                  </a:cubicBezTo>
                  <a:cubicBezTo>
                    <a:pt x="1042" y="2"/>
                    <a:pt x="1026" y="1"/>
                    <a:pt x="1009" y="1"/>
                  </a:cubicBezTo>
                  <a:close/>
                </a:path>
              </a:pathLst>
            </a:custGeom>
            <a:solidFill>
              <a:srgbClr val="CC17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4151;p72">
              <a:extLst>
                <a:ext uri="{FF2B5EF4-FFF2-40B4-BE49-F238E27FC236}">
                  <a16:creationId xmlns:a16="http://schemas.microsoft.com/office/drawing/2014/main" id="{A2713240-9BE6-5A2F-C281-356047953032}"/>
                </a:ext>
              </a:extLst>
            </p:cNvPr>
            <p:cNvSpPr/>
            <p:nvPr/>
          </p:nvSpPr>
          <p:spPr>
            <a:xfrm>
              <a:off x="3059775" y="3692300"/>
              <a:ext cx="21700" cy="18500"/>
            </a:xfrm>
            <a:custGeom>
              <a:avLst/>
              <a:gdLst/>
              <a:ahLst/>
              <a:cxnLst/>
              <a:rect l="l" t="t" r="r" b="b"/>
              <a:pathLst>
                <a:path w="868" h="740" extrusionOk="0">
                  <a:moveTo>
                    <a:pt x="76" y="0"/>
                  </a:moveTo>
                  <a:cubicBezTo>
                    <a:pt x="31" y="0"/>
                    <a:pt x="1" y="32"/>
                    <a:pt x="1" y="87"/>
                  </a:cubicBezTo>
                  <a:lnTo>
                    <a:pt x="1" y="152"/>
                  </a:lnTo>
                  <a:cubicBezTo>
                    <a:pt x="1" y="234"/>
                    <a:pt x="67" y="340"/>
                    <a:pt x="150" y="388"/>
                  </a:cubicBezTo>
                  <a:lnTo>
                    <a:pt x="717" y="716"/>
                  </a:lnTo>
                  <a:cubicBezTo>
                    <a:pt x="744" y="732"/>
                    <a:pt x="770" y="739"/>
                    <a:pt x="792" y="739"/>
                  </a:cubicBezTo>
                  <a:cubicBezTo>
                    <a:pt x="837" y="739"/>
                    <a:pt x="867" y="708"/>
                    <a:pt x="867" y="653"/>
                  </a:cubicBezTo>
                  <a:lnTo>
                    <a:pt x="867" y="587"/>
                  </a:lnTo>
                  <a:cubicBezTo>
                    <a:pt x="867" y="504"/>
                    <a:pt x="800" y="399"/>
                    <a:pt x="717" y="351"/>
                  </a:cubicBezTo>
                  <a:lnTo>
                    <a:pt x="150" y="23"/>
                  </a:lnTo>
                  <a:cubicBezTo>
                    <a:pt x="123" y="7"/>
                    <a:pt x="97" y="0"/>
                    <a:pt x="76" y="0"/>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4152;p72">
              <a:extLst>
                <a:ext uri="{FF2B5EF4-FFF2-40B4-BE49-F238E27FC236}">
                  <a16:creationId xmlns:a16="http://schemas.microsoft.com/office/drawing/2014/main" id="{D807EFFA-A04C-C4A0-8D77-DBA60E845480}"/>
                </a:ext>
              </a:extLst>
            </p:cNvPr>
            <p:cNvSpPr/>
            <p:nvPr/>
          </p:nvSpPr>
          <p:spPr>
            <a:xfrm>
              <a:off x="3675600" y="4047850"/>
              <a:ext cx="21725" cy="18500"/>
            </a:xfrm>
            <a:custGeom>
              <a:avLst/>
              <a:gdLst/>
              <a:ahLst/>
              <a:cxnLst/>
              <a:rect l="l" t="t" r="r" b="b"/>
              <a:pathLst>
                <a:path w="869" h="740" extrusionOk="0">
                  <a:moveTo>
                    <a:pt x="76" y="1"/>
                  </a:moveTo>
                  <a:cubicBezTo>
                    <a:pt x="31" y="1"/>
                    <a:pt x="1" y="31"/>
                    <a:pt x="1" y="87"/>
                  </a:cubicBezTo>
                  <a:lnTo>
                    <a:pt x="1" y="153"/>
                  </a:lnTo>
                  <a:cubicBezTo>
                    <a:pt x="1" y="235"/>
                    <a:pt x="68" y="341"/>
                    <a:pt x="151" y="389"/>
                  </a:cubicBezTo>
                  <a:lnTo>
                    <a:pt x="718" y="717"/>
                  </a:lnTo>
                  <a:cubicBezTo>
                    <a:pt x="745" y="732"/>
                    <a:pt x="771" y="740"/>
                    <a:pt x="793" y="740"/>
                  </a:cubicBezTo>
                  <a:cubicBezTo>
                    <a:pt x="838" y="740"/>
                    <a:pt x="869" y="708"/>
                    <a:pt x="869" y="652"/>
                  </a:cubicBezTo>
                  <a:lnTo>
                    <a:pt x="869" y="588"/>
                  </a:lnTo>
                  <a:cubicBezTo>
                    <a:pt x="869" y="505"/>
                    <a:pt x="801" y="399"/>
                    <a:pt x="718" y="350"/>
                  </a:cubicBezTo>
                  <a:lnTo>
                    <a:pt x="151" y="24"/>
                  </a:lnTo>
                  <a:cubicBezTo>
                    <a:pt x="124" y="8"/>
                    <a:pt x="98" y="1"/>
                    <a:pt x="76" y="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4153;p72">
              <a:extLst>
                <a:ext uri="{FF2B5EF4-FFF2-40B4-BE49-F238E27FC236}">
                  <a16:creationId xmlns:a16="http://schemas.microsoft.com/office/drawing/2014/main" id="{416F2A5E-BC1D-359D-90AA-27FFEE2DDB97}"/>
                </a:ext>
              </a:extLst>
            </p:cNvPr>
            <p:cNvSpPr/>
            <p:nvPr/>
          </p:nvSpPr>
          <p:spPr>
            <a:xfrm>
              <a:off x="3033675" y="3551900"/>
              <a:ext cx="25675" cy="80025"/>
            </a:xfrm>
            <a:custGeom>
              <a:avLst/>
              <a:gdLst/>
              <a:ahLst/>
              <a:cxnLst/>
              <a:rect l="l" t="t" r="r" b="b"/>
              <a:pathLst>
                <a:path w="1027" h="3201" extrusionOk="0">
                  <a:moveTo>
                    <a:pt x="402" y="0"/>
                  </a:moveTo>
                  <a:cubicBezTo>
                    <a:pt x="402" y="0"/>
                    <a:pt x="1" y="1366"/>
                    <a:pt x="383" y="3197"/>
                  </a:cubicBezTo>
                  <a:cubicBezTo>
                    <a:pt x="393" y="3199"/>
                    <a:pt x="404" y="3200"/>
                    <a:pt x="415" y="3200"/>
                  </a:cubicBezTo>
                  <a:cubicBezTo>
                    <a:pt x="821" y="3200"/>
                    <a:pt x="972" y="1429"/>
                    <a:pt x="1016" y="714"/>
                  </a:cubicBezTo>
                  <a:cubicBezTo>
                    <a:pt x="1026" y="534"/>
                    <a:pt x="941" y="362"/>
                    <a:pt x="790" y="261"/>
                  </a:cubicBezTo>
                  <a:lnTo>
                    <a:pt x="402" y="0"/>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4154;p72">
              <a:extLst>
                <a:ext uri="{FF2B5EF4-FFF2-40B4-BE49-F238E27FC236}">
                  <a16:creationId xmlns:a16="http://schemas.microsoft.com/office/drawing/2014/main" id="{0B34D76C-3836-30E8-F4FE-5528D772DA78}"/>
                </a:ext>
              </a:extLst>
            </p:cNvPr>
            <p:cNvSpPr/>
            <p:nvPr/>
          </p:nvSpPr>
          <p:spPr>
            <a:xfrm>
              <a:off x="4198975" y="4089525"/>
              <a:ext cx="83700" cy="86175"/>
            </a:xfrm>
            <a:custGeom>
              <a:avLst/>
              <a:gdLst/>
              <a:ahLst/>
              <a:cxnLst/>
              <a:rect l="l" t="t" r="r" b="b"/>
              <a:pathLst>
                <a:path w="3348" h="3447" extrusionOk="0">
                  <a:moveTo>
                    <a:pt x="3348" y="0"/>
                  </a:moveTo>
                  <a:lnTo>
                    <a:pt x="1" y="2245"/>
                  </a:lnTo>
                  <a:lnTo>
                    <a:pt x="1" y="3447"/>
                  </a:lnTo>
                  <a:lnTo>
                    <a:pt x="3348" y="1204"/>
                  </a:lnTo>
                  <a:lnTo>
                    <a:pt x="334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28" name="Google Shape;905;p36">
            <a:extLst>
              <a:ext uri="{FF2B5EF4-FFF2-40B4-BE49-F238E27FC236}">
                <a16:creationId xmlns:a16="http://schemas.microsoft.com/office/drawing/2014/main" id="{63DCE8FD-A3BC-8542-D4A5-8941A275A01C}"/>
              </a:ext>
            </a:extLst>
          </p:cNvPr>
          <p:cNvSpPr/>
          <p:nvPr/>
        </p:nvSpPr>
        <p:spPr>
          <a:xfrm rot="-5400000" flipH="1">
            <a:off x="690143" y="711250"/>
            <a:ext cx="524694" cy="152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904;p36">
            <a:extLst>
              <a:ext uri="{FF2B5EF4-FFF2-40B4-BE49-F238E27FC236}">
                <a16:creationId xmlns:a16="http://schemas.microsoft.com/office/drawing/2014/main" id="{1EE6DCF3-1186-EE9E-D5C0-9E840802D364}"/>
              </a:ext>
            </a:extLst>
          </p:cNvPr>
          <p:cNvSpPr/>
          <p:nvPr/>
        </p:nvSpPr>
        <p:spPr>
          <a:xfrm rot="5400000">
            <a:off x="7994974" y="711249"/>
            <a:ext cx="457800" cy="152401"/>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19398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afterEffect">
                                  <p:stCondLst>
                                    <p:cond delay="0"/>
                                  </p:stCondLst>
                                  <p:childTnLst>
                                    <p:animMotion origin="layout" path="M -0.15746 -0.39414 L 0.04393 0.00555 " pathEditMode="relative" rAng="0" ptsTypes="AA">
                                      <p:cBhvr>
                                        <p:cTn id="6" dur="2000" fill="hold"/>
                                        <p:tgtEl>
                                          <p:spTgt spid="1082"/>
                                        </p:tgtEl>
                                        <p:attrNameLst>
                                          <p:attrName>ppt_x</p:attrName>
                                          <p:attrName>ppt_y</p:attrName>
                                        </p:attrNameLst>
                                      </p:cBhvr>
                                      <p:rCtr x="10069" y="1996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09"/>
        <p:cNvGrpSpPr/>
        <p:nvPr/>
      </p:nvGrpSpPr>
      <p:grpSpPr>
        <a:xfrm>
          <a:off x="0" y="0"/>
          <a:ext cx="0" cy="0"/>
          <a:chOff x="0" y="0"/>
          <a:chExt cx="0" cy="0"/>
        </a:xfrm>
      </p:grpSpPr>
      <p:sp>
        <p:nvSpPr>
          <p:cNvPr id="1011" name="Google Shape;1011;p38"/>
          <p:cNvSpPr txBox="1">
            <a:spLocks noGrp="1"/>
          </p:cNvSpPr>
          <p:nvPr>
            <p:ph type="title"/>
          </p:nvPr>
        </p:nvSpPr>
        <p:spPr>
          <a:xfrm>
            <a:off x="1600256" y="897987"/>
            <a:ext cx="5439000" cy="1906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THANK YOU</a:t>
            </a:r>
            <a:endParaRPr dirty="0"/>
          </a:p>
        </p:txBody>
      </p:sp>
      <p:sp>
        <p:nvSpPr>
          <p:cNvPr id="1012" name="Google Shape;1012;p38"/>
          <p:cNvSpPr/>
          <p:nvPr/>
        </p:nvSpPr>
        <p:spPr>
          <a:xfrm rot="5400000">
            <a:off x="5744154" y="1693887"/>
            <a:ext cx="1714500" cy="31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38"/>
          <p:cNvSpPr/>
          <p:nvPr/>
        </p:nvSpPr>
        <p:spPr>
          <a:xfrm rot="-5400000" flipH="1">
            <a:off x="1247494" y="1693887"/>
            <a:ext cx="1714500" cy="31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 name="Google Shape;1079;p40">
            <a:extLst>
              <a:ext uri="{FF2B5EF4-FFF2-40B4-BE49-F238E27FC236}">
                <a16:creationId xmlns:a16="http://schemas.microsoft.com/office/drawing/2014/main" id="{6E3B26E1-E228-7321-90F8-B1512E59D5A3}"/>
              </a:ext>
            </a:extLst>
          </p:cNvPr>
          <p:cNvGrpSpPr/>
          <p:nvPr/>
        </p:nvGrpSpPr>
        <p:grpSpPr>
          <a:xfrm>
            <a:off x="6867717" y="782991"/>
            <a:ext cx="2352071" cy="4415676"/>
            <a:chOff x="6516564" y="643429"/>
            <a:chExt cx="2139608" cy="4016807"/>
          </a:xfrm>
        </p:grpSpPr>
        <p:sp>
          <p:nvSpPr>
            <p:cNvPr id="3" name="Google Shape;1080;p40">
              <a:extLst>
                <a:ext uri="{FF2B5EF4-FFF2-40B4-BE49-F238E27FC236}">
                  <a16:creationId xmlns:a16="http://schemas.microsoft.com/office/drawing/2014/main" id="{42CDFD4D-4018-BFE6-DFC6-6E964C94CFC5}"/>
                </a:ext>
              </a:extLst>
            </p:cNvPr>
            <p:cNvSpPr/>
            <p:nvPr/>
          </p:nvSpPr>
          <p:spPr>
            <a:xfrm>
              <a:off x="6516564" y="3419125"/>
              <a:ext cx="2139608" cy="1241111"/>
            </a:xfrm>
            <a:custGeom>
              <a:avLst/>
              <a:gdLst/>
              <a:ahLst/>
              <a:cxnLst/>
              <a:rect l="l" t="t" r="r" b="b"/>
              <a:pathLst>
                <a:path w="16674" h="9672" extrusionOk="0">
                  <a:moveTo>
                    <a:pt x="0" y="5130"/>
                  </a:moveTo>
                  <a:lnTo>
                    <a:pt x="7681" y="9671"/>
                  </a:lnTo>
                  <a:lnTo>
                    <a:pt x="16674" y="4542"/>
                  </a:lnTo>
                  <a:lnTo>
                    <a:pt x="9002" y="1"/>
                  </a:lnTo>
                  <a:close/>
                </a:path>
              </a:pathLst>
            </a:custGeom>
            <a:solidFill>
              <a:srgbClr val="262162">
                <a:alpha val="25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081;p40">
              <a:extLst>
                <a:ext uri="{FF2B5EF4-FFF2-40B4-BE49-F238E27FC236}">
                  <a16:creationId xmlns:a16="http://schemas.microsoft.com/office/drawing/2014/main" id="{55EB9B21-3A86-ABA5-4127-31EBE9800D84}"/>
                </a:ext>
              </a:extLst>
            </p:cNvPr>
            <p:cNvSpPr/>
            <p:nvPr/>
          </p:nvSpPr>
          <p:spPr>
            <a:xfrm>
              <a:off x="7506627" y="2845405"/>
              <a:ext cx="756639" cy="1591516"/>
            </a:xfrm>
            <a:custGeom>
              <a:avLst/>
              <a:gdLst/>
              <a:ahLst/>
              <a:cxnLst/>
              <a:rect l="l" t="t" r="r" b="b"/>
              <a:pathLst>
                <a:path w="7495" h="15765" extrusionOk="0">
                  <a:moveTo>
                    <a:pt x="9" y="15764"/>
                  </a:moveTo>
                  <a:lnTo>
                    <a:pt x="9" y="4336"/>
                  </a:lnTo>
                  <a:lnTo>
                    <a:pt x="0" y="4274"/>
                  </a:lnTo>
                  <a:lnTo>
                    <a:pt x="7494" y="1"/>
                  </a:lnTo>
                  <a:lnTo>
                    <a:pt x="7485" y="11509"/>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082;p40">
              <a:extLst>
                <a:ext uri="{FF2B5EF4-FFF2-40B4-BE49-F238E27FC236}">
                  <a16:creationId xmlns:a16="http://schemas.microsoft.com/office/drawing/2014/main" id="{E6298FBF-83A2-DAF5-4F65-037B16F7A042}"/>
                </a:ext>
              </a:extLst>
            </p:cNvPr>
            <p:cNvSpPr/>
            <p:nvPr/>
          </p:nvSpPr>
          <p:spPr>
            <a:xfrm>
              <a:off x="6857300" y="2052019"/>
              <a:ext cx="650336" cy="2384902"/>
            </a:xfrm>
            <a:custGeom>
              <a:avLst/>
              <a:gdLst/>
              <a:ahLst/>
              <a:cxnLst/>
              <a:rect l="l" t="t" r="r" b="b"/>
              <a:pathLst>
                <a:path w="6442" h="23624" extrusionOk="0">
                  <a:moveTo>
                    <a:pt x="18" y="0"/>
                  </a:moveTo>
                  <a:lnTo>
                    <a:pt x="4184" y="2570"/>
                  </a:lnTo>
                  <a:lnTo>
                    <a:pt x="6441" y="12142"/>
                  </a:lnTo>
                  <a:lnTo>
                    <a:pt x="6441" y="23623"/>
                  </a:lnTo>
                  <a:lnTo>
                    <a:pt x="0" y="1993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083;p40">
              <a:extLst>
                <a:ext uri="{FF2B5EF4-FFF2-40B4-BE49-F238E27FC236}">
                  <a16:creationId xmlns:a16="http://schemas.microsoft.com/office/drawing/2014/main" id="{566B20F0-DFD7-6665-60BF-CD6373151DAE}"/>
                </a:ext>
              </a:extLst>
            </p:cNvPr>
            <p:cNvSpPr/>
            <p:nvPr/>
          </p:nvSpPr>
          <p:spPr>
            <a:xfrm>
              <a:off x="6858209" y="2052019"/>
              <a:ext cx="649427" cy="2018343"/>
            </a:xfrm>
            <a:custGeom>
              <a:avLst/>
              <a:gdLst/>
              <a:ahLst/>
              <a:cxnLst/>
              <a:rect l="l" t="t" r="r" b="b"/>
              <a:pathLst>
                <a:path w="6433" h="19993" extrusionOk="0">
                  <a:moveTo>
                    <a:pt x="9" y="0"/>
                  </a:moveTo>
                  <a:lnTo>
                    <a:pt x="4175" y="2570"/>
                  </a:lnTo>
                  <a:lnTo>
                    <a:pt x="6432" y="12142"/>
                  </a:lnTo>
                  <a:lnTo>
                    <a:pt x="6432" y="19992"/>
                  </a:lnTo>
                  <a:lnTo>
                    <a:pt x="0" y="162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084;p40">
              <a:extLst>
                <a:ext uri="{FF2B5EF4-FFF2-40B4-BE49-F238E27FC236}">
                  <a16:creationId xmlns:a16="http://schemas.microsoft.com/office/drawing/2014/main" id="{FAA6632E-93E3-236A-2133-1CDDCA5B1BEA}"/>
                </a:ext>
              </a:extLst>
            </p:cNvPr>
            <p:cNvSpPr/>
            <p:nvPr/>
          </p:nvSpPr>
          <p:spPr>
            <a:xfrm>
              <a:off x="7486840" y="1282862"/>
              <a:ext cx="846588" cy="2659594"/>
            </a:xfrm>
            <a:custGeom>
              <a:avLst/>
              <a:gdLst/>
              <a:ahLst/>
              <a:cxnLst/>
              <a:rect l="l" t="t" r="r" b="b"/>
              <a:pathLst>
                <a:path w="8386" h="26345" extrusionOk="0">
                  <a:moveTo>
                    <a:pt x="0" y="26345"/>
                  </a:moveTo>
                  <a:lnTo>
                    <a:pt x="0" y="4783"/>
                  </a:lnTo>
                  <a:lnTo>
                    <a:pt x="8386" y="1"/>
                  </a:lnTo>
                  <a:lnTo>
                    <a:pt x="8377" y="21563"/>
                  </a:ln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085;p40">
              <a:extLst>
                <a:ext uri="{FF2B5EF4-FFF2-40B4-BE49-F238E27FC236}">
                  <a16:creationId xmlns:a16="http://schemas.microsoft.com/office/drawing/2014/main" id="{43AB7A07-3C7A-DA32-4DFB-89F04E6279F9}"/>
                </a:ext>
              </a:extLst>
            </p:cNvPr>
            <p:cNvSpPr/>
            <p:nvPr/>
          </p:nvSpPr>
          <p:spPr>
            <a:xfrm>
              <a:off x="6787037" y="1130727"/>
              <a:ext cx="699904" cy="2811729"/>
            </a:xfrm>
            <a:custGeom>
              <a:avLst/>
              <a:gdLst/>
              <a:ahLst/>
              <a:cxnLst/>
              <a:rect l="l" t="t" r="r" b="b"/>
              <a:pathLst>
                <a:path w="6933" h="27852" extrusionOk="0">
                  <a:moveTo>
                    <a:pt x="9" y="0"/>
                  </a:moveTo>
                  <a:lnTo>
                    <a:pt x="6932" y="6290"/>
                  </a:lnTo>
                  <a:lnTo>
                    <a:pt x="6932" y="27852"/>
                  </a:lnTo>
                  <a:lnTo>
                    <a:pt x="0" y="2389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086;p40">
              <a:extLst>
                <a:ext uri="{FF2B5EF4-FFF2-40B4-BE49-F238E27FC236}">
                  <a16:creationId xmlns:a16="http://schemas.microsoft.com/office/drawing/2014/main" id="{B9B071B5-F100-51BD-1128-176C9C23091E}"/>
                </a:ext>
              </a:extLst>
            </p:cNvPr>
            <p:cNvSpPr/>
            <p:nvPr/>
          </p:nvSpPr>
          <p:spPr>
            <a:xfrm>
              <a:off x="6787037" y="643429"/>
              <a:ext cx="1546390" cy="1122289"/>
            </a:xfrm>
            <a:custGeom>
              <a:avLst/>
              <a:gdLst/>
              <a:ahLst/>
              <a:cxnLst/>
              <a:rect l="l" t="t" r="r" b="b"/>
              <a:pathLst>
                <a:path w="15318" h="11117" extrusionOk="0">
                  <a:moveTo>
                    <a:pt x="0" y="4827"/>
                  </a:moveTo>
                  <a:lnTo>
                    <a:pt x="6932" y="11117"/>
                  </a:lnTo>
                  <a:lnTo>
                    <a:pt x="15318" y="6335"/>
                  </a:lnTo>
                  <a:lnTo>
                    <a:pt x="8467" y="1"/>
                  </a:lnTo>
                  <a:close/>
                </a:path>
              </a:pathLst>
            </a:custGeom>
            <a:solidFill>
              <a:srgbClr val="D0D0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87;p40">
              <a:extLst>
                <a:ext uri="{FF2B5EF4-FFF2-40B4-BE49-F238E27FC236}">
                  <a16:creationId xmlns:a16="http://schemas.microsoft.com/office/drawing/2014/main" id="{F173DA8E-85B5-91C6-DB85-F66CE3038AC8}"/>
                </a:ext>
              </a:extLst>
            </p:cNvPr>
            <p:cNvSpPr/>
            <p:nvPr/>
          </p:nvSpPr>
          <p:spPr>
            <a:xfrm>
              <a:off x="8004625" y="3055285"/>
              <a:ext cx="168490" cy="155871"/>
            </a:xfrm>
            <a:custGeom>
              <a:avLst/>
              <a:gdLst/>
              <a:ahLst/>
              <a:cxnLst/>
              <a:rect l="l" t="t" r="r" b="b"/>
              <a:pathLst>
                <a:path w="1669" h="1544" extrusionOk="0">
                  <a:moveTo>
                    <a:pt x="1" y="1544"/>
                  </a:moveTo>
                  <a:lnTo>
                    <a:pt x="1" y="955"/>
                  </a:lnTo>
                  <a:lnTo>
                    <a:pt x="1669" y="0"/>
                  </a:lnTo>
                  <a:lnTo>
                    <a:pt x="1660" y="607"/>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088;p40">
              <a:extLst>
                <a:ext uri="{FF2B5EF4-FFF2-40B4-BE49-F238E27FC236}">
                  <a16:creationId xmlns:a16="http://schemas.microsoft.com/office/drawing/2014/main" id="{ED9BF5E1-EA30-4674-946C-29B2A99C6E93}"/>
                </a:ext>
              </a:extLst>
            </p:cNvPr>
            <p:cNvSpPr/>
            <p:nvPr/>
          </p:nvSpPr>
          <p:spPr>
            <a:xfrm>
              <a:off x="8019061" y="3080523"/>
              <a:ext cx="140627" cy="103678"/>
            </a:xfrm>
            <a:custGeom>
              <a:avLst/>
              <a:gdLst/>
              <a:ahLst/>
              <a:cxnLst/>
              <a:rect l="l" t="t" r="r" b="b"/>
              <a:pathLst>
                <a:path w="1393" h="1027" extrusionOk="0">
                  <a:moveTo>
                    <a:pt x="9" y="1026"/>
                  </a:moveTo>
                  <a:lnTo>
                    <a:pt x="0" y="794"/>
                  </a:lnTo>
                  <a:lnTo>
                    <a:pt x="1392" y="0"/>
                  </a:lnTo>
                  <a:lnTo>
                    <a:pt x="1383" y="24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089;p40">
              <a:extLst>
                <a:ext uri="{FF2B5EF4-FFF2-40B4-BE49-F238E27FC236}">
                  <a16:creationId xmlns:a16="http://schemas.microsoft.com/office/drawing/2014/main" id="{1AABBE9D-2047-0116-0116-78A0A9BAC48F}"/>
                </a:ext>
              </a:extLst>
            </p:cNvPr>
            <p:cNvSpPr/>
            <p:nvPr/>
          </p:nvSpPr>
          <p:spPr>
            <a:xfrm>
              <a:off x="8019970" y="3099401"/>
              <a:ext cx="138810" cy="84800"/>
            </a:xfrm>
            <a:custGeom>
              <a:avLst/>
              <a:gdLst/>
              <a:ahLst/>
              <a:cxnLst/>
              <a:rect l="l" t="t" r="r" b="b"/>
              <a:pathLst>
                <a:path w="1375" h="840" extrusionOk="0">
                  <a:moveTo>
                    <a:pt x="0" y="732"/>
                  </a:moveTo>
                  <a:lnTo>
                    <a:pt x="1285" y="1"/>
                  </a:lnTo>
                  <a:lnTo>
                    <a:pt x="1374" y="54"/>
                  </a:lnTo>
                  <a:lnTo>
                    <a:pt x="0" y="83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090;p40">
              <a:extLst>
                <a:ext uri="{FF2B5EF4-FFF2-40B4-BE49-F238E27FC236}">
                  <a16:creationId xmlns:a16="http://schemas.microsoft.com/office/drawing/2014/main" id="{EE008D92-C81D-B616-C260-BB030D6E0F96}"/>
                </a:ext>
              </a:extLst>
            </p:cNvPr>
            <p:cNvSpPr/>
            <p:nvPr/>
          </p:nvSpPr>
          <p:spPr>
            <a:xfrm>
              <a:off x="7587691" y="1426114"/>
              <a:ext cx="644885" cy="677290"/>
            </a:xfrm>
            <a:custGeom>
              <a:avLst/>
              <a:gdLst/>
              <a:ahLst/>
              <a:cxnLst/>
              <a:rect l="l" t="t" r="r" b="b"/>
              <a:pathLst>
                <a:path w="6388" h="6709" extrusionOk="0">
                  <a:moveTo>
                    <a:pt x="0" y="6709"/>
                  </a:moveTo>
                  <a:lnTo>
                    <a:pt x="0" y="3694"/>
                  </a:lnTo>
                  <a:lnTo>
                    <a:pt x="6388" y="0"/>
                  </a:lnTo>
                  <a:lnTo>
                    <a:pt x="6379" y="3078"/>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091;p40">
              <a:extLst>
                <a:ext uri="{FF2B5EF4-FFF2-40B4-BE49-F238E27FC236}">
                  <a16:creationId xmlns:a16="http://schemas.microsoft.com/office/drawing/2014/main" id="{418DFD42-525B-E3DE-ACE6-AD178D4AD196}"/>
                </a:ext>
              </a:extLst>
            </p:cNvPr>
            <p:cNvSpPr/>
            <p:nvPr/>
          </p:nvSpPr>
          <p:spPr>
            <a:xfrm>
              <a:off x="7638975" y="1868286"/>
              <a:ext cx="569271" cy="801664"/>
            </a:xfrm>
            <a:custGeom>
              <a:avLst/>
              <a:gdLst/>
              <a:ahLst/>
              <a:cxnLst/>
              <a:rect l="l" t="t" r="r" b="b"/>
              <a:pathLst>
                <a:path w="5639" h="7941" extrusionOk="0">
                  <a:moveTo>
                    <a:pt x="1" y="7940"/>
                  </a:moveTo>
                  <a:lnTo>
                    <a:pt x="1" y="3266"/>
                  </a:lnTo>
                  <a:lnTo>
                    <a:pt x="5639" y="1"/>
                  </a:lnTo>
                  <a:lnTo>
                    <a:pt x="5630" y="4738"/>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092;p40">
              <a:extLst>
                <a:ext uri="{FF2B5EF4-FFF2-40B4-BE49-F238E27FC236}">
                  <a16:creationId xmlns:a16="http://schemas.microsoft.com/office/drawing/2014/main" id="{D19243E8-9EE3-DF26-1D3E-95E1E0F5B57C}"/>
                </a:ext>
              </a:extLst>
            </p:cNvPr>
            <p:cNvSpPr/>
            <p:nvPr/>
          </p:nvSpPr>
          <p:spPr>
            <a:xfrm>
              <a:off x="7977671" y="2432105"/>
              <a:ext cx="189185" cy="343138"/>
            </a:xfrm>
            <a:custGeom>
              <a:avLst/>
              <a:gdLst/>
              <a:ahLst/>
              <a:cxnLst/>
              <a:rect l="l" t="t" r="r" b="b"/>
              <a:pathLst>
                <a:path w="1874" h="3399" extrusionOk="0">
                  <a:moveTo>
                    <a:pt x="0" y="3399"/>
                  </a:moveTo>
                  <a:lnTo>
                    <a:pt x="0" y="1097"/>
                  </a:lnTo>
                  <a:lnTo>
                    <a:pt x="1874" y="0"/>
                  </a:lnTo>
                  <a:lnTo>
                    <a:pt x="1874" y="2328"/>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093;p40">
              <a:extLst>
                <a:ext uri="{FF2B5EF4-FFF2-40B4-BE49-F238E27FC236}">
                  <a16:creationId xmlns:a16="http://schemas.microsoft.com/office/drawing/2014/main" id="{3637ECF4-F442-8830-354E-FD60D8DACD10}"/>
                </a:ext>
              </a:extLst>
            </p:cNvPr>
            <p:cNvSpPr/>
            <p:nvPr/>
          </p:nvSpPr>
          <p:spPr>
            <a:xfrm>
              <a:off x="7995640" y="2566271"/>
              <a:ext cx="153246" cy="183835"/>
            </a:xfrm>
            <a:custGeom>
              <a:avLst/>
              <a:gdLst/>
              <a:ahLst/>
              <a:cxnLst/>
              <a:rect l="l" t="t" r="r" b="b"/>
              <a:pathLst>
                <a:path w="1518" h="1821" extrusionOk="0">
                  <a:moveTo>
                    <a:pt x="1" y="1820"/>
                  </a:moveTo>
                  <a:lnTo>
                    <a:pt x="1" y="348"/>
                  </a:lnTo>
                  <a:lnTo>
                    <a:pt x="571" y="0"/>
                  </a:lnTo>
                  <a:lnTo>
                    <a:pt x="1517" y="955"/>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094;p40">
              <a:extLst>
                <a:ext uri="{FF2B5EF4-FFF2-40B4-BE49-F238E27FC236}">
                  <a16:creationId xmlns:a16="http://schemas.microsoft.com/office/drawing/2014/main" id="{9B5AB46F-C7EE-4AF1-0E18-1575600A2372}"/>
                </a:ext>
              </a:extLst>
            </p:cNvPr>
            <p:cNvSpPr/>
            <p:nvPr/>
          </p:nvSpPr>
          <p:spPr>
            <a:xfrm>
              <a:off x="6890614" y="719143"/>
              <a:ext cx="1339236" cy="975403"/>
            </a:xfrm>
            <a:custGeom>
              <a:avLst/>
              <a:gdLst/>
              <a:ahLst/>
              <a:cxnLst/>
              <a:rect l="l" t="t" r="r" b="b"/>
              <a:pathLst>
                <a:path w="13266" h="9662" extrusionOk="0">
                  <a:moveTo>
                    <a:pt x="0" y="4184"/>
                  </a:moveTo>
                  <a:lnTo>
                    <a:pt x="5951" y="9662"/>
                  </a:lnTo>
                  <a:lnTo>
                    <a:pt x="13266" y="5487"/>
                  </a:lnTo>
                  <a:lnTo>
                    <a:pt x="7333" y="0"/>
                  </a:ln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095;p40">
              <a:extLst>
                <a:ext uri="{FF2B5EF4-FFF2-40B4-BE49-F238E27FC236}">
                  <a16:creationId xmlns:a16="http://schemas.microsoft.com/office/drawing/2014/main" id="{2BEDD014-22CF-0FE6-14B2-9D2D8E2B49C3}"/>
                </a:ext>
              </a:extLst>
            </p:cNvPr>
            <p:cNvSpPr/>
            <p:nvPr/>
          </p:nvSpPr>
          <p:spPr>
            <a:xfrm>
              <a:off x="6890614" y="719143"/>
              <a:ext cx="1339236" cy="647610"/>
            </a:xfrm>
            <a:custGeom>
              <a:avLst/>
              <a:gdLst/>
              <a:ahLst/>
              <a:cxnLst/>
              <a:rect l="l" t="t" r="r" b="b"/>
              <a:pathLst>
                <a:path w="13266" h="6415" extrusionOk="0">
                  <a:moveTo>
                    <a:pt x="0" y="4184"/>
                  </a:moveTo>
                  <a:cubicBezTo>
                    <a:pt x="4184" y="5977"/>
                    <a:pt x="8609" y="6415"/>
                    <a:pt x="13266" y="5487"/>
                  </a:cubicBezTo>
                  <a:lnTo>
                    <a:pt x="7333" y="0"/>
                  </a:ln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096;p40">
              <a:extLst>
                <a:ext uri="{FF2B5EF4-FFF2-40B4-BE49-F238E27FC236}">
                  <a16:creationId xmlns:a16="http://schemas.microsoft.com/office/drawing/2014/main" id="{F9619230-5560-C981-F739-227B8CE3DF67}"/>
                </a:ext>
              </a:extLst>
            </p:cNvPr>
            <p:cNvSpPr/>
            <p:nvPr/>
          </p:nvSpPr>
          <p:spPr>
            <a:xfrm>
              <a:off x="6885163" y="714601"/>
              <a:ext cx="750380" cy="431471"/>
            </a:xfrm>
            <a:custGeom>
              <a:avLst/>
              <a:gdLst/>
              <a:ahLst/>
              <a:cxnLst/>
              <a:rect l="l" t="t" r="r" b="b"/>
              <a:pathLst>
                <a:path w="7433" h="4274" extrusionOk="0">
                  <a:moveTo>
                    <a:pt x="7382" y="0"/>
                  </a:moveTo>
                  <a:cubicBezTo>
                    <a:pt x="7374" y="0"/>
                    <a:pt x="7367" y="3"/>
                    <a:pt x="7361" y="10"/>
                  </a:cubicBezTo>
                  <a:lnTo>
                    <a:pt x="37" y="4185"/>
                  </a:lnTo>
                  <a:cubicBezTo>
                    <a:pt x="10" y="4203"/>
                    <a:pt x="1" y="4229"/>
                    <a:pt x="19" y="4247"/>
                  </a:cubicBezTo>
                  <a:cubicBezTo>
                    <a:pt x="28" y="4265"/>
                    <a:pt x="37" y="4274"/>
                    <a:pt x="54" y="4274"/>
                  </a:cubicBezTo>
                  <a:cubicBezTo>
                    <a:pt x="63" y="4274"/>
                    <a:pt x="72" y="4274"/>
                    <a:pt x="72" y="4265"/>
                  </a:cubicBezTo>
                  <a:lnTo>
                    <a:pt x="7405" y="81"/>
                  </a:lnTo>
                  <a:cubicBezTo>
                    <a:pt x="7423" y="72"/>
                    <a:pt x="7432" y="45"/>
                    <a:pt x="7423" y="27"/>
                  </a:cubicBezTo>
                  <a:cubicBezTo>
                    <a:pt x="7412" y="10"/>
                    <a:pt x="7396" y="0"/>
                    <a:pt x="738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097;p40">
              <a:extLst>
                <a:ext uri="{FF2B5EF4-FFF2-40B4-BE49-F238E27FC236}">
                  <a16:creationId xmlns:a16="http://schemas.microsoft.com/office/drawing/2014/main" id="{43025598-821E-C225-C32D-A81C10D57AA0}"/>
                </a:ext>
              </a:extLst>
            </p:cNvPr>
            <p:cNvSpPr/>
            <p:nvPr/>
          </p:nvSpPr>
          <p:spPr>
            <a:xfrm>
              <a:off x="6940182" y="764976"/>
              <a:ext cx="750279" cy="431572"/>
            </a:xfrm>
            <a:custGeom>
              <a:avLst/>
              <a:gdLst/>
              <a:ahLst/>
              <a:cxnLst/>
              <a:rect l="l" t="t" r="r" b="b"/>
              <a:pathLst>
                <a:path w="7432" h="4275" extrusionOk="0">
                  <a:moveTo>
                    <a:pt x="7381" y="1"/>
                  </a:moveTo>
                  <a:cubicBezTo>
                    <a:pt x="7374" y="1"/>
                    <a:pt x="7366" y="4"/>
                    <a:pt x="7360" y="10"/>
                  </a:cubicBezTo>
                  <a:lnTo>
                    <a:pt x="27" y="4185"/>
                  </a:lnTo>
                  <a:cubicBezTo>
                    <a:pt x="9" y="4203"/>
                    <a:pt x="0" y="4230"/>
                    <a:pt x="9" y="4248"/>
                  </a:cubicBezTo>
                  <a:cubicBezTo>
                    <a:pt x="18" y="4266"/>
                    <a:pt x="36" y="4274"/>
                    <a:pt x="45" y="4274"/>
                  </a:cubicBezTo>
                  <a:cubicBezTo>
                    <a:pt x="54" y="4274"/>
                    <a:pt x="62" y="4274"/>
                    <a:pt x="71" y="4266"/>
                  </a:cubicBezTo>
                  <a:lnTo>
                    <a:pt x="7396" y="82"/>
                  </a:lnTo>
                  <a:cubicBezTo>
                    <a:pt x="7422" y="73"/>
                    <a:pt x="7431" y="46"/>
                    <a:pt x="7413" y="28"/>
                  </a:cubicBezTo>
                  <a:cubicBezTo>
                    <a:pt x="7408" y="11"/>
                    <a:pt x="7394" y="1"/>
                    <a:pt x="738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098;p40">
              <a:extLst>
                <a:ext uri="{FF2B5EF4-FFF2-40B4-BE49-F238E27FC236}">
                  <a16:creationId xmlns:a16="http://schemas.microsoft.com/office/drawing/2014/main" id="{0A06F79E-9717-85EF-F1E2-5D1FA15BD368}"/>
                </a:ext>
              </a:extLst>
            </p:cNvPr>
            <p:cNvSpPr/>
            <p:nvPr/>
          </p:nvSpPr>
          <p:spPr>
            <a:xfrm>
              <a:off x="6994192" y="815452"/>
              <a:ext cx="750279" cy="431572"/>
            </a:xfrm>
            <a:custGeom>
              <a:avLst/>
              <a:gdLst/>
              <a:ahLst/>
              <a:cxnLst/>
              <a:rect l="l" t="t" r="r" b="b"/>
              <a:pathLst>
                <a:path w="7432" h="4275" extrusionOk="0">
                  <a:moveTo>
                    <a:pt x="7382" y="1"/>
                  </a:moveTo>
                  <a:cubicBezTo>
                    <a:pt x="7374" y="1"/>
                    <a:pt x="7366" y="3"/>
                    <a:pt x="7360" y="10"/>
                  </a:cubicBezTo>
                  <a:lnTo>
                    <a:pt x="27" y="4185"/>
                  </a:lnTo>
                  <a:cubicBezTo>
                    <a:pt x="9" y="4203"/>
                    <a:pt x="0" y="4229"/>
                    <a:pt x="9" y="4247"/>
                  </a:cubicBezTo>
                  <a:cubicBezTo>
                    <a:pt x="18" y="4265"/>
                    <a:pt x="36" y="4274"/>
                    <a:pt x="54" y="4274"/>
                  </a:cubicBezTo>
                  <a:cubicBezTo>
                    <a:pt x="63" y="4274"/>
                    <a:pt x="72" y="4265"/>
                    <a:pt x="72" y="4265"/>
                  </a:cubicBezTo>
                  <a:lnTo>
                    <a:pt x="7405" y="81"/>
                  </a:lnTo>
                  <a:cubicBezTo>
                    <a:pt x="7423" y="72"/>
                    <a:pt x="7432" y="45"/>
                    <a:pt x="7423" y="28"/>
                  </a:cubicBezTo>
                  <a:cubicBezTo>
                    <a:pt x="7411" y="10"/>
                    <a:pt x="7396" y="1"/>
                    <a:pt x="738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099;p40">
              <a:extLst>
                <a:ext uri="{FF2B5EF4-FFF2-40B4-BE49-F238E27FC236}">
                  <a16:creationId xmlns:a16="http://schemas.microsoft.com/office/drawing/2014/main" id="{819EA056-42FB-FE1B-A3E4-70050A709CBD}"/>
                </a:ext>
              </a:extLst>
            </p:cNvPr>
            <p:cNvSpPr/>
            <p:nvPr/>
          </p:nvSpPr>
          <p:spPr>
            <a:xfrm>
              <a:off x="7049110" y="865928"/>
              <a:ext cx="750279" cy="431471"/>
            </a:xfrm>
            <a:custGeom>
              <a:avLst/>
              <a:gdLst/>
              <a:ahLst/>
              <a:cxnLst/>
              <a:rect l="l" t="t" r="r" b="b"/>
              <a:pathLst>
                <a:path w="7432" h="4274" extrusionOk="0">
                  <a:moveTo>
                    <a:pt x="7379" y="0"/>
                  </a:moveTo>
                  <a:cubicBezTo>
                    <a:pt x="7370" y="0"/>
                    <a:pt x="7361" y="3"/>
                    <a:pt x="7351" y="9"/>
                  </a:cubicBezTo>
                  <a:cubicBezTo>
                    <a:pt x="4916" y="1401"/>
                    <a:pt x="2472" y="2793"/>
                    <a:pt x="27" y="4184"/>
                  </a:cubicBezTo>
                  <a:cubicBezTo>
                    <a:pt x="0" y="4202"/>
                    <a:pt x="0" y="4229"/>
                    <a:pt x="9" y="4247"/>
                  </a:cubicBezTo>
                  <a:cubicBezTo>
                    <a:pt x="18" y="4265"/>
                    <a:pt x="36" y="4274"/>
                    <a:pt x="45" y="4274"/>
                  </a:cubicBezTo>
                  <a:cubicBezTo>
                    <a:pt x="54" y="4274"/>
                    <a:pt x="63" y="4265"/>
                    <a:pt x="72" y="4265"/>
                  </a:cubicBezTo>
                  <a:cubicBezTo>
                    <a:pt x="2516" y="2873"/>
                    <a:pt x="4952" y="1481"/>
                    <a:pt x="7396" y="81"/>
                  </a:cubicBezTo>
                  <a:cubicBezTo>
                    <a:pt x="7423" y="72"/>
                    <a:pt x="7432" y="45"/>
                    <a:pt x="7414" y="27"/>
                  </a:cubicBezTo>
                  <a:cubicBezTo>
                    <a:pt x="7408" y="10"/>
                    <a:pt x="7395" y="0"/>
                    <a:pt x="737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100;p40">
              <a:extLst>
                <a:ext uri="{FF2B5EF4-FFF2-40B4-BE49-F238E27FC236}">
                  <a16:creationId xmlns:a16="http://schemas.microsoft.com/office/drawing/2014/main" id="{236D32BB-0DF2-029B-5671-41602CEABC43}"/>
                </a:ext>
              </a:extLst>
            </p:cNvPr>
            <p:cNvSpPr/>
            <p:nvPr/>
          </p:nvSpPr>
          <p:spPr>
            <a:xfrm>
              <a:off x="7103119" y="916304"/>
              <a:ext cx="750279" cy="431572"/>
            </a:xfrm>
            <a:custGeom>
              <a:avLst/>
              <a:gdLst/>
              <a:ahLst/>
              <a:cxnLst/>
              <a:rect l="l" t="t" r="r" b="b"/>
              <a:pathLst>
                <a:path w="7432" h="4275" extrusionOk="0">
                  <a:moveTo>
                    <a:pt x="7384" y="0"/>
                  </a:moveTo>
                  <a:cubicBezTo>
                    <a:pt x="7376" y="0"/>
                    <a:pt x="7367" y="3"/>
                    <a:pt x="7361" y="10"/>
                  </a:cubicBezTo>
                  <a:lnTo>
                    <a:pt x="28" y="4185"/>
                  </a:lnTo>
                  <a:cubicBezTo>
                    <a:pt x="10" y="4203"/>
                    <a:pt x="1" y="4230"/>
                    <a:pt x="10" y="4247"/>
                  </a:cubicBezTo>
                  <a:cubicBezTo>
                    <a:pt x="19" y="4265"/>
                    <a:pt x="36" y="4274"/>
                    <a:pt x="54" y="4274"/>
                  </a:cubicBezTo>
                  <a:cubicBezTo>
                    <a:pt x="63" y="4274"/>
                    <a:pt x="63" y="4265"/>
                    <a:pt x="72" y="4265"/>
                  </a:cubicBezTo>
                  <a:lnTo>
                    <a:pt x="7405" y="81"/>
                  </a:lnTo>
                  <a:cubicBezTo>
                    <a:pt x="7423" y="72"/>
                    <a:pt x="7432" y="46"/>
                    <a:pt x="7423" y="19"/>
                  </a:cubicBezTo>
                  <a:cubicBezTo>
                    <a:pt x="7412" y="8"/>
                    <a:pt x="7398" y="0"/>
                    <a:pt x="738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101;p40">
              <a:extLst>
                <a:ext uri="{FF2B5EF4-FFF2-40B4-BE49-F238E27FC236}">
                  <a16:creationId xmlns:a16="http://schemas.microsoft.com/office/drawing/2014/main" id="{7AA9C0C9-0BA7-3492-4832-E06E29FB7450}"/>
                </a:ext>
              </a:extLst>
            </p:cNvPr>
            <p:cNvSpPr/>
            <p:nvPr/>
          </p:nvSpPr>
          <p:spPr>
            <a:xfrm>
              <a:off x="7157230" y="966679"/>
              <a:ext cx="750279" cy="431572"/>
            </a:xfrm>
            <a:custGeom>
              <a:avLst/>
              <a:gdLst/>
              <a:ahLst/>
              <a:cxnLst/>
              <a:rect l="l" t="t" r="r" b="b"/>
              <a:pathLst>
                <a:path w="7432" h="4275" extrusionOk="0">
                  <a:moveTo>
                    <a:pt x="7390" y="1"/>
                  </a:moveTo>
                  <a:cubicBezTo>
                    <a:pt x="7380" y="1"/>
                    <a:pt x="7370" y="4"/>
                    <a:pt x="7360" y="11"/>
                  </a:cubicBezTo>
                  <a:lnTo>
                    <a:pt x="36" y="4186"/>
                  </a:lnTo>
                  <a:cubicBezTo>
                    <a:pt x="9" y="4203"/>
                    <a:pt x="0" y="4230"/>
                    <a:pt x="18" y="4248"/>
                  </a:cubicBezTo>
                  <a:cubicBezTo>
                    <a:pt x="27" y="4266"/>
                    <a:pt x="36" y="4275"/>
                    <a:pt x="54" y="4275"/>
                  </a:cubicBezTo>
                  <a:cubicBezTo>
                    <a:pt x="62" y="4275"/>
                    <a:pt x="71" y="4266"/>
                    <a:pt x="80" y="4266"/>
                  </a:cubicBezTo>
                  <a:lnTo>
                    <a:pt x="7404" y="82"/>
                  </a:lnTo>
                  <a:cubicBezTo>
                    <a:pt x="7431" y="73"/>
                    <a:pt x="7431" y="46"/>
                    <a:pt x="7422" y="19"/>
                  </a:cubicBezTo>
                  <a:cubicBezTo>
                    <a:pt x="7417" y="8"/>
                    <a:pt x="7404" y="1"/>
                    <a:pt x="73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102;p40">
              <a:extLst>
                <a:ext uri="{FF2B5EF4-FFF2-40B4-BE49-F238E27FC236}">
                  <a16:creationId xmlns:a16="http://schemas.microsoft.com/office/drawing/2014/main" id="{CB2C4153-041A-219A-4858-251565E22ABD}"/>
                </a:ext>
              </a:extLst>
            </p:cNvPr>
            <p:cNvSpPr/>
            <p:nvPr/>
          </p:nvSpPr>
          <p:spPr>
            <a:xfrm>
              <a:off x="7212148" y="1017155"/>
              <a:ext cx="750279" cy="431572"/>
            </a:xfrm>
            <a:custGeom>
              <a:avLst/>
              <a:gdLst/>
              <a:ahLst/>
              <a:cxnLst/>
              <a:rect l="l" t="t" r="r" b="b"/>
              <a:pathLst>
                <a:path w="7432" h="4275" extrusionOk="0">
                  <a:moveTo>
                    <a:pt x="7383" y="0"/>
                  </a:moveTo>
                  <a:cubicBezTo>
                    <a:pt x="7375" y="0"/>
                    <a:pt x="7367" y="3"/>
                    <a:pt x="7360" y="10"/>
                  </a:cubicBezTo>
                  <a:lnTo>
                    <a:pt x="27" y="4185"/>
                  </a:lnTo>
                  <a:cubicBezTo>
                    <a:pt x="9" y="4203"/>
                    <a:pt x="0" y="4230"/>
                    <a:pt x="9" y="4248"/>
                  </a:cubicBezTo>
                  <a:cubicBezTo>
                    <a:pt x="18" y="4265"/>
                    <a:pt x="36" y="4274"/>
                    <a:pt x="54" y="4274"/>
                  </a:cubicBezTo>
                  <a:cubicBezTo>
                    <a:pt x="54" y="4274"/>
                    <a:pt x="63" y="4265"/>
                    <a:pt x="72" y="4265"/>
                  </a:cubicBezTo>
                  <a:lnTo>
                    <a:pt x="7405" y="81"/>
                  </a:lnTo>
                  <a:cubicBezTo>
                    <a:pt x="7423" y="73"/>
                    <a:pt x="7431" y="46"/>
                    <a:pt x="7414" y="19"/>
                  </a:cubicBezTo>
                  <a:cubicBezTo>
                    <a:pt x="7408" y="8"/>
                    <a:pt x="7396" y="0"/>
                    <a:pt x="738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103;p40">
              <a:extLst>
                <a:ext uri="{FF2B5EF4-FFF2-40B4-BE49-F238E27FC236}">
                  <a16:creationId xmlns:a16="http://schemas.microsoft.com/office/drawing/2014/main" id="{4B136D30-4AA0-0C5E-794D-B0A9F0114C63}"/>
                </a:ext>
              </a:extLst>
            </p:cNvPr>
            <p:cNvSpPr/>
            <p:nvPr/>
          </p:nvSpPr>
          <p:spPr>
            <a:xfrm>
              <a:off x="7266158" y="1067530"/>
              <a:ext cx="750279" cy="431572"/>
            </a:xfrm>
            <a:custGeom>
              <a:avLst/>
              <a:gdLst/>
              <a:ahLst/>
              <a:cxnLst/>
              <a:rect l="l" t="t" r="r" b="b"/>
              <a:pathLst>
                <a:path w="7432" h="4275" extrusionOk="0">
                  <a:moveTo>
                    <a:pt x="7390" y="1"/>
                  </a:moveTo>
                  <a:cubicBezTo>
                    <a:pt x="7381" y="1"/>
                    <a:pt x="7371" y="4"/>
                    <a:pt x="7360" y="11"/>
                  </a:cubicBezTo>
                  <a:lnTo>
                    <a:pt x="36" y="4186"/>
                  </a:lnTo>
                  <a:cubicBezTo>
                    <a:pt x="9" y="4204"/>
                    <a:pt x="0" y="4230"/>
                    <a:pt x="18" y="4248"/>
                  </a:cubicBezTo>
                  <a:cubicBezTo>
                    <a:pt x="27" y="4266"/>
                    <a:pt x="36" y="4275"/>
                    <a:pt x="54" y="4275"/>
                  </a:cubicBezTo>
                  <a:cubicBezTo>
                    <a:pt x="63" y="4275"/>
                    <a:pt x="72" y="4266"/>
                    <a:pt x="72" y="4266"/>
                  </a:cubicBezTo>
                  <a:lnTo>
                    <a:pt x="7405" y="82"/>
                  </a:lnTo>
                  <a:cubicBezTo>
                    <a:pt x="7423" y="73"/>
                    <a:pt x="7432" y="46"/>
                    <a:pt x="7423" y="20"/>
                  </a:cubicBezTo>
                  <a:cubicBezTo>
                    <a:pt x="7417" y="9"/>
                    <a:pt x="7405" y="1"/>
                    <a:pt x="73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104;p40">
              <a:extLst>
                <a:ext uri="{FF2B5EF4-FFF2-40B4-BE49-F238E27FC236}">
                  <a16:creationId xmlns:a16="http://schemas.microsoft.com/office/drawing/2014/main" id="{41F12E42-F4D5-90DE-CB16-88ECE27440A6}"/>
                </a:ext>
              </a:extLst>
            </p:cNvPr>
            <p:cNvSpPr/>
            <p:nvPr/>
          </p:nvSpPr>
          <p:spPr>
            <a:xfrm>
              <a:off x="7321076" y="1118007"/>
              <a:ext cx="750279" cy="431572"/>
            </a:xfrm>
            <a:custGeom>
              <a:avLst/>
              <a:gdLst/>
              <a:ahLst/>
              <a:cxnLst/>
              <a:rect l="l" t="t" r="r" b="b"/>
              <a:pathLst>
                <a:path w="7432" h="4275" extrusionOk="0">
                  <a:moveTo>
                    <a:pt x="7383" y="1"/>
                  </a:moveTo>
                  <a:cubicBezTo>
                    <a:pt x="7375" y="1"/>
                    <a:pt x="7367" y="3"/>
                    <a:pt x="7361" y="10"/>
                  </a:cubicBezTo>
                  <a:lnTo>
                    <a:pt x="27" y="4185"/>
                  </a:lnTo>
                  <a:cubicBezTo>
                    <a:pt x="10" y="4203"/>
                    <a:pt x="1" y="4230"/>
                    <a:pt x="10" y="4248"/>
                  </a:cubicBezTo>
                  <a:cubicBezTo>
                    <a:pt x="18" y="4266"/>
                    <a:pt x="36" y="4274"/>
                    <a:pt x="45" y="4274"/>
                  </a:cubicBezTo>
                  <a:cubicBezTo>
                    <a:pt x="54" y="4274"/>
                    <a:pt x="63" y="4266"/>
                    <a:pt x="72" y="4266"/>
                  </a:cubicBezTo>
                  <a:lnTo>
                    <a:pt x="7396" y="82"/>
                  </a:lnTo>
                  <a:cubicBezTo>
                    <a:pt x="7423" y="73"/>
                    <a:pt x="7432" y="46"/>
                    <a:pt x="7414" y="19"/>
                  </a:cubicBezTo>
                  <a:cubicBezTo>
                    <a:pt x="7409" y="8"/>
                    <a:pt x="7396" y="1"/>
                    <a:pt x="738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105;p40">
              <a:extLst>
                <a:ext uri="{FF2B5EF4-FFF2-40B4-BE49-F238E27FC236}">
                  <a16:creationId xmlns:a16="http://schemas.microsoft.com/office/drawing/2014/main" id="{343DDCBD-471A-5EF8-E520-A7D1421B72C6}"/>
                </a:ext>
              </a:extLst>
            </p:cNvPr>
            <p:cNvSpPr/>
            <p:nvPr/>
          </p:nvSpPr>
          <p:spPr>
            <a:xfrm>
              <a:off x="7375085" y="1168483"/>
              <a:ext cx="750380" cy="431572"/>
            </a:xfrm>
            <a:custGeom>
              <a:avLst/>
              <a:gdLst/>
              <a:ahLst/>
              <a:cxnLst/>
              <a:rect l="l" t="t" r="r" b="b"/>
              <a:pathLst>
                <a:path w="7433" h="4275" extrusionOk="0">
                  <a:moveTo>
                    <a:pt x="7384" y="0"/>
                  </a:moveTo>
                  <a:cubicBezTo>
                    <a:pt x="7376" y="0"/>
                    <a:pt x="7368" y="3"/>
                    <a:pt x="7361" y="10"/>
                  </a:cubicBezTo>
                  <a:lnTo>
                    <a:pt x="28" y="4185"/>
                  </a:lnTo>
                  <a:cubicBezTo>
                    <a:pt x="10" y="4203"/>
                    <a:pt x="1" y="4229"/>
                    <a:pt x="19" y="4247"/>
                  </a:cubicBezTo>
                  <a:cubicBezTo>
                    <a:pt x="19" y="4265"/>
                    <a:pt x="37" y="4274"/>
                    <a:pt x="54" y="4274"/>
                  </a:cubicBezTo>
                  <a:cubicBezTo>
                    <a:pt x="63" y="4274"/>
                    <a:pt x="72" y="4265"/>
                    <a:pt x="72" y="4265"/>
                  </a:cubicBezTo>
                  <a:lnTo>
                    <a:pt x="7405" y="81"/>
                  </a:lnTo>
                  <a:cubicBezTo>
                    <a:pt x="7423" y="72"/>
                    <a:pt x="7432" y="46"/>
                    <a:pt x="7423" y="19"/>
                  </a:cubicBezTo>
                  <a:cubicBezTo>
                    <a:pt x="7412" y="8"/>
                    <a:pt x="7398" y="0"/>
                    <a:pt x="738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106;p40">
              <a:extLst>
                <a:ext uri="{FF2B5EF4-FFF2-40B4-BE49-F238E27FC236}">
                  <a16:creationId xmlns:a16="http://schemas.microsoft.com/office/drawing/2014/main" id="{2D3E9872-B280-F9AA-AD7E-328377E63F90}"/>
                </a:ext>
              </a:extLst>
            </p:cNvPr>
            <p:cNvSpPr/>
            <p:nvPr/>
          </p:nvSpPr>
          <p:spPr>
            <a:xfrm>
              <a:off x="7430105" y="1218555"/>
              <a:ext cx="750279" cy="431875"/>
            </a:xfrm>
            <a:custGeom>
              <a:avLst/>
              <a:gdLst/>
              <a:ahLst/>
              <a:cxnLst/>
              <a:rect l="l" t="t" r="r" b="b"/>
              <a:pathLst>
                <a:path w="7432" h="4278" extrusionOk="0">
                  <a:moveTo>
                    <a:pt x="7372" y="1"/>
                  </a:moveTo>
                  <a:cubicBezTo>
                    <a:pt x="7365" y="1"/>
                    <a:pt x="7358" y="2"/>
                    <a:pt x="7351" y="4"/>
                  </a:cubicBezTo>
                  <a:lnTo>
                    <a:pt x="27" y="4188"/>
                  </a:lnTo>
                  <a:cubicBezTo>
                    <a:pt x="0" y="4206"/>
                    <a:pt x="0" y="4233"/>
                    <a:pt x="9" y="4251"/>
                  </a:cubicBezTo>
                  <a:cubicBezTo>
                    <a:pt x="18" y="4269"/>
                    <a:pt x="36" y="4278"/>
                    <a:pt x="45" y="4278"/>
                  </a:cubicBezTo>
                  <a:cubicBezTo>
                    <a:pt x="54" y="4278"/>
                    <a:pt x="63" y="4269"/>
                    <a:pt x="71" y="4269"/>
                  </a:cubicBezTo>
                  <a:lnTo>
                    <a:pt x="7396" y="85"/>
                  </a:lnTo>
                  <a:cubicBezTo>
                    <a:pt x="7422" y="76"/>
                    <a:pt x="7431" y="49"/>
                    <a:pt x="7413" y="22"/>
                  </a:cubicBezTo>
                  <a:cubicBezTo>
                    <a:pt x="7407" y="9"/>
                    <a:pt x="7391" y="1"/>
                    <a:pt x="737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107;p40">
              <a:extLst>
                <a:ext uri="{FF2B5EF4-FFF2-40B4-BE49-F238E27FC236}">
                  <a16:creationId xmlns:a16="http://schemas.microsoft.com/office/drawing/2014/main" id="{576BFF87-6553-E5F9-1777-EA300D9A837F}"/>
                </a:ext>
              </a:extLst>
            </p:cNvPr>
            <p:cNvSpPr/>
            <p:nvPr/>
          </p:nvSpPr>
          <p:spPr>
            <a:xfrm>
              <a:off x="7484114" y="1269032"/>
              <a:ext cx="750279" cy="431875"/>
            </a:xfrm>
            <a:custGeom>
              <a:avLst/>
              <a:gdLst/>
              <a:ahLst/>
              <a:cxnLst/>
              <a:rect l="l" t="t" r="r" b="b"/>
              <a:pathLst>
                <a:path w="7432" h="4278" extrusionOk="0">
                  <a:moveTo>
                    <a:pt x="7376" y="1"/>
                  </a:moveTo>
                  <a:cubicBezTo>
                    <a:pt x="7370" y="1"/>
                    <a:pt x="7365" y="2"/>
                    <a:pt x="7360" y="4"/>
                  </a:cubicBezTo>
                  <a:lnTo>
                    <a:pt x="27" y="4188"/>
                  </a:lnTo>
                  <a:cubicBezTo>
                    <a:pt x="9" y="4206"/>
                    <a:pt x="0" y="4233"/>
                    <a:pt x="9" y="4250"/>
                  </a:cubicBezTo>
                  <a:cubicBezTo>
                    <a:pt x="18" y="4268"/>
                    <a:pt x="36" y="4277"/>
                    <a:pt x="54" y="4277"/>
                  </a:cubicBezTo>
                  <a:cubicBezTo>
                    <a:pt x="63" y="4277"/>
                    <a:pt x="63" y="4268"/>
                    <a:pt x="72" y="4268"/>
                  </a:cubicBezTo>
                  <a:lnTo>
                    <a:pt x="7405" y="84"/>
                  </a:lnTo>
                  <a:cubicBezTo>
                    <a:pt x="7423" y="75"/>
                    <a:pt x="7432" y="49"/>
                    <a:pt x="7423" y="22"/>
                  </a:cubicBezTo>
                  <a:cubicBezTo>
                    <a:pt x="7410" y="9"/>
                    <a:pt x="7392" y="1"/>
                    <a:pt x="737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108;p40">
              <a:extLst>
                <a:ext uri="{FF2B5EF4-FFF2-40B4-BE49-F238E27FC236}">
                  <a16:creationId xmlns:a16="http://schemas.microsoft.com/office/drawing/2014/main" id="{6E68AEB2-CB6A-CBCB-EA81-079CDEEABD7A}"/>
                </a:ext>
              </a:extLst>
            </p:cNvPr>
            <p:cNvSpPr/>
            <p:nvPr/>
          </p:nvSpPr>
          <p:spPr>
            <a:xfrm>
              <a:off x="6885163" y="1136582"/>
              <a:ext cx="608945" cy="564324"/>
            </a:xfrm>
            <a:custGeom>
              <a:avLst/>
              <a:gdLst/>
              <a:ahLst/>
              <a:cxnLst/>
              <a:rect l="l" t="t" r="r" b="b"/>
              <a:pathLst>
                <a:path w="6032" h="5590" extrusionOk="0">
                  <a:moveTo>
                    <a:pt x="50" y="0"/>
                  </a:moveTo>
                  <a:cubicBezTo>
                    <a:pt x="39" y="0"/>
                    <a:pt x="28" y="5"/>
                    <a:pt x="19" y="14"/>
                  </a:cubicBezTo>
                  <a:cubicBezTo>
                    <a:pt x="1" y="31"/>
                    <a:pt x="10" y="67"/>
                    <a:pt x="28" y="76"/>
                  </a:cubicBezTo>
                  <a:lnTo>
                    <a:pt x="5951" y="5571"/>
                  </a:lnTo>
                  <a:cubicBezTo>
                    <a:pt x="5960" y="5580"/>
                    <a:pt x="5978" y="5589"/>
                    <a:pt x="5987" y="5589"/>
                  </a:cubicBezTo>
                  <a:cubicBezTo>
                    <a:pt x="5996" y="5589"/>
                    <a:pt x="6005" y="5580"/>
                    <a:pt x="6014" y="5571"/>
                  </a:cubicBezTo>
                  <a:cubicBezTo>
                    <a:pt x="6031" y="5554"/>
                    <a:pt x="6031" y="5527"/>
                    <a:pt x="6014" y="5509"/>
                  </a:cubicBezTo>
                  <a:lnTo>
                    <a:pt x="81" y="14"/>
                  </a:lnTo>
                  <a:cubicBezTo>
                    <a:pt x="72" y="5"/>
                    <a:pt x="61" y="0"/>
                    <a:pt x="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109;p40">
              <a:extLst>
                <a:ext uri="{FF2B5EF4-FFF2-40B4-BE49-F238E27FC236}">
                  <a16:creationId xmlns:a16="http://schemas.microsoft.com/office/drawing/2014/main" id="{BA57F2F1-CCB4-AA14-4D11-5DBEC06813E9}"/>
                </a:ext>
              </a:extLst>
            </p:cNvPr>
            <p:cNvSpPr/>
            <p:nvPr/>
          </p:nvSpPr>
          <p:spPr>
            <a:xfrm>
              <a:off x="6952700" y="1098220"/>
              <a:ext cx="608945" cy="563921"/>
            </a:xfrm>
            <a:custGeom>
              <a:avLst/>
              <a:gdLst/>
              <a:ahLst/>
              <a:cxnLst/>
              <a:rect l="l" t="t" r="r" b="b"/>
              <a:pathLst>
                <a:path w="6032" h="5586" extrusionOk="0">
                  <a:moveTo>
                    <a:pt x="58" y="0"/>
                  </a:moveTo>
                  <a:cubicBezTo>
                    <a:pt x="44" y="0"/>
                    <a:pt x="30" y="8"/>
                    <a:pt x="19" y="19"/>
                  </a:cubicBezTo>
                  <a:cubicBezTo>
                    <a:pt x="1" y="37"/>
                    <a:pt x="1" y="64"/>
                    <a:pt x="19" y="81"/>
                  </a:cubicBezTo>
                  <a:cubicBezTo>
                    <a:pt x="1999" y="1910"/>
                    <a:pt x="3971" y="3739"/>
                    <a:pt x="5951" y="5568"/>
                  </a:cubicBezTo>
                  <a:cubicBezTo>
                    <a:pt x="5960" y="5577"/>
                    <a:pt x="5969" y="5586"/>
                    <a:pt x="5978" y="5586"/>
                  </a:cubicBezTo>
                  <a:cubicBezTo>
                    <a:pt x="5996" y="5586"/>
                    <a:pt x="6005" y="5577"/>
                    <a:pt x="6014" y="5568"/>
                  </a:cubicBezTo>
                  <a:cubicBezTo>
                    <a:pt x="6032" y="5550"/>
                    <a:pt x="6032" y="5523"/>
                    <a:pt x="6014" y="5505"/>
                  </a:cubicBezTo>
                  <a:cubicBezTo>
                    <a:pt x="4033" y="3677"/>
                    <a:pt x="2053" y="1848"/>
                    <a:pt x="81" y="10"/>
                  </a:cubicBezTo>
                  <a:cubicBezTo>
                    <a:pt x="74" y="3"/>
                    <a:pt x="66" y="0"/>
                    <a:pt x="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110;p40">
              <a:extLst>
                <a:ext uri="{FF2B5EF4-FFF2-40B4-BE49-F238E27FC236}">
                  <a16:creationId xmlns:a16="http://schemas.microsoft.com/office/drawing/2014/main" id="{97893A77-81FC-3FE0-C1CD-C6B32D6C4E96}"/>
                </a:ext>
              </a:extLst>
            </p:cNvPr>
            <p:cNvSpPr/>
            <p:nvPr/>
          </p:nvSpPr>
          <p:spPr>
            <a:xfrm>
              <a:off x="7019430" y="1059959"/>
              <a:ext cx="608845" cy="563416"/>
            </a:xfrm>
            <a:custGeom>
              <a:avLst/>
              <a:gdLst/>
              <a:ahLst/>
              <a:cxnLst/>
              <a:rect l="l" t="t" r="r" b="b"/>
              <a:pathLst>
                <a:path w="6031" h="5581" extrusionOk="0">
                  <a:moveTo>
                    <a:pt x="49" y="1"/>
                  </a:moveTo>
                  <a:cubicBezTo>
                    <a:pt x="38" y="1"/>
                    <a:pt x="27" y="5"/>
                    <a:pt x="18" y="14"/>
                  </a:cubicBezTo>
                  <a:cubicBezTo>
                    <a:pt x="0" y="32"/>
                    <a:pt x="9" y="59"/>
                    <a:pt x="27" y="77"/>
                  </a:cubicBezTo>
                  <a:lnTo>
                    <a:pt x="5950" y="5572"/>
                  </a:lnTo>
                  <a:cubicBezTo>
                    <a:pt x="5959" y="5581"/>
                    <a:pt x="5977" y="5581"/>
                    <a:pt x="5986" y="5581"/>
                  </a:cubicBezTo>
                  <a:cubicBezTo>
                    <a:pt x="5995" y="5581"/>
                    <a:pt x="6004" y="5572"/>
                    <a:pt x="6013" y="5563"/>
                  </a:cubicBezTo>
                  <a:cubicBezTo>
                    <a:pt x="6031" y="5545"/>
                    <a:pt x="6031" y="5519"/>
                    <a:pt x="6013" y="5501"/>
                  </a:cubicBezTo>
                  <a:lnTo>
                    <a:pt x="80" y="14"/>
                  </a:lnTo>
                  <a:cubicBezTo>
                    <a:pt x="71" y="5"/>
                    <a:pt x="60" y="1"/>
                    <a:pt x="4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111;p40">
              <a:extLst>
                <a:ext uri="{FF2B5EF4-FFF2-40B4-BE49-F238E27FC236}">
                  <a16:creationId xmlns:a16="http://schemas.microsoft.com/office/drawing/2014/main" id="{33072EA8-AEB2-FDB1-E080-75CF2763ED9B}"/>
                </a:ext>
              </a:extLst>
            </p:cNvPr>
            <p:cNvSpPr/>
            <p:nvPr/>
          </p:nvSpPr>
          <p:spPr>
            <a:xfrm>
              <a:off x="7086967" y="1021294"/>
              <a:ext cx="608845" cy="563416"/>
            </a:xfrm>
            <a:custGeom>
              <a:avLst/>
              <a:gdLst/>
              <a:ahLst/>
              <a:cxnLst/>
              <a:rect l="l" t="t" r="r" b="b"/>
              <a:pathLst>
                <a:path w="6031" h="5581" extrusionOk="0">
                  <a:moveTo>
                    <a:pt x="49" y="0"/>
                  </a:moveTo>
                  <a:cubicBezTo>
                    <a:pt x="38" y="0"/>
                    <a:pt x="27" y="5"/>
                    <a:pt x="18" y="14"/>
                  </a:cubicBezTo>
                  <a:cubicBezTo>
                    <a:pt x="0" y="32"/>
                    <a:pt x="0" y="58"/>
                    <a:pt x="18" y="76"/>
                  </a:cubicBezTo>
                  <a:lnTo>
                    <a:pt x="5951" y="5571"/>
                  </a:lnTo>
                  <a:cubicBezTo>
                    <a:pt x="5959" y="5580"/>
                    <a:pt x="5968" y="5580"/>
                    <a:pt x="5977" y="5580"/>
                  </a:cubicBezTo>
                  <a:cubicBezTo>
                    <a:pt x="5995" y="5580"/>
                    <a:pt x="6004" y="5580"/>
                    <a:pt x="6013" y="5571"/>
                  </a:cubicBezTo>
                  <a:cubicBezTo>
                    <a:pt x="6031" y="5554"/>
                    <a:pt x="6031" y="5518"/>
                    <a:pt x="6013" y="5509"/>
                  </a:cubicBezTo>
                  <a:lnTo>
                    <a:pt x="80" y="14"/>
                  </a:lnTo>
                  <a:cubicBezTo>
                    <a:pt x="72" y="5"/>
                    <a:pt x="60" y="0"/>
                    <a:pt x="4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112;p40">
              <a:extLst>
                <a:ext uri="{FF2B5EF4-FFF2-40B4-BE49-F238E27FC236}">
                  <a16:creationId xmlns:a16="http://schemas.microsoft.com/office/drawing/2014/main" id="{052BD849-9C0D-AA72-60D5-34D896690BA3}"/>
                </a:ext>
              </a:extLst>
            </p:cNvPr>
            <p:cNvSpPr/>
            <p:nvPr/>
          </p:nvSpPr>
          <p:spPr>
            <a:xfrm>
              <a:off x="7153596" y="982528"/>
              <a:ext cx="608845" cy="563416"/>
            </a:xfrm>
            <a:custGeom>
              <a:avLst/>
              <a:gdLst/>
              <a:ahLst/>
              <a:cxnLst/>
              <a:rect l="l" t="t" r="r" b="b"/>
              <a:pathLst>
                <a:path w="6031" h="5581" extrusionOk="0">
                  <a:moveTo>
                    <a:pt x="49" y="1"/>
                  </a:moveTo>
                  <a:cubicBezTo>
                    <a:pt x="38" y="1"/>
                    <a:pt x="27" y="5"/>
                    <a:pt x="18" y="14"/>
                  </a:cubicBezTo>
                  <a:cubicBezTo>
                    <a:pt x="0" y="32"/>
                    <a:pt x="9" y="59"/>
                    <a:pt x="27" y="77"/>
                  </a:cubicBezTo>
                  <a:lnTo>
                    <a:pt x="5951" y="5572"/>
                  </a:lnTo>
                  <a:cubicBezTo>
                    <a:pt x="5960" y="5581"/>
                    <a:pt x="5977" y="5581"/>
                    <a:pt x="5986" y="5581"/>
                  </a:cubicBezTo>
                  <a:cubicBezTo>
                    <a:pt x="5995" y="5581"/>
                    <a:pt x="6004" y="5581"/>
                    <a:pt x="6013" y="5572"/>
                  </a:cubicBezTo>
                  <a:cubicBezTo>
                    <a:pt x="6031" y="5554"/>
                    <a:pt x="6031" y="5527"/>
                    <a:pt x="6013" y="5509"/>
                  </a:cubicBezTo>
                  <a:lnTo>
                    <a:pt x="81" y="14"/>
                  </a:lnTo>
                  <a:cubicBezTo>
                    <a:pt x="72" y="5"/>
                    <a:pt x="61" y="1"/>
                    <a:pt x="4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113;p40">
              <a:extLst>
                <a:ext uri="{FF2B5EF4-FFF2-40B4-BE49-F238E27FC236}">
                  <a16:creationId xmlns:a16="http://schemas.microsoft.com/office/drawing/2014/main" id="{ED05F4DB-673D-B0A1-28D9-48A6F599906B}"/>
                </a:ext>
              </a:extLst>
            </p:cNvPr>
            <p:cNvSpPr/>
            <p:nvPr/>
          </p:nvSpPr>
          <p:spPr>
            <a:xfrm>
              <a:off x="7221133" y="943864"/>
              <a:ext cx="608945" cy="564324"/>
            </a:xfrm>
            <a:custGeom>
              <a:avLst/>
              <a:gdLst/>
              <a:ahLst/>
              <a:cxnLst/>
              <a:rect l="l" t="t" r="r" b="b"/>
              <a:pathLst>
                <a:path w="6032" h="5590" extrusionOk="0">
                  <a:moveTo>
                    <a:pt x="49" y="0"/>
                  </a:moveTo>
                  <a:cubicBezTo>
                    <a:pt x="38" y="0"/>
                    <a:pt x="27" y="5"/>
                    <a:pt x="18" y="14"/>
                  </a:cubicBezTo>
                  <a:cubicBezTo>
                    <a:pt x="0" y="31"/>
                    <a:pt x="0" y="67"/>
                    <a:pt x="18" y="76"/>
                  </a:cubicBezTo>
                  <a:lnTo>
                    <a:pt x="5951" y="5571"/>
                  </a:lnTo>
                  <a:cubicBezTo>
                    <a:pt x="5960" y="5580"/>
                    <a:pt x="5969" y="5589"/>
                    <a:pt x="5978" y="5589"/>
                  </a:cubicBezTo>
                  <a:cubicBezTo>
                    <a:pt x="5995" y="5589"/>
                    <a:pt x="6004" y="5580"/>
                    <a:pt x="6013" y="5571"/>
                  </a:cubicBezTo>
                  <a:cubicBezTo>
                    <a:pt x="6031" y="5553"/>
                    <a:pt x="6031" y="5527"/>
                    <a:pt x="6013" y="5509"/>
                  </a:cubicBezTo>
                  <a:lnTo>
                    <a:pt x="81" y="14"/>
                  </a:lnTo>
                  <a:cubicBezTo>
                    <a:pt x="72" y="5"/>
                    <a:pt x="61" y="0"/>
                    <a:pt x="4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114;p40">
              <a:extLst>
                <a:ext uri="{FF2B5EF4-FFF2-40B4-BE49-F238E27FC236}">
                  <a16:creationId xmlns:a16="http://schemas.microsoft.com/office/drawing/2014/main" id="{9E04D05C-2340-5680-45C1-6C530EAA732C}"/>
                </a:ext>
              </a:extLst>
            </p:cNvPr>
            <p:cNvSpPr/>
            <p:nvPr/>
          </p:nvSpPr>
          <p:spPr>
            <a:xfrm>
              <a:off x="7287762" y="905502"/>
              <a:ext cx="608945" cy="563921"/>
            </a:xfrm>
            <a:custGeom>
              <a:avLst/>
              <a:gdLst/>
              <a:ahLst/>
              <a:cxnLst/>
              <a:rect l="l" t="t" r="r" b="b"/>
              <a:pathLst>
                <a:path w="6032" h="5586" extrusionOk="0">
                  <a:moveTo>
                    <a:pt x="58" y="0"/>
                  </a:moveTo>
                  <a:cubicBezTo>
                    <a:pt x="44" y="0"/>
                    <a:pt x="29" y="8"/>
                    <a:pt x="18" y="19"/>
                  </a:cubicBezTo>
                  <a:cubicBezTo>
                    <a:pt x="1" y="37"/>
                    <a:pt x="9" y="63"/>
                    <a:pt x="27" y="81"/>
                  </a:cubicBezTo>
                  <a:cubicBezTo>
                    <a:pt x="1999" y="1910"/>
                    <a:pt x="3979" y="3739"/>
                    <a:pt x="5951" y="5568"/>
                  </a:cubicBezTo>
                  <a:cubicBezTo>
                    <a:pt x="5960" y="5577"/>
                    <a:pt x="5978" y="5586"/>
                    <a:pt x="5987" y="5586"/>
                  </a:cubicBezTo>
                  <a:cubicBezTo>
                    <a:pt x="5996" y="5586"/>
                    <a:pt x="6004" y="5577"/>
                    <a:pt x="6013" y="5568"/>
                  </a:cubicBezTo>
                  <a:cubicBezTo>
                    <a:pt x="6031" y="5550"/>
                    <a:pt x="6031" y="5523"/>
                    <a:pt x="6013" y="5505"/>
                  </a:cubicBezTo>
                  <a:cubicBezTo>
                    <a:pt x="4033" y="3676"/>
                    <a:pt x="2061" y="1848"/>
                    <a:pt x="81" y="10"/>
                  </a:cubicBezTo>
                  <a:cubicBezTo>
                    <a:pt x="74" y="3"/>
                    <a:pt x="66" y="0"/>
                    <a:pt x="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115;p40">
              <a:extLst>
                <a:ext uri="{FF2B5EF4-FFF2-40B4-BE49-F238E27FC236}">
                  <a16:creationId xmlns:a16="http://schemas.microsoft.com/office/drawing/2014/main" id="{F1E31D50-DDE5-8895-0906-74224DF26086}"/>
                </a:ext>
              </a:extLst>
            </p:cNvPr>
            <p:cNvSpPr/>
            <p:nvPr/>
          </p:nvSpPr>
          <p:spPr>
            <a:xfrm>
              <a:off x="7355299" y="867241"/>
              <a:ext cx="608945" cy="563416"/>
            </a:xfrm>
            <a:custGeom>
              <a:avLst/>
              <a:gdLst/>
              <a:ahLst/>
              <a:cxnLst/>
              <a:rect l="l" t="t" r="r" b="b"/>
              <a:pathLst>
                <a:path w="6032" h="5581" extrusionOk="0">
                  <a:moveTo>
                    <a:pt x="50" y="1"/>
                  </a:moveTo>
                  <a:cubicBezTo>
                    <a:pt x="39" y="1"/>
                    <a:pt x="27" y="5"/>
                    <a:pt x="18" y="14"/>
                  </a:cubicBezTo>
                  <a:cubicBezTo>
                    <a:pt x="1" y="32"/>
                    <a:pt x="1" y="59"/>
                    <a:pt x="18" y="77"/>
                  </a:cubicBezTo>
                  <a:lnTo>
                    <a:pt x="5951" y="5572"/>
                  </a:lnTo>
                  <a:cubicBezTo>
                    <a:pt x="5960" y="5581"/>
                    <a:pt x="5969" y="5581"/>
                    <a:pt x="5978" y="5581"/>
                  </a:cubicBezTo>
                  <a:cubicBezTo>
                    <a:pt x="5996" y="5581"/>
                    <a:pt x="6005" y="5572"/>
                    <a:pt x="6013" y="5563"/>
                  </a:cubicBezTo>
                  <a:cubicBezTo>
                    <a:pt x="6031" y="5545"/>
                    <a:pt x="6031" y="5518"/>
                    <a:pt x="6013" y="5501"/>
                  </a:cubicBezTo>
                  <a:lnTo>
                    <a:pt x="81" y="14"/>
                  </a:lnTo>
                  <a:cubicBezTo>
                    <a:pt x="72" y="5"/>
                    <a:pt x="61" y="1"/>
                    <a:pt x="5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116;p40">
              <a:extLst>
                <a:ext uri="{FF2B5EF4-FFF2-40B4-BE49-F238E27FC236}">
                  <a16:creationId xmlns:a16="http://schemas.microsoft.com/office/drawing/2014/main" id="{8265E4A8-1B63-F2A4-9D8A-5982ED0727D1}"/>
                </a:ext>
              </a:extLst>
            </p:cNvPr>
            <p:cNvSpPr/>
            <p:nvPr/>
          </p:nvSpPr>
          <p:spPr>
            <a:xfrm>
              <a:off x="7421927" y="828576"/>
              <a:ext cx="608945" cy="563416"/>
            </a:xfrm>
            <a:custGeom>
              <a:avLst/>
              <a:gdLst/>
              <a:ahLst/>
              <a:cxnLst/>
              <a:rect l="l" t="t" r="r" b="b"/>
              <a:pathLst>
                <a:path w="6032" h="5581" extrusionOk="0">
                  <a:moveTo>
                    <a:pt x="50" y="0"/>
                  </a:moveTo>
                  <a:cubicBezTo>
                    <a:pt x="39" y="0"/>
                    <a:pt x="28" y="5"/>
                    <a:pt x="19" y="14"/>
                  </a:cubicBezTo>
                  <a:cubicBezTo>
                    <a:pt x="1" y="31"/>
                    <a:pt x="10" y="58"/>
                    <a:pt x="28" y="76"/>
                  </a:cubicBezTo>
                  <a:cubicBezTo>
                    <a:pt x="1999" y="1905"/>
                    <a:pt x="3980" y="3743"/>
                    <a:pt x="5951" y="5571"/>
                  </a:cubicBezTo>
                  <a:cubicBezTo>
                    <a:pt x="5960" y="5580"/>
                    <a:pt x="5969" y="5580"/>
                    <a:pt x="5987" y="5580"/>
                  </a:cubicBezTo>
                  <a:cubicBezTo>
                    <a:pt x="5996" y="5580"/>
                    <a:pt x="6005" y="5580"/>
                    <a:pt x="6014" y="5571"/>
                  </a:cubicBezTo>
                  <a:cubicBezTo>
                    <a:pt x="6031" y="5554"/>
                    <a:pt x="6031" y="5518"/>
                    <a:pt x="6014" y="5509"/>
                  </a:cubicBezTo>
                  <a:cubicBezTo>
                    <a:pt x="4033" y="3671"/>
                    <a:pt x="2062" y="1842"/>
                    <a:pt x="81" y="14"/>
                  </a:cubicBezTo>
                  <a:cubicBezTo>
                    <a:pt x="72" y="5"/>
                    <a:pt x="61" y="0"/>
                    <a:pt x="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117;p40">
              <a:extLst>
                <a:ext uri="{FF2B5EF4-FFF2-40B4-BE49-F238E27FC236}">
                  <a16:creationId xmlns:a16="http://schemas.microsoft.com/office/drawing/2014/main" id="{B4F1C4DF-BB9B-7574-B2E0-93AB53D8BD7F}"/>
                </a:ext>
              </a:extLst>
            </p:cNvPr>
            <p:cNvSpPr/>
            <p:nvPr/>
          </p:nvSpPr>
          <p:spPr>
            <a:xfrm>
              <a:off x="7489465" y="789810"/>
              <a:ext cx="608945" cy="563416"/>
            </a:xfrm>
            <a:custGeom>
              <a:avLst/>
              <a:gdLst/>
              <a:ahLst/>
              <a:cxnLst/>
              <a:rect l="l" t="t" r="r" b="b"/>
              <a:pathLst>
                <a:path w="6032" h="5581" extrusionOk="0">
                  <a:moveTo>
                    <a:pt x="50" y="1"/>
                  </a:moveTo>
                  <a:cubicBezTo>
                    <a:pt x="39" y="1"/>
                    <a:pt x="28" y="5"/>
                    <a:pt x="19" y="14"/>
                  </a:cubicBezTo>
                  <a:cubicBezTo>
                    <a:pt x="1" y="32"/>
                    <a:pt x="1" y="59"/>
                    <a:pt x="19" y="76"/>
                  </a:cubicBezTo>
                  <a:lnTo>
                    <a:pt x="5951" y="5572"/>
                  </a:lnTo>
                  <a:cubicBezTo>
                    <a:pt x="5960" y="5581"/>
                    <a:pt x="5969" y="5581"/>
                    <a:pt x="5978" y="5581"/>
                  </a:cubicBezTo>
                  <a:cubicBezTo>
                    <a:pt x="5996" y="5581"/>
                    <a:pt x="6005" y="5581"/>
                    <a:pt x="6014" y="5572"/>
                  </a:cubicBezTo>
                  <a:cubicBezTo>
                    <a:pt x="6032" y="5554"/>
                    <a:pt x="6032" y="5527"/>
                    <a:pt x="6014" y="5509"/>
                  </a:cubicBezTo>
                  <a:lnTo>
                    <a:pt x="81" y="14"/>
                  </a:lnTo>
                  <a:cubicBezTo>
                    <a:pt x="72" y="5"/>
                    <a:pt x="61" y="1"/>
                    <a:pt x="5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118;p40">
              <a:extLst>
                <a:ext uri="{FF2B5EF4-FFF2-40B4-BE49-F238E27FC236}">
                  <a16:creationId xmlns:a16="http://schemas.microsoft.com/office/drawing/2014/main" id="{88A5AAE2-2B4F-590E-1CE4-E871FA2E07A2}"/>
                </a:ext>
              </a:extLst>
            </p:cNvPr>
            <p:cNvSpPr/>
            <p:nvPr/>
          </p:nvSpPr>
          <p:spPr>
            <a:xfrm>
              <a:off x="7556194" y="751145"/>
              <a:ext cx="608845" cy="564324"/>
            </a:xfrm>
            <a:custGeom>
              <a:avLst/>
              <a:gdLst/>
              <a:ahLst/>
              <a:cxnLst/>
              <a:rect l="l" t="t" r="r" b="b"/>
              <a:pathLst>
                <a:path w="6031" h="5590" extrusionOk="0">
                  <a:moveTo>
                    <a:pt x="49" y="0"/>
                  </a:moveTo>
                  <a:cubicBezTo>
                    <a:pt x="38" y="0"/>
                    <a:pt x="27" y="4"/>
                    <a:pt x="18" y="13"/>
                  </a:cubicBezTo>
                  <a:cubicBezTo>
                    <a:pt x="0" y="31"/>
                    <a:pt x="9" y="67"/>
                    <a:pt x="27" y="76"/>
                  </a:cubicBezTo>
                  <a:lnTo>
                    <a:pt x="5950" y="5571"/>
                  </a:lnTo>
                  <a:cubicBezTo>
                    <a:pt x="5959" y="5580"/>
                    <a:pt x="5968" y="5589"/>
                    <a:pt x="5986" y="5589"/>
                  </a:cubicBezTo>
                  <a:cubicBezTo>
                    <a:pt x="5995" y="5589"/>
                    <a:pt x="6004" y="5580"/>
                    <a:pt x="6013" y="5571"/>
                  </a:cubicBezTo>
                  <a:cubicBezTo>
                    <a:pt x="6031" y="5553"/>
                    <a:pt x="6031" y="5527"/>
                    <a:pt x="6013" y="5509"/>
                  </a:cubicBezTo>
                  <a:lnTo>
                    <a:pt x="80" y="13"/>
                  </a:lnTo>
                  <a:cubicBezTo>
                    <a:pt x="71" y="4"/>
                    <a:pt x="60" y="0"/>
                    <a:pt x="4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119;p40">
              <a:extLst>
                <a:ext uri="{FF2B5EF4-FFF2-40B4-BE49-F238E27FC236}">
                  <a16:creationId xmlns:a16="http://schemas.microsoft.com/office/drawing/2014/main" id="{0C815D36-3F94-2DFD-C86B-36F991579820}"/>
                </a:ext>
              </a:extLst>
            </p:cNvPr>
            <p:cNvSpPr/>
            <p:nvPr/>
          </p:nvSpPr>
          <p:spPr>
            <a:xfrm>
              <a:off x="7623731" y="712783"/>
              <a:ext cx="608845" cy="563921"/>
            </a:xfrm>
            <a:custGeom>
              <a:avLst/>
              <a:gdLst/>
              <a:ahLst/>
              <a:cxnLst/>
              <a:rect l="l" t="t" r="r" b="b"/>
              <a:pathLst>
                <a:path w="6031" h="5586" extrusionOk="0">
                  <a:moveTo>
                    <a:pt x="57" y="0"/>
                  </a:moveTo>
                  <a:cubicBezTo>
                    <a:pt x="43" y="0"/>
                    <a:pt x="29" y="8"/>
                    <a:pt x="18" y="19"/>
                  </a:cubicBezTo>
                  <a:cubicBezTo>
                    <a:pt x="0" y="37"/>
                    <a:pt x="0" y="63"/>
                    <a:pt x="18" y="81"/>
                  </a:cubicBezTo>
                  <a:lnTo>
                    <a:pt x="5950" y="5568"/>
                  </a:lnTo>
                  <a:cubicBezTo>
                    <a:pt x="5959" y="5577"/>
                    <a:pt x="5968" y="5585"/>
                    <a:pt x="5977" y="5585"/>
                  </a:cubicBezTo>
                  <a:cubicBezTo>
                    <a:pt x="5986" y="5585"/>
                    <a:pt x="6004" y="5577"/>
                    <a:pt x="6013" y="5568"/>
                  </a:cubicBezTo>
                  <a:cubicBezTo>
                    <a:pt x="6031" y="5550"/>
                    <a:pt x="6031" y="5523"/>
                    <a:pt x="6013" y="5505"/>
                  </a:cubicBezTo>
                  <a:lnTo>
                    <a:pt x="80" y="10"/>
                  </a:lnTo>
                  <a:cubicBezTo>
                    <a:pt x="74" y="3"/>
                    <a:pt x="65" y="0"/>
                    <a:pt x="5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120;p40">
              <a:extLst>
                <a:ext uri="{FF2B5EF4-FFF2-40B4-BE49-F238E27FC236}">
                  <a16:creationId xmlns:a16="http://schemas.microsoft.com/office/drawing/2014/main" id="{99ACE1B3-6C67-6A0B-45FF-AE417ACDC1F0}"/>
                </a:ext>
              </a:extLst>
            </p:cNvPr>
            <p:cNvSpPr/>
            <p:nvPr/>
          </p:nvSpPr>
          <p:spPr>
            <a:xfrm>
              <a:off x="6864468" y="1722409"/>
              <a:ext cx="526063" cy="926845"/>
            </a:xfrm>
            <a:custGeom>
              <a:avLst/>
              <a:gdLst/>
              <a:ahLst/>
              <a:cxnLst/>
              <a:rect l="l" t="t" r="r" b="b"/>
              <a:pathLst>
                <a:path w="5211" h="9181" extrusionOk="0">
                  <a:moveTo>
                    <a:pt x="286" y="98"/>
                  </a:moveTo>
                  <a:lnTo>
                    <a:pt x="4916" y="2748"/>
                  </a:lnTo>
                  <a:cubicBezTo>
                    <a:pt x="5077" y="2837"/>
                    <a:pt x="5211" y="3069"/>
                    <a:pt x="5211" y="3265"/>
                  </a:cubicBezTo>
                  <a:lnTo>
                    <a:pt x="5211" y="8903"/>
                  </a:lnTo>
                  <a:cubicBezTo>
                    <a:pt x="5211" y="9100"/>
                    <a:pt x="5077" y="9180"/>
                    <a:pt x="4916" y="9091"/>
                  </a:cubicBezTo>
                  <a:lnTo>
                    <a:pt x="286" y="6432"/>
                  </a:lnTo>
                  <a:cubicBezTo>
                    <a:pt x="134" y="6343"/>
                    <a:pt x="1" y="6111"/>
                    <a:pt x="1" y="5924"/>
                  </a:cubicBezTo>
                  <a:lnTo>
                    <a:pt x="1" y="277"/>
                  </a:lnTo>
                  <a:cubicBezTo>
                    <a:pt x="1" y="90"/>
                    <a:pt x="134" y="0"/>
                    <a:pt x="286" y="98"/>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121;p40">
              <a:extLst>
                <a:ext uri="{FF2B5EF4-FFF2-40B4-BE49-F238E27FC236}">
                  <a16:creationId xmlns:a16="http://schemas.microsoft.com/office/drawing/2014/main" id="{E73DD87B-3C42-B40D-E9DA-48F64D9C2CAC}"/>
                </a:ext>
              </a:extLst>
            </p:cNvPr>
            <p:cNvSpPr/>
            <p:nvPr/>
          </p:nvSpPr>
          <p:spPr>
            <a:xfrm>
              <a:off x="6884254" y="1757541"/>
              <a:ext cx="486490" cy="857491"/>
            </a:xfrm>
            <a:custGeom>
              <a:avLst/>
              <a:gdLst/>
              <a:ahLst/>
              <a:cxnLst/>
              <a:rect l="l" t="t" r="r" b="b"/>
              <a:pathLst>
                <a:path w="4819" h="8494" extrusionOk="0">
                  <a:moveTo>
                    <a:pt x="269" y="81"/>
                  </a:moveTo>
                  <a:lnTo>
                    <a:pt x="4551" y="2534"/>
                  </a:lnTo>
                  <a:cubicBezTo>
                    <a:pt x="4702" y="2623"/>
                    <a:pt x="4818" y="2837"/>
                    <a:pt x="4818" y="3016"/>
                  </a:cubicBezTo>
                  <a:lnTo>
                    <a:pt x="4818" y="8234"/>
                  </a:lnTo>
                  <a:cubicBezTo>
                    <a:pt x="4818" y="8413"/>
                    <a:pt x="4702" y="8493"/>
                    <a:pt x="4551" y="8404"/>
                  </a:cubicBezTo>
                  <a:lnTo>
                    <a:pt x="269" y="5951"/>
                  </a:lnTo>
                  <a:cubicBezTo>
                    <a:pt x="117" y="5870"/>
                    <a:pt x="1" y="5656"/>
                    <a:pt x="1" y="5478"/>
                  </a:cubicBezTo>
                  <a:lnTo>
                    <a:pt x="1" y="250"/>
                  </a:lnTo>
                  <a:cubicBezTo>
                    <a:pt x="1" y="72"/>
                    <a:pt x="117" y="0"/>
                    <a:pt x="269" y="81"/>
                  </a:cubicBez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122;p40">
              <a:extLst>
                <a:ext uri="{FF2B5EF4-FFF2-40B4-BE49-F238E27FC236}">
                  <a16:creationId xmlns:a16="http://schemas.microsoft.com/office/drawing/2014/main" id="{13FFAE89-9A04-904E-A1FC-12F7EC049D35}"/>
                </a:ext>
              </a:extLst>
            </p:cNvPr>
            <p:cNvSpPr/>
            <p:nvPr/>
          </p:nvSpPr>
          <p:spPr>
            <a:xfrm>
              <a:off x="7002268" y="1884539"/>
              <a:ext cx="289229" cy="503450"/>
            </a:xfrm>
            <a:custGeom>
              <a:avLst/>
              <a:gdLst/>
              <a:ahLst/>
              <a:cxnLst/>
              <a:rect l="l" t="t" r="r" b="b"/>
              <a:pathLst>
                <a:path w="2865" h="4987" extrusionOk="0">
                  <a:moveTo>
                    <a:pt x="750" y="1204"/>
                  </a:moveTo>
                  <a:lnTo>
                    <a:pt x="1116" y="1410"/>
                  </a:lnTo>
                  <a:cubicBezTo>
                    <a:pt x="1232" y="1481"/>
                    <a:pt x="1339" y="1535"/>
                    <a:pt x="1419" y="1588"/>
                  </a:cubicBezTo>
                  <a:cubicBezTo>
                    <a:pt x="1526" y="1659"/>
                    <a:pt x="1606" y="1713"/>
                    <a:pt x="1660" y="1749"/>
                  </a:cubicBezTo>
                  <a:cubicBezTo>
                    <a:pt x="1785" y="1847"/>
                    <a:pt x="1883" y="1972"/>
                    <a:pt x="1963" y="2123"/>
                  </a:cubicBezTo>
                  <a:cubicBezTo>
                    <a:pt x="2044" y="2284"/>
                    <a:pt x="2079" y="2444"/>
                    <a:pt x="2079" y="2605"/>
                  </a:cubicBezTo>
                  <a:cubicBezTo>
                    <a:pt x="2079" y="2739"/>
                    <a:pt x="2052" y="2846"/>
                    <a:pt x="1999" y="2908"/>
                  </a:cubicBezTo>
                  <a:cubicBezTo>
                    <a:pt x="1944" y="2971"/>
                    <a:pt x="1883" y="2999"/>
                    <a:pt x="1796" y="2999"/>
                  </a:cubicBezTo>
                  <a:cubicBezTo>
                    <a:pt x="1784" y="2999"/>
                    <a:pt x="1771" y="2999"/>
                    <a:pt x="1758" y="2998"/>
                  </a:cubicBezTo>
                  <a:cubicBezTo>
                    <a:pt x="1696" y="2998"/>
                    <a:pt x="1580" y="2944"/>
                    <a:pt x="1419" y="2864"/>
                  </a:cubicBezTo>
                  <a:cubicBezTo>
                    <a:pt x="1348" y="2828"/>
                    <a:pt x="1258" y="2783"/>
                    <a:pt x="1169" y="2730"/>
                  </a:cubicBezTo>
                  <a:lnTo>
                    <a:pt x="750" y="2489"/>
                  </a:lnTo>
                  <a:lnTo>
                    <a:pt x="750" y="1204"/>
                  </a:lnTo>
                  <a:close/>
                  <a:moveTo>
                    <a:pt x="1" y="0"/>
                  </a:moveTo>
                  <a:lnTo>
                    <a:pt x="1" y="4550"/>
                  </a:lnTo>
                  <a:lnTo>
                    <a:pt x="750" y="4987"/>
                  </a:lnTo>
                  <a:lnTo>
                    <a:pt x="750" y="3265"/>
                  </a:lnTo>
                  <a:lnTo>
                    <a:pt x="1241" y="3551"/>
                  </a:lnTo>
                  <a:cubicBezTo>
                    <a:pt x="1303" y="3586"/>
                    <a:pt x="1366" y="3613"/>
                    <a:pt x="1419" y="3649"/>
                  </a:cubicBezTo>
                  <a:cubicBezTo>
                    <a:pt x="1678" y="3783"/>
                    <a:pt x="1883" y="3881"/>
                    <a:pt x="2026" y="3934"/>
                  </a:cubicBezTo>
                  <a:cubicBezTo>
                    <a:pt x="2097" y="3953"/>
                    <a:pt x="2169" y="3962"/>
                    <a:pt x="2239" y="3962"/>
                  </a:cubicBezTo>
                  <a:cubicBezTo>
                    <a:pt x="2300" y="3962"/>
                    <a:pt x="2360" y="3956"/>
                    <a:pt x="2418" y="3943"/>
                  </a:cubicBezTo>
                  <a:cubicBezTo>
                    <a:pt x="2543" y="3907"/>
                    <a:pt x="2650" y="3818"/>
                    <a:pt x="2739" y="3676"/>
                  </a:cubicBezTo>
                  <a:cubicBezTo>
                    <a:pt x="2820" y="3533"/>
                    <a:pt x="2864" y="3319"/>
                    <a:pt x="2864" y="3042"/>
                  </a:cubicBezTo>
                  <a:cubicBezTo>
                    <a:pt x="2864" y="2676"/>
                    <a:pt x="2793" y="2337"/>
                    <a:pt x="2641" y="2025"/>
                  </a:cubicBezTo>
                  <a:cubicBezTo>
                    <a:pt x="2498" y="1713"/>
                    <a:pt x="2320" y="1463"/>
                    <a:pt x="2106" y="1276"/>
                  </a:cubicBezTo>
                  <a:cubicBezTo>
                    <a:pt x="1990" y="1169"/>
                    <a:pt x="1758" y="1017"/>
                    <a:pt x="1419" y="812"/>
                  </a:cubicBezTo>
                  <a:cubicBezTo>
                    <a:pt x="1357" y="776"/>
                    <a:pt x="1285" y="732"/>
                    <a:pt x="1205" y="696"/>
                  </a:cubicBez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123;p40">
              <a:extLst>
                <a:ext uri="{FF2B5EF4-FFF2-40B4-BE49-F238E27FC236}">
                  <a16:creationId xmlns:a16="http://schemas.microsoft.com/office/drawing/2014/main" id="{91604931-3EC2-A5FE-4FDA-9291185DB029}"/>
                </a:ext>
              </a:extLst>
            </p:cNvPr>
            <p:cNvSpPr/>
            <p:nvPr/>
          </p:nvSpPr>
          <p:spPr>
            <a:xfrm>
              <a:off x="8093766" y="2644610"/>
              <a:ext cx="39775" cy="29781"/>
            </a:xfrm>
            <a:custGeom>
              <a:avLst/>
              <a:gdLst/>
              <a:ahLst/>
              <a:cxnLst/>
              <a:rect l="l" t="t" r="r" b="b"/>
              <a:pathLst>
                <a:path w="394" h="295" extrusionOk="0">
                  <a:moveTo>
                    <a:pt x="170" y="295"/>
                  </a:moveTo>
                  <a:lnTo>
                    <a:pt x="1" y="125"/>
                  </a:lnTo>
                  <a:lnTo>
                    <a:pt x="224" y="0"/>
                  </a:lnTo>
                  <a:lnTo>
                    <a:pt x="393" y="17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124;p40">
              <a:extLst>
                <a:ext uri="{FF2B5EF4-FFF2-40B4-BE49-F238E27FC236}">
                  <a16:creationId xmlns:a16="http://schemas.microsoft.com/office/drawing/2014/main" id="{A876EB4D-1E80-0882-47A7-E76E893FC64D}"/>
                </a:ext>
              </a:extLst>
            </p:cNvPr>
            <p:cNvSpPr/>
            <p:nvPr/>
          </p:nvSpPr>
          <p:spPr>
            <a:xfrm>
              <a:off x="8073071" y="2623915"/>
              <a:ext cx="39775" cy="29781"/>
            </a:xfrm>
            <a:custGeom>
              <a:avLst/>
              <a:gdLst/>
              <a:ahLst/>
              <a:cxnLst/>
              <a:rect l="l" t="t" r="r" b="b"/>
              <a:pathLst>
                <a:path w="394" h="295" extrusionOk="0">
                  <a:moveTo>
                    <a:pt x="170" y="295"/>
                  </a:moveTo>
                  <a:lnTo>
                    <a:pt x="1" y="125"/>
                  </a:lnTo>
                  <a:lnTo>
                    <a:pt x="224" y="0"/>
                  </a:lnTo>
                  <a:lnTo>
                    <a:pt x="393" y="17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125;p40">
              <a:extLst>
                <a:ext uri="{FF2B5EF4-FFF2-40B4-BE49-F238E27FC236}">
                  <a16:creationId xmlns:a16="http://schemas.microsoft.com/office/drawing/2014/main" id="{16689F94-47ED-9A4D-0026-BB7E2BB848D1}"/>
                </a:ext>
              </a:extLst>
            </p:cNvPr>
            <p:cNvSpPr/>
            <p:nvPr/>
          </p:nvSpPr>
          <p:spPr>
            <a:xfrm>
              <a:off x="8053284" y="2602311"/>
              <a:ext cx="38867" cy="30690"/>
            </a:xfrm>
            <a:custGeom>
              <a:avLst/>
              <a:gdLst/>
              <a:ahLst/>
              <a:cxnLst/>
              <a:rect l="l" t="t" r="r" b="b"/>
              <a:pathLst>
                <a:path w="385" h="304" extrusionOk="0">
                  <a:moveTo>
                    <a:pt x="161" y="303"/>
                  </a:moveTo>
                  <a:lnTo>
                    <a:pt x="0" y="134"/>
                  </a:lnTo>
                  <a:lnTo>
                    <a:pt x="215" y="0"/>
                  </a:lnTo>
                  <a:lnTo>
                    <a:pt x="384" y="17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126;p40">
              <a:extLst>
                <a:ext uri="{FF2B5EF4-FFF2-40B4-BE49-F238E27FC236}">
                  <a16:creationId xmlns:a16="http://schemas.microsoft.com/office/drawing/2014/main" id="{DB562253-AEFE-4488-12F1-D1487B913E6D}"/>
                </a:ext>
              </a:extLst>
            </p:cNvPr>
            <p:cNvSpPr/>
            <p:nvPr/>
          </p:nvSpPr>
          <p:spPr>
            <a:xfrm>
              <a:off x="8032589" y="2581515"/>
              <a:ext cx="39674" cy="30791"/>
            </a:xfrm>
            <a:custGeom>
              <a:avLst/>
              <a:gdLst/>
              <a:ahLst/>
              <a:cxnLst/>
              <a:rect l="l" t="t" r="r" b="b"/>
              <a:pathLst>
                <a:path w="393" h="305" extrusionOk="0">
                  <a:moveTo>
                    <a:pt x="170" y="304"/>
                  </a:moveTo>
                  <a:lnTo>
                    <a:pt x="0" y="135"/>
                  </a:lnTo>
                  <a:lnTo>
                    <a:pt x="223" y="1"/>
                  </a:lnTo>
                  <a:lnTo>
                    <a:pt x="393" y="17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127;p40">
              <a:extLst>
                <a:ext uri="{FF2B5EF4-FFF2-40B4-BE49-F238E27FC236}">
                  <a16:creationId xmlns:a16="http://schemas.microsoft.com/office/drawing/2014/main" id="{F05F6FB6-43F1-69C0-9459-B414F3CD691B}"/>
                </a:ext>
              </a:extLst>
            </p:cNvPr>
            <p:cNvSpPr/>
            <p:nvPr/>
          </p:nvSpPr>
          <p:spPr>
            <a:xfrm>
              <a:off x="8066812" y="2659955"/>
              <a:ext cx="39674" cy="29781"/>
            </a:xfrm>
            <a:custGeom>
              <a:avLst/>
              <a:gdLst/>
              <a:ahLst/>
              <a:cxnLst/>
              <a:rect l="l" t="t" r="r" b="b"/>
              <a:pathLst>
                <a:path w="393" h="295" extrusionOk="0">
                  <a:moveTo>
                    <a:pt x="170" y="294"/>
                  </a:moveTo>
                  <a:lnTo>
                    <a:pt x="0" y="125"/>
                  </a:lnTo>
                  <a:lnTo>
                    <a:pt x="223" y="0"/>
                  </a:lnTo>
                  <a:lnTo>
                    <a:pt x="393" y="17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128;p40">
              <a:extLst>
                <a:ext uri="{FF2B5EF4-FFF2-40B4-BE49-F238E27FC236}">
                  <a16:creationId xmlns:a16="http://schemas.microsoft.com/office/drawing/2014/main" id="{573204EE-A8F7-E6FF-11F1-4B44A0D1095C}"/>
                </a:ext>
              </a:extLst>
            </p:cNvPr>
            <p:cNvSpPr/>
            <p:nvPr/>
          </p:nvSpPr>
          <p:spPr>
            <a:xfrm>
              <a:off x="8039757" y="2674290"/>
              <a:ext cx="39775" cy="30791"/>
            </a:xfrm>
            <a:custGeom>
              <a:avLst/>
              <a:gdLst/>
              <a:ahLst/>
              <a:cxnLst/>
              <a:rect l="l" t="t" r="r" b="b"/>
              <a:pathLst>
                <a:path w="394" h="305" extrusionOk="0">
                  <a:moveTo>
                    <a:pt x="170" y="304"/>
                  </a:moveTo>
                  <a:lnTo>
                    <a:pt x="1" y="135"/>
                  </a:lnTo>
                  <a:lnTo>
                    <a:pt x="224" y="1"/>
                  </a:lnTo>
                  <a:lnTo>
                    <a:pt x="393" y="17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129;p40">
              <a:extLst>
                <a:ext uri="{FF2B5EF4-FFF2-40B4-BE49-F238E27FC236}">
                  <a16:creationId xmlns:a16="http://schemas.microsoft.com/office/drawing/2014/main" id="{ABA97EF9-60D1-6F37-F6B1-57F1A2579D8E}"/>
                </a:ext>
              </a:extLst>
            </p:cNvPr>
            <p:cNvSpPr/>
            <p:nvPr/>
          </p:nvSpPr>
          <p:spPr>
            <a:xfrm>
              <a:off x="8013610" y="2689635"/>
              <a:ext cx="39775" cy="30690"/>
            </a:xfrm>
            <a:custGeom>
              <a:avLst/>
              <a:gdLst/>
              <a:ahLst/>
              <a:cxnLst/>
              <a:rect l="l" t="t" r="r" b="b"/>
              <a:pathLst>
                <a:path w="394" h="304" extrusionOk="0">
                  <a:moveTo>
                    <a:pt x="162" y="304"/>
                  </a:moveTo>
                  <a:lnTo>
                    <a:pt x="1" y="134"/>
                  </a:lnTo>
                  <a:lnTo>
                    <a:pt x="224" y="0"/>
                  </a:lnTo>
                  <a:lnTo>
                    <a:pt x="393" y="17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130;p40">
              <a:extLst>
                <a:ext uri="{FF2B5EF4-FFF2-40B4-BE49-F238E27FC236}">
                  <a16:creationId xmlns:a16="http://schemas.microsoft.com/office/drawing/2014/main" id="{507A4BEB-6E3F-8111-5811-A9B05B30FF62}"/>
                </a:ext>
              </a:extLst>
            </p:cNvPr>
            <p:cNvSpPr/>
            <p:nvPr/>
          </p:nvSpPr>
          <p:spPr>
            <a:xfrm>
              <a:off x="7995640" y="2704980"/>
              <a:ext cx="30690" cy="30690"/>
            </a:xfrm>
            <a:custGeom>
              <a:avLst/>
              <a:gdLst/>
              <a:ahLst/>
              <a:cxnLst/>
              <a:rect l="l" t="t" r="r" b="b"/>
              <a:pathLst>
                <a:path w="304" h="304" extrusionOk="0">
                  <a:moveTo>
                    <a:pt x="81" y="303"/>
                  </a:moveTo>
                  <a:lnTo>
                    <a:pt x="1" y="223"/>
                  </a:lnTo>
                  <a:lnTo>
                    <a:pt x="1" y="80"/>
                  </a:lnTo>
                  <a:lnTo>
                    <a:pt x="134" y="0"/>
                  </a:lnTo>
                  <a:lnTo>
                    <a:pt x="304" y="17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131;p40">
              <a:extLst>
                <a:ext uri="{FF2B5EF4-FFF2-40B4-BE49-F238E27FC236}">
                  <a16:creationId xmlns:a16="http://schemas.microsoft.com/office/drawing/2014/main" id="{4FFD10FD-BD7F-07DA-BD38-0319CF4E97FD}"/>
                </a:ext>
              </a:extLst>
            </p:cNvPr>
            <p:cNvSpPr/>
            <p:nvPr/>
          </p:nvSpPr>
          <p:spPr>
            <a:xfrm>
              <a:off x="8047025" y="2638250"/>
              <a:ext cx="38766" cy="30791"/>
            </a:xfrm>
            <a:custGeom>
              <a:avLst/>
              <a:gdLst/>
              <a:ahLst/>
              <a:cxnLst/>
              <a:rect l="l" t="t" r="r" b="b"/>
              <a:pathLst>
                <a:path w="384" h="305" extrusionOk="0">
                  <a:moveTo>
                    <a:pt x="161" y="304"/>
                  </a:moveTo>
                  <a:lnTo>
                    <a:pt x="0" y="135"/>
                  </a:lnTo>
                  <a:lnTo>
                    <a:pt x="214" y="1"/>
                  </a:lnTo>
                  <a:lnTo>
                    <a:pt x="384" y="17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132;p40">
              <a:extLst>
                <a:ext uri="{FF2B5EF4-FFF2-40B4-BE49-F238E27FC236}">
                  <a16:creationId xmlns:a16="http://schemas.microsoft.com/office/drawing/2014/main" id="{3B683115-6518-F4D2-407D-DC582F4281A6}"/>
                </a:ext>
              </a:extLst>
            </p:cNvPr>
            <p:cNvSpPr/>
            <p:nvPr/>
          </p:nvSpPr>
          <p:spPr>
            <a:xfrm>
              <a:off x="8019970" y="2653595"/>
              <a:ext cx="39674" cy="30690"/>
            </a:xfrm>
            <a:custGeom>
              <a:avLst/>
              <a:gdLst/>
              <a:ahLst/>
              <a:cxnLst/>
              <a:rect l="l" t="t" r="r" b="b"/>
              <a:pathLst>
                <a:path w="393" h="304" extrusionOk="0">
                  <a:moveTo>
                    <a:pt x="170" y="304"/>
                  </a:moveTo>
                  <a:lnTo>
                    <a:pt x="0" y="134"/>
                  </a:lnTo>
                  <a:lnTo>
                    <a:pt x="223" y="1"/>
                  </a:lnTo>
                  <a:lnTo>
                    <a:pt x="393" y="17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133;p40">
              <a:extLst>
                <a:ext uri="{FF2B5EF4-FFF2-40B4-BE49-F238E27FC236}">
                  <a16:creationId xmlns:a16="http://schemas.microsoft.com/office/drawing/2014/main" id="{A00539D3-7513-478E-56B2-7B23466B0AC0}"/>
                </a:ext>
              </a:extLst>
            </p:cNvPr>
            <p:cNvSpPr/>
            <p:nvPr/>
          </p:nvSpPr>
          <p:spPr>
            <a:xfrm>
              <a:off x="7995640" y="2668940"/>
              <a:ext cx="37050" cy="30690"/>
            </a:xfrm>
            <a:custGeom>
              <a:avLst/>
              <a:gdLst/>
              <a:ahLst/>
              <a:cxnLst/>
              <a:rect l="l" t="t" r="r" b="b"/>
              <a:pathLst>
                <a:path w="367" h="304" extrusionOk="0">
                  <a:moveTo>
                    <a:pt x="143" y="304"/>
                  </a:moveTo>
                  <a:lnTo>
                    <a:pt x="1" y="152"/>
                  </a:lnTo>
                  <a:lnTo>
                    <a:pt x="1" y="116"/>
                  </a:lnTo>
                  <a:lnTo>
                    <a:pt x="197" y="0"/>
                  </a:lnTo>
                  <a:lnTo>
                    <a:pt x="366" y="17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134;p40">
              <a:extLst>
                <a:ext uri="{FF2B5EF4-FFF2-40B4-BE49-F238E27FC236}">
                  <a16:creationId xmlns:a16="http://schemas.microsoft.com/office/drawing/2014/main" id="{4FE47B7B-FEF6-90BF-1B7B-BCE8122ACC21}"/>
                </a:ext>
              </a:extLst>
            </p:cNvPr>
            <p:cNvSpPr/>
            <p:nvPr/>
          </p:nvSpPr>
          <p:spPr>
            <a:xfrm>
              <a:off x="7995640" y="2691452"/>
              <a:ext cx="9994" cy="16253"/>
            </a:xfrm>
            <a:custGeom>
              <a:avLst/>
              <a:gdLst/>
              <a:ahLst/>
              <a:cxnLst/>
              <a:rect l="l" t="t" r="r" b="b"/>
              <a:pathLst>
                <a:path w="99" h="161" extrusionOk="0">
                  <a:moveTo>
                    <a:pt x="1" y="0"/>
                  </a:moveTo>
                  <a:lnTo>
                    <a:pt x="99" y="98"/>
                  </a:lnTo>
                  <a:lnTo>
                    <a:pt x="1" y="16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135;p40">
              <a:extLst>
                <a:ext uri="{FF2B5EF4-FFF2-40B4-BE49-F238E27FC236}">
                  <a16:creationId xmlns:a16="http://schemas.microsoft.com/office/drawing/2014/main" id="{4C3184BB-7C3B-6A93-42C6-F91BA23C6E3C}"/>
                </a:ext>
              </a:extLst>
            </p:cNvPr>
            <p:cNvSpPr/>
            <p:nvPr/>
          </p:nvSpPr>
          <p:spPr>
            <a:xfrm>
              <a:off x="8026229" y="2617555"/>
              <a:ext cx="39775" cy="30791"/>
            </a:xfrm>
            <a:custGeom>
              <a:avLst/>
              <a:gdLst/>
              <a:ahLst/>
              <a:cxnLst/>
              <a:rect l="l" t="t" r="r" b="b"/>
              <a:pathLst>
                <a:path w="394" h="305" extrusionOk="0">
                  <a:moveTo>
                    <a:pt x="170" y="304"/>
                  </a:moveTo>
                  <a:lnTo>
                    <a:pt x="1" y="135"/>
                  </a:lnTo>
                  <a:lnTo>
                    <a:pt x="224" y="1"/>
                  </a:lnTo>
                  <a:lnTo>
                    <a:pt x="393" y="17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136;p40">
              <a:extLst>
                <a:ext uri="{FF2B5EF4-FFF2-40B4-BE49-F238E27FC236}">
                  <a16:creationId xmlns:a16="http://schemas.microsoft.com/office/drawing/2014/main" id="{5C7EAEA2-EA47-3418-81A6-BEFFAEA62421}"/>
                </a:ext>
              </a:extLst>
            </p:cNvPr>
            <p:cNvSpPr/>
            <p:nvPr/>
          </p:nvSpPr>
          <p:spPr>
            <a:xfrm>
              <a:off x="7999275" y="2632900"/>
              <a:ext cx="39674" cy="30690"/>
            </a:xfrm>
            <a:custGeom>
              <a:avLst/>
              <a:gdLst/>
              <a:ahLst/>
              <a:cxnLst/>
              <a:rect l="l" t="t" r="r" b="b"/>
              <a:pathLst>
                <a:path w="393" h="304" extrusionOk="0">
                  <a:moveTo>
                    <a:pt x="170" y="304"/>
                  </a:moveTo>
                  <a:lnTo>
                    <a:pt x="0" y="134"/>
                  </a:lnTo>
                  <a:lnTo>
                    <a:pt x="223" y="0"/>
                  </a:lnTo>
                  <a:lnTo>
                    <a:pt x="393" y="17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137;p40">
              <a:extLst>
                <a:ext uri="{FF2B5EF4-FFF2-40B4-BE49-F238E27FC236}">
                  <a16:creationId xmlns:a16="http://schemas.microsoft.com/office/drawing/2014/main" id="{E93A1E30-10D2-5FA5-8570-5723EA5E54C5}"/>
                </a:ext>
              </a:extLst>
            </p:cNvPr>
            <p:cNvSpPr/>
            <p:nvPr/>
          </p:nvSpPr>
          <p:spPr>
            <a:xfrm>
              <a:off x="7995640" y="2649153"/>
              <a:ext cx="16354" cy="26147"/>
            </a:xfrm>
            <a:custGeom>
              <a:avLst/>
              <a:gdLst/>
              <a:ahLst/>
              <a:cxnLst/>
              <a:rect l="l" t="t" r="r" b="b"/>
              <a:pathLst>
                <a:path w="162" h="259" extrusionOk="0">
                  <a:moveTo>
                    <a:pt x="1" y="0"/>
                  </a:moveTo>
                  <a:lnTo>
                    <a:pt x="161" y="161"/>
                  </a:lnTo>
                  <a:lnTo>
                    <a:pt x="1" y="25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138;p40">
              <a:extLst>
                <a:ext uri="{FF2B5EF4-FFF2-40B4-BE49-F238E27FC236}">
                  <a16:creationId xmlns:a16="http://schemas.microsoft.com/office/drawing/2014/main" id="{4F9F9B4F-EF2A-A99A-AB48-EF4E0062CEE1}"/>
                </a:ext>
              </a:extLst>
            </p:cNvPr>
            <p:cNvSpPr/>
            <p:nvPr/>
          </p:nvSpPr>
          <p:spPr>
            <a:xfrm>
              <a:off x="8005534" y="2596860"/>
              <a:ext cx="39775" cy="30690"/>
            </a:xfrm>
            <a:custGeom>
              <a:avLst/>
              <a:gdLst/>
              <a:ahLst/>
              <a:cxnLst/>
              <a:rect l="l" t="t" r="r" b="b"/>
              <a:pathLst>
                <a:path w="394" h="304" extrusionOk="0">
                  <a:moveTo>
                    <a:pt x="170" y="304"/>
                  </a:moveTo>
                  <a:lnTo>
                    <a:pt x="1" y="134"/>
                  </a:lnTo>
                  <a:lnTo>
                    <a:pt x="224" y="1"/>
                  </a:lnTo>
                  <a:lnTo>
                    <a:pt x="393" y="17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139;p40">
              <a:extLst>
                <a:ext uri="{FF2B5EF4-FFF2-40B4-BE49-F238E27FC236}">
                  <a16:creationId xmlns:a16="http://schemas.microsoft.com/office/drawing/2014/main" id="{CB20A08B-7BFA-5DE5-3ADC-3721E318C71F}"/>
                </a:ext>
              </a:extLst>
            </p:cNvPr>
            <p:cNvSpPr/>
            <p:nvPr/>
          </p:nvSpPr>
          <p:spPr>
            <a:xfrm>
              <a:off x="7995640" y="2612205"/>
              <a:ext cx="22613" cy="30690"/>
            </a:xfrm>
            <a:custGeom>
              <a:avLst/>
              <a:gdLst/>
              <a:ahLst/>
              <a:cxnLst/>
              <a:rect l="l" t="t" r="r" b="b"/>
              <a:pathLst>
                <a:path w="224" h="304" extrusionOk="0">
                  <a:moveTo>
                    <a:pt x="1" y="304"/>
                  </a:moveTo>
                  <a:lnTo>
                    <a:pt x="1" y="295"/>
                  </a:lnTo>
                  <a:lnTo>
                    <a:pt x="1" y="36"/>
                  </a:lnTo>
                  <a:lnTo>
                    <a:pt x="54" y="0"/>
                  </a:lnTo>
                  <a:lnTo>
                    <a:pt x="224" y="17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140;p40">
              <a:extLst>
                <a:ext uri="{FF2B5EF4-FFF2-40B4-BE49-F238E27FC236}">
                  <a16:creationId xmlns:a16="http://schemas.microsoft.com/office/drawing/2014/main" id="{5D0A755E-F5AF-992F-08A3-BF10BBC81EA6}"/>
                </a:ext>
              </a:extLst>
            </p:cNvPr>
            <p:cNvSpPr/>
            <p:nvPr/>
          </p:nvSpPr>
          <p:spPr>
            <a:xfrm>
              <a:off x="8053284" y="2462694"/>
              <a:ext cx="95602" cy="199987"/>
            </a:xfrm>
            <a:custGeom>
              <a:avLst/>
              <a:gdLst/>
              <a:ahLst/>
              <a:cxnLst/>
              <a:rect l="l" t="t" r="r" b="b"/>
              <a:pathLst>
                <a:path w="947" h="1981" extrusionOk="0">
                  <a:moveTo>
                    <a:pt x="0" y="1026"/>
                  </a:moveTo>
                  <a:lnTo>
                    <a:pt x="946" y="1981"/>
                  </a:lnTo>
                  <a:lnTo>
                    <a:pt x="946"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1141;p40">
              <a:extLst>
                <a:ext uri="{FF2B5EF4-FFF2-40B4-BE49-F238E27FC236}">
                  <a16:creationId xmlns:a16="http://schemas.microsoft.com/office/drawing/2014/main" id="{057F9E36-1DE9-4DB0-8395-088306B4E1CF}"/>
                </a:ext>
              </a:extLst>
            </p:cNvPr>
            <p:cNvSpPr/>
            <p:nvPr/>
          </p:nvSpPr>
          <p:spPr>
            <a:xfrm>
              <a:off x="7995640" y="2462694"/>
              <a:ext cx="153246" cy="138810"/>
            </a:xfrm>
            <a:custGeom>
              <a:avLst/>
              <a:gdLst/>
              <a:ahLst/>
              <a:cxnLst/>
              <a:rect l="l" t="t" r="r" b="b"/>
              <a:pathLst>
                <a:path w="1518" h="1375" extrusionOk="0">
                  <a:moveTo>
                    <a:pt x="1517" y="0"/>
                  </a:moveTo>
                  <a:lnTo>
                    <a:pt x="1" y="901"/>
                  </a:lnTo>
                  <a:lnTo>
                    <a:pt x="1" y="1374"/>
                  </a:lnTo>
                  <a:lnTo>
                    <a:pt x="571" y="1026"/>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1142;p40">
              <a:extLst>
                <a:ext uri="{FF2B5EF4-FFF2-40B4-BE49-F238E27FC236}">
                  <a16:creationId xmlns:a16="http://schemas.microsoft.com/office/drawing/2014/main" id="{3A9D2D6A-4F24-3BC6-C327-AA45E1D1EE1A}"/>
                </a:ext>
              </a:extLst>
            </p:cNvPr>
            <p:cNvSpPr/>
            <p:nvPr/>
          </p:nvSpPr>
          <p:spPr>
            <a:xfrm>
              <a:off x="7638975" y="2298747"/>
              <a:ext cx="568363" cy="371202"/>
            </a:xfrm>
            <a:custGeom>
              <a:avLst/>
              <a:gdLst/>
              <a:ahLst/>
              <a:cxnLst/>
              <a:rect l="l" t="t" r="r" b="b"/>
              <a:pathLst>
                <a:path w="5630" h="3677" extrusionOk="0">
                  <a:moveTo>
                    <a:pt x="1" y="3676"/>
                  </a:moveTo>
                  <a:lnTo>
                    <a:pt x="215" y="2829"/>
                  </a:lnTo>
                  <a:lnTo>
                    <a:pt x="4747" y="1"/>
                  </a:lnTo>
                  <a:lnTo>
                    <a:pt x="5630" y="447"/>
                  </a:lnTo>
                  <a:lnTo>
                    <a:pt x="5630" y="474"/>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1143;p40">
              <a:extLst>
                <a:ext uri="{FF2B5EF4-FFF2-40B4-BE49-F238E27FC236}">
                  <a16:creationId xmlns:a16="http://schemas.microsoft.com/office/drawing/2014/main" id="{935D9165-8C32-5856-A192-71386E5E3807}"/>
                </a:ext>
              </a:extLst>
            </p:cNvPr>
            <p:cNvSpPr/>
            <p:nvPr/>
          </p:nvSpPr>
          <p:spPr>
            <a:xfrm>
              <a:off x="7653411" y="1890798"/>
              <a:ext cx="513444" cy="725041"/>
            </a:xfrm>
            <a:custGeom>
              <a:avLst/>
              <a:gdLst/>
              <a:ahLst/>
              <a:cxnLst/>
              <a:rect l="l" t="t" r="r" b="b"/>
              <a:pathLst>
                <a:path w="5086" h="7182" extrusionOk="0">
                  <a:moveTo>
                    <a:pt x="1" y="7182"/>
                  </a:moveTo>
                  <a:lnTo>
                    <a:pt x="1" y="2953"/>
                  </a:lnTo>
                  <a:lnTo>
                    <a:pt x="5086" y="1"/>
                  </a:lnTo>
                  <a:lnTo>
                    <a:pt x="5077" y="428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1144;p40">
              <a:extLst>
                <a:ext uri="{FF2B5EF4-FFF2-40B4-BE49-F238E27FC236}">
                  <a16:creationId xmlns:a16="http://schemas.microsoft.com/office/drawing/2014/main" id="{8C36F99F-88E5-A1FF-33B9-C750CFF93490}"/>
                </a:ext>
              </a:extLst>
            </p:cNvPr>
            <p:cNvSpPr/>
            <p:nvPr/>
          </p:nvSpPr>
          <p:spPr>
            <a:xfrm>
              <a:off x="7685817" y="1936731"/>
              <a:ext cx="448633" cy="633174"/>
            </a:xfrm>
            <a:custGeom>
              <a:avLst/>
              <a:gdLst/>
              <a:ahLst/>
              <a:cxnLst/>
              <a:rect l="l" t="t" r="r" b="b"/>
              <a:pathLst>
                <a:path w="4444" h="6272" extrusionOk="0">
                  <a:moveTo>
                    <a:pt x="1" y="6272"/>
                  </a:moveTo>
                  <a:lnTo>
                    <a:pt x="1" y="2579"/>
                  </a:lnTo>
                  <a:lnTo>
                    <a:pt x="4443" y="1"/>
                  </a:lnTo>
                  <a:lnTo>
                    <a:pt x="4434" y="374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1145;p40">
              <a:extLst>
                <a:ext uri="{FF2B5EF4-FFF2-40B4-BE49-F238E27FC236}">
                  <a16:creationId xmlns:a16="http://schemas.microsoft.com/office/drawing/2014/main" id="{9AFFA85E-DD84-FC82-54FE-E040EDB65E13}"/>
                </a:ext>
              </a:extLst>
            </p:cNvPr>
            <p:cNvSpPr/>
            <p:nvPr/>
          </p:nvSpPr>
          <p:spPr>
            <a:xfrm>
              <a:off x="7988473" y="2786045"/>
              <a:ext cx="184642" cy="163947"/>
            </a:xfrm>
            <a:custGeom>
              <a:avLst/>
              <a:gdLst/>
              <a:ahLst/>
              <a:cxnLst/>
              <a:rect l="l" t="t" r="r" b="b"/>
              <a:pathLst>
                <a:path w="1829" h="1624" extrusionOk="0">
                  <a:moveTo>
                    <a:pt x="0" y="1534"/>
                  </a:moveTo>
                  <a:lnTo>
                    <a:pt x="0" y="937"/>
                  </a:lnTo>
                  <a:lnTo>
                    <a:pt x="1686" y="0"/>
                  </a:lnTo>
                  <a:lnTo>
                    <a:pt x="1829" y="80"/>
                  </a:lnTo>
                  <a:lnTo>
                    <a:pt x="1659" y="607"/>
                  </a:lnTo>
                  <a:lnTo>
                    <a:pt x="161" y="1624"/>
                  </a:ln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1146;p40">
              <a:extLst>
                <a:ext uri="{FF2B5EF4-FFF2-40B4-BE49-F238E27FC236}">
                  <a16:creationId xmlns:a16="http://schemas.microsoft.com/office/drawing/2014/main" id="{C0BF1120-F2C4-3431-21E7-CC1D182195B1}"/>
                </a:ext>
              </a:extLst>
            </p:cNvPr>
            <p:cNvSpPr/>
            <p:nvPr/>
          </p:nvSpPr>
          <p:spPr>
            <a:xfrm>
              <a:off x="8004625" y="2794121"/>
              <a:ext cx="168490" cy="155871"/>
            </a:xfrm>
            <a:custGeom>
              <a:avLst/>
              <a:gdLst/>
              <a:ahLst/>
              <a:cxnLst/>
              <a:rect l="l" t="t" r="r" b="b"/>
              <a:pathLst>
                <a:path w="1669" h="1544" extrusionOk="0">
                  <a:moveTo>
                    <a:pt x="1" y="1544"/>
                  </a:moveTo>
                  <a:lnTo>
                    <a:pt x="1" y="955"/>
                  </a:lnTo>
                  <a:lnTo>
                    <a:pt x="1669" y="0"/>
                  </a:lnTo>
                  <a:lnTo>
                    <a:pt x="1660" y="607"/>
                  </a:lnTo>
                  <a:close/>
                </a:path>
              </a:pathLst>
            </a:custGeom>
            <a:solidFill>
              <a:srgbClr val="FFE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1147;p40">
              <a:extLst>
                <a:ext uri="{FF2B5EF4-FFF2-40B4-BE49-F238E27FC236}">
                  <a16:creationId xmlns:a16="http://schemas.microsoft.com/office/drawing/2014/main" id="{ECDBBE2B-009A-7F97-93F7-2412C5F33FEC}"/>
                </a:ext>
              </a:extLst>
            </p:cNvPr>
            <p:cNvSpPr/>
            <p:nvPr/>
          </p:nvSpPr>
          <p:spPr>
            <a:xfrm>
              <a:off x="8019061" y="2819359"/>
              <a:ext cx="140627" cy="103577"/>
            </a:xfrm>
            <a:custGeom>
              <a:avLst/>
              <a:gdLst/>
              <a:ahLst/>
              <a:cxnLst/>
              <a:rect l="l" t="t" r="r" b="b"/>
              <a:pathLst>
                <a:path w="1393" h="1026" extrusionOk="0">
                  <a:moveTo>
                    <a:pt x="9" y="1026"/>
                  </a:moveTo>
                  <a:lnTo>
                    <a:pt x="0" y="794"/>
                  </a:lnTo>
                  <a:lnTo>
                    <a:pt x="1392" y="0"/>
                  </a:lnTo>
                  <a:lnTo>
                    <a:pt x="1383" y="241"/>
                  </a:lnTo>
                  <a:close/>
                </a:path>
              </a:pathLst>
            </a:custGeom>
            <a:solidFill>
              <a:srgbClr val="D746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1148;p40">
              <a:extLst>
                <a:ext uri="{FF2B5EF4-FFF2-40B4-BE49-F238E27FC236}">
                  <a16:creationId xmlns:a16="http://schemas.microsoft.com/office/drawing/2014/main" id="{C2D566E7-09BE-0F16-CF1E-F860997B40EC}"/>
                </a:ext>
              </a:extLst>
            </p:cNvPr>
            <p:cNvSpPr/>
            <p:nvPr/>
          </p:nvSpPr>
          <p:spPr>
            <a:xfrm>
              <a:off x="8019970" y="2838237"/>
              <a:ext cx="138810" cy="84699"/>
            </a:xfrm>
            <a:custGeom>
              <a:avLst/>
              <a:gdLst/>
              <a:ahLst/>
              <a:cxnLst/>
              <a:rect l="l" t="t" r="r" b="b"/>
              <a:pathLst>
                <a:path w="1375" h="839" extrusionOk="0">
                  <a:moveTo>
                    <a:pt x="0" y="741"/>
                  </a:moveTo>
                  <a:lnTo>
                    <a:pt x="1285" y="0"/>
                  </a:lnTo>
                  <a:lnTo>
                    <a:pt x="1374" y="54"/>
                  </a:lnTo>
                  <a:lnTo>
                    <a:pt x="0" y="839"/>
                  </a:ln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1149;p40">
              <a:extLst>
                <a:ext uri="{FF2B5EF4-FFF2-40B4-BE49-F238E27FC236}">
                  <a16:creationId xmlns:a16="http://schemas.microsoft.com/office/drawing/2014/main" id="{3CBB8E57-5C3F-0338-B21D-A870317FF0F3}"/>
                </a:ext>
              </a:extLst>
            </p:cNvPr>
            <p:cNvSpPr/>
            <p:nvPr/>
          </p:nvSpPr>
          <p:spPr>
            <a:xfrm>
              <a:off x="7602935" y="1453068"/>
              <a:ext cx="613488" cy="623382"/>
            </a:xfrm>
            <a:custGeom>
              <a:avLst/>
              <a:gdLst/>
              <a:ahLst/>
              <a:cxnLst/>
              <a:rect l="l" t="t" r="r" b="b"/>
              <a:pathLst>
                <a:path w="6077" h="6175" extrusionOk="0">
                  <a:moveTo>
                    <a:pt x="1" y="6174"/>
                  </a:moveTo>
                  <a:lnTo>
                    <a:pt x="1" y="3489"/>
                  </a:lnTo>
                  <a:lnTo>
                    <a:pt x="6076" y="1"/>
                  </a:lnTo>
                  <a:lnTo>
                    <a:pt x="6076" y="2749"/>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1150;p40">
              <a:extLst>
                <a:ext uri="{FF2B5EF4-FFF2-40B4-BE49-F238E27FC236}">
                  <a16:creationId xmlns:a16="http://schemas.microsoft.com/office/drawing/2014/main" id="{7BDD600F-A37D-36D1-7BFB-C3D4166EC1BF}"/>
                </a:ext>
              </a:extLst>
            </p:cNvPr>
            <p:cNvSpPr/>
            <p:nvPr/>
          </p:nvSpPr>
          <p:spPr>
            <a:xfrm>
              <a:off x="7628173" y="1812459"/>
              <a:ext cx="7370" cy="71272"/>
            </a:xfrm>
            <a:custGeom>
              <a:avLst/>
              <a:gdLst/>
              <a:ahLst/>
              <a:cxnLst/>
              <a:rect l="l" t="t" r="r" b="b"/>
              <a:pathLst>
                <a:path w="73" h="706" extrusionOk="0">
                  <a:moveTo>
                    <a:pt x="72" y="0"/>
                  </a:moveTo>
                  <a:lnTo>
                    <a:pt x="1" y="36"/>
                  </a:lnTo>
                  <a:lnTo>
                    <a:pt x="1" y="705"/>
                  </a:lnTo>
                  <a:lnTo>
                    <a:pt x="72" y="669"/>
                  </a:lnTo>
                  <a:lnTo>
                    <a:pt x="72" y="0"/>
                  </a:ln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1151;p40">
              <a:extLst>
                <a:ext uri="{FF2B5EF4-FFF2-40B4-BE49-F238E27FC236}">
                  <a16:creationId xmlns:a16="http://schemas.microsoft.com/office/drawing/2014/main" id="{422AA9CE-415B-7623-AE5F-2D4F75997093}"/>
                </a:ext>
              </a:extLst>
            </p:cNvPr>
            <p:cNvSpPr/>
            <p:nvPr/>
          </p:nvSpPr>
          <p:spPr>
            <a:xfrm>
              <a:off x="7645335" y="1806604"/>
              <a:ext cx="23522" cy="68042"/>
            </a:xfrm>
            <a:custGeom>
              <a:avLst/>
              <a:gdLst/>
              <a:ahLst/>
              <a:cxnLst/>
              <a:rect l="l" t="t" r="r" b="b"/>
              <a:pathLst>
                <a:path w="233" h="674" extrusionOk="0">
                  <a:moveTo>
                    <a:pt x="185" y="0"/>
                  </a:moveTo>
                  <a:cubicBezTo>
                    <a:pt x="176" y="0"/>
                    <a:pt x="165" y="5"/>
                    <a:pt x="152" y="14"/>
                  </a:cubicBezTo>
                  <a:cubicBezTo>
                    <a:pt x="134" y="23"/>
                    <a:pt x="116" y="41"/>
                    <a:pt x="98" y="58"/>
                  </a:cubicBezTo>
                  <a:cubicBezTo>
                    <a:pt x="89" y="85"/>
                    <a:pt x="72" y="103"/>
                    <a:pt x="72" y="121"/>
                  </a:cubicBezTo>
                  <a:lnTo>
                    <a:pt x="72" y="67"/>
                  </a:lnTo>
                  <a:lnTo>
                    <a:pt x="0" y="103"/>
                  </a:lnTo>
                  <a:lnTo>
                    <a:pt x="0" y="674"/>
                  </a:lnTo>
                  <a:lnTo>
                    <a:pt x="72" y="638"/>
                  </a:lnTo>
                  <a:lnTo>
                    <a:pt x="72" y="183"/>
                  </a:lnTo>
                  <a:cubicBezTo>
                    <a:pt x="72" y="165"/>
                    <a:pt x="72" y="148"/>
                    <a:pt x="81" y="130"/>
                  </a:cubicBezTo>
                  <a:cubicBezTo>
                    <a:pt x="89" y="112"/>
                    <a:pt x="107" y="103"/>
                    <a:pt x="116" y="94"/>
                  </a:cubicBezTo>
                  <a:cubicBezTo>
                    <a:pt x="125" y="90"/>
                    <a:pt x="132" y="87"/>
                    <a:pt x="137" y="87"/>
                  </a:cubicBezTo>
                  <a:cubicBezTo>
                    <a:pt x="143" y="87"/>
                    <a:pt x="147" y="90"/>
                    <a:pt x="152" y="94"/>
                  </a:cubicBezTo>
                  <a:cubicBezTo>
                    <a:pt x="161" y="94"/>
                    <a:pt x="161" y="112"/>
                    <a:pt x="161" y="130"/>
                  </a:cubicBezTo>
                  <a:lnTo>
                    <a:pt x="161" y="585"/>
                  </a:lnTo>
                  <a:lnTo>
                    <a:pt x="232" y="549"/>
                  </a:lnTo>
                  <a:lnTo>
                    <a:pt x="232" y="94"/>
                  </a:lnTo>
                  <a:cubicBezTo>
                    <a:pt x="232" y="50"/>
                    <a:pt x="223" y="23"/>
                    <a:pt x="205" y="14"/>
                  </a:cubicBezTo>
                  <a:cubicBezTo>
                    <a:pt x="201" y="5"/>
                    <a:pt x="194" y="0"/>
                    <a:pt x="185" y="0"/>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1152;p40">
              <a:extLst>
                <a:ext uri="{FF2B5EF4-FFF2-40B4-BE49-F238E27FC236}">
                  <a16:creationId xmlns:a16="http://schemas.microsoft.com/office/drawing/2014/main" id="{148F8234-E4EB-D23A-76F0-ABC7252F7B9D}"/>
                </a:ext>
              </a:extLst>
            </p:cNvPr>
            <p:cNvSpPr/>
            <p:nvPr/>
          </p:nvSpPr>
          <p:spPr>
            <a:xfrm>
              <a:off x="7675924" y="1791764"/>
              <a:ext cx="21705" cy="62591"/>
            </a:xfrm>
            <a:custGeom>
              <a:avLst/>
              <a:gdLst/>
              <a:ahLst/>
              <a:cxnLst/>
              <a:rect l="l" t="t" r="r" b="b"/>
              <a:pathLst>
                <a:path w="215" h="620" extrusionOk="0">
                  <a:moveTo>
                    <a:pt x="161" y="0"/>
                  </a:moveTo>
                  <a:cubicBezTo>
                    <a:pt x="152" y="0"/>
                    <a:pt x="134" y="0"/>
                    <a:pt x="108" y="18"/>
                  </a:cubicBezTo>
                  <a:cubicBezTo>
                    <a:pt x="72" y="36"/>
                    <a:pt x="45" y="63"/>
                    <a:pt x="27" y="89"/>
                  </a:cubicBezTo>
                  <a:cubicBezTo>
                    <a:pt x="9" y="125"/>
                    <a:pt x="1" y="161"/>
                    <a:pt x="1" y="214"/>
                  </a:cubicBezTo>
                  <a:cubicBezTo>
                    <a:pt x="1" y="268"/>
                    <a:pt x="18" y="304"/>
                    <a:pt x="63" y="330"/>
                  </a:cubicBezTo>
                  <a:cubicBezTo>
                    <a:pt x="72" y="330"/>
                    <a:pt x="72" y="339"/>
                    <a:pt x="81" y="339"/>
                  </a:cubicBezTo>
                  <a:cubicBezTo>
                    <a:pt x="90" y="348"/>
                    <a:pt x="99" y="348"/>
                    <a:pt x="99" y="348"/>
                  </a:cubicBezTo>
                  <a:cubicBezTo>
                    <a:pt x="134" y="366"/>
                    <a:pt x="152" y="402"/>
                    <a:pt x="152" y="437"/>
                  </a:cubicBezTo>
                  <a:cubicBezTo>
                    <a:pt x="152" y="464"/>
                    <a:pt x="143" y="491"/>
                    <a:pt x="143" y="500"/>
                  </a:cubicBezTo>
                  <a:cubicBezTo>
                    <a:pt x="134" y="518"/>
                    <a:pt x="125" y="527"/>
                    <a:pt x="108" y="536"/>
                  </a:cubicBezTo>
                  <a:cubicBezTo>
                    <a:pt x="102" y="539"/>
                    <a:pt x="98" y="541"/>
                    <a:pt x="94" y="541"/>
                  </a:cubicBezTo>
                  <a:cubicBezTo>
                    <a:pt x="78" y="541"/>
                    <a:pt x="72" y="512"/>
                    <a:pt x="72" y="455"/>
                  </a:cubicBezTo>
                  <a:lnTo>
                    <a:pt x="72" y="411"/>
                  </a:lnTo>
                  <a:lnTo>
                    <a:pt x="1" y="455"/>
                  </a:lnTo>
                  <a:lnTo>
                    <a:pt x="1" y="491"/>
                  </a:lnTo>
                  <a:cubicBezTo>
                    <a:pt x="1" y="553"/>
                    <a:pt x="9" y="589"/>
                    <a:pt x="27" y="607"/>
                  </a:cubicBezTo>
                  <a:cubicBezTo>
                    <a:pt x="35" y="615"/>
                    <a:pt x="45" y="619"/>
                    <a:pt x="57" y="619"/>
                  </a:cubicBezTo>
                  <a:cubicBezTo>
                    <a:pt x="71" y="619"/>
                    <a:pt x="88" y="613"/>
                    <a:pt x="108" y="598"/>
                  </a:cubicBezTo>
                  <a:cubicBezTo>
                    <a:pt x="179" y="562"/>
                    <a:pt x="215" y="500"/>
                    <a:pt x="215" y="402"/>
                  </a:cubicBezTo>
                  <a:cubicBezTo>
                    <a:pt x="215" y="339"/>
                    <a:pt x="197" y="295"/>
                    <a:pt x="143" y="277"/>
                  </a:cubicBezTo>
                  <a:lnTo>
                    <a:pt x="108" y="250"/>
                  </a:lnTo>
                  <a:cubicBezTo>
                    <a:pt x="81" y="232"/>
                    <a:pt x="63" y="205"/>
                    <a:pt x="63" y="170"/>
                  </a:cubicBezTo>
                  <a:cubicBezTo>
                    <a:pt x="63" y="152"/>
                    <a:pt x="72" y="125"/>
                    <a:pt x="81" y="116"/>
                  </a:cubicBezTo>
                  <a:cubicBezTo>
                    <a:pt x="81" y="98"/>
                    <a:pt x="90" y="89"/>
                    <a:pt x="108" y="81"/>
                  </a:cubicBezTo>
                  <a:cubicBezTo>
                    <a:pt x="113" y="78"/>
                    <a:pt x="117" y="77"/>
                    <a:pt x="121" y="77"/>
                  </a:cubicBezTo>
                  <a:cubicBezTo>
                    <a:pt x="130" y="77"/>
                    <a:pt x="134" y="83"/>
                    <a:pt x="134" y="89"/>
                  </a:cubicBezTo>
                  <a:cubicBezTo>
                    <a:pt x="143" y="107"/>
                    <a:pt x="143" y="125"/>
                    <a:pt x="143" y="161"/>
                  </a:cubicBezTo>
                  <a:lnTo>
                    <a:pt x="143" y="205"/>
                  </a:lnTo>
                  <a:lnTo>
                    <a:pt x="206" y="170"/>
                  </a:lnTo>
                  <a:lnTo>
                    <a:pt x="206" y="143"/>
                  </a:lnTo>
                  <a:cubicBezTo>
                    <a:pt x="206" y="54"/>
                    <a:pt x="197" y="9"/>
                    <a:pt x="161" y="0"/>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1153;p40">
              <a:extLst>
                <a:ext uri="{FF2B5EF4-FFF2-40B4-BE49-F238E27FC236}">
                  <a16:creationId xmlns:a16="http://schemas.microsoft.com/office/drawing/2014/main" id="{CD344F2D-6FC9-6F13-4640-A03FCD8C0DCC}"/>
                </a:ext>
              </a:extLst>
            </p:cNvPr>
            <p:cNvSpPr/>
            <p:nvPr/>
          </p:nvSpPr>
          <p:spPr>
            <a:xfrm>
              <a:off x="7701162" y="1770160"/>
              <a:ext cx="17162" cy="69052"/>
            </a:xfrm>
            <a:custGeom>
              <a:avLst/>
              <a:gdLst/>
              <a:ahLst/>
              <a:cxnLst/>
              <a:rect l="l" t="t" r="r" b="b"/>
              <a:pathLst>
                <a:path w="170" h="684" extrusionOk="0">
                  <a:moveTo>
                    <a:pt x="116" y="0"/>
                  </a:moveTo>
                  <a:lnTo>
                    <a:pt x="45" y="36"/>
                  </a:lnTo>
                  <a:lnTo>
                    <a:pt x="45" y="134"/>
                  </a:lnTo>
                  <a:lnTo>
                    <a:pt x="0" y="161"/>
                  </a:lnTo>
                  <a:lnTo>
                    <a:pt x="0" y="223"/>
                  </a:lnTo>
                  <a:lnTo>
                    <a:pt x="45" y="196"/>
                  </a:lnTo>
                  <a:lnTo>
                    <a:pt x="45" y="616"/>
                  </a:lnTo>
                  <a:cubicBezTo>
                    <a:pt x="45" y="651"/>
                    <a:pt x="54" y="669"/>
                    <a:pt x="63" y="678"/>
                  </a:cubicBezTo>
                  <a:cubicBezTo>
                    <a:pt x="66" y="682"/>
                    <a:pt x="72" y="684"/>
                    <a:pt x="79" y="684"/>
                  </a:cubicBezTo>
                  <a:cubicBezTo>
                    <a:pt x="90" y="684"/>
                    <a:pt x="104" y="680"/>
                    <a:pt x="125" y="669"/>
                  </a:cubicBezTo>
                  <a:lnTo>
                    <a:pt x="170" y="642"/>
                  </a:lnTo>
                  <a:lnTo>
                    <a:pt x="170" y="580"/>
                  </a:lnTo>
                  <a:cubicBezTo>
                    <a:pt x="143" y="589"/>
                    <a:pt x="134" y="598"/>
                    <a:pt x="125" y="598"/>
                  </a:cubicBezTo>
                  <a:cubicBezTo>
                    <a:pt x="116" y="598"/>
                    <a:pt x="116" y="589"/>
                    <a:pt x="116" y="571"/>
                  </a:cubicBezTo>
                  <a:lnTo>
                    <a:pt x="116" y="161"/>
                  </a:lnTo>
                  <a:lnTo>
                    <a:pt x="170" y="125"/>
                  </a:lnTo>
                  <a:lnTo>
                    <a:pt x="170" y="72"/>
                  </a:lnTo>
                  <a:lnTo>
                    <a:pt x="116" y="98"/>
                  </a:lnTo>
                  <a:lnTo>
                    <a:pt x="116" y="0"/>
                  </a:ln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1154;p40">
              <a:extLst>
                <a:ext uri="{FF2B5EF4-FFF2-40B4-BE49-F238E27FC236}">
                  <a16:creationId xmlns:a16="http://schemas.microsoft.com/office/drawing/2014/main" id="{EBACAF2C-41D2-4A81-65DC-45938E4E0A56}"/>
                </a:ext>
              </a:extLst>
            </p:cNvPr>
            <p:cNvSpPr/>
            <p:nvPr/>
          </p:nvSpPr>
          <p:spPr>
            <a:xfrm>
              <a:off x="7725492" y="1763800"/>
              <a:ext cx="15345" cy="66730"/>
            </a:xfrm>
            <a:custGeom>
              <a:avLst/>
              <a:gdLst/>
              <a:ahLst/>
              <a:cxnLst/>
              <a:rect l="l" t="t" r="r" b="b"/>
              <a:pathLst>
                <a:path w="152" h="661" extrusionOk="0">
                  <a:moveTo>
                    <a:pt x="152" y="1"/>
                  </a:moveTo>
                  <a:cubicBezTo>
                    <a:pt x="125" y="10"/>
                    <a:pt x="107" y="27"/>
                    <a:pt x="89" y="45"/>
                  </a:cubicBezTo>
                  <a:cubicBezTo>
                    <a:pt x="80" y="72"/>
                    <a:pt x="72" y="90"/>
                    <a:pt x="63" y="117"/>
                  </a:cubicBezTo>
                  <a:lnTo>
                    <a:pt x="63" y="54"/>
                  </a:lnTo>
                  <a:lnTo>
                    <a:pt x="0" y="90"/>
                  </a:lnTo>
                  <a:lnTo>
                    <a:pt x="0" y="661"/>
                  </a:lnTo>
                  <a:lnTo>
                    <a:pt x="63" y="625"/>
                  </a:lnTo>
                  <a:lnTo>
                    <a:pt x="63" y="161"/>
                  </a:lnTo>
                  <a:cubicBezTo>
                    <a:pt x="80" y="117"/>
                    <a:pt x="107" y="90"/>
                    <a:pt x="152" y="63"/>
                  </a:cubicBezTo>
                  <a:lnTo>
                    <a:pt x="152" y="45"/>
                  </a:lnTo>
                  <a:cubicBezTo>
                    <a:pt x="152" y="19"/>
                    <a:pt x="152" y="1"/>
                    <a:pt x="152" y="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1155;p40">
              <a:extLst>
                <a:ext uri="{FF2B5EF4-FFF2-40B4-BE49-F238E27FC236}">
                  <a16:creationId xmlns:a16="http://schemas.microsoft.com/office/drawing/2014/main" id="{D875B877-1382-72BB-7FE9-55D6912A7466}"/>
                </a:ext>
              </a:extLst>
            </p:cNvPr>
            <p:cNvSpPr/>
            <p:nvPr/>
          </p:nvSpPr>
          <p:spPr>
            <a:xfrm>
              <a:off x="7746187" y="1748556"/>
              <a:ext cx="22613" cy="67335"/>
            </a:xfrm>
            <a:custGeom>
              <a:avLst/>
              <a:gdLst/>
              <a:ahLst/>
              <a:cxnLst/>
              <a:rect l="l" t="t" r="r" b="b"/>
              <a:pathLst>
                <a:path w="224" h="667" extrusionOk="0">
                  <a:moveTo>
                    <a:pt x="223" y="0"/>
                  </a:moveTo>
                  <a:lnTo>
                    <a:pt x="161" y="36"/>
                  </a:lnTo>
                  <a:lnTo>
                    <a:pt x="161" y="482"/>
                  </a:lnTo>
                  <a:cubicBezTo>
                    <a:pt x="161" y="500"/>
                    <a:pt x="152" y="517"/>
                    <a:pt x="152" y="535"/>
                  </a:cubicBezTo>
                  <a:cubicBezTo>
                    <a:pt x="143" y="553"/>
                    <a:pt x="125" y="571"/>
                    <a:pt x="116" y="580"/>
                  </a:cubicBezTo>
                  <a:cubicBezTo>
                    <a:pt x="108" y="582"/>
                    <a:pt x="102" y="583"/>
                    <a:pt x="96" y="583"/>
                  </a:cubicBezTo>
                  <a:cubicBezTo>
                    <a:pt x="77" y="583"/>
                    <a:pt x="72" y="570"/>
                    <a:pt x="72" y="535"/>
                  </a:cubicBezTo>
                  <a:lnTo>
                    <a:pt x="72" y="89"/>
                  </a:lnTo>
                  <a:lnTo>
                    <a:pt x="0" y="125"/>
                  </a:lnTo>
                  <a:lnTo>
                    <a:pt x="0" y="580"/>
                  </a:lnTo>
                  <a:cubicBezTo>
                    <a:pt x="0" y="625"/>
                    <a:pt x="9" y="651"/>
                    <a:pt x="27" y="660"/>
                  </a:cubicBezTo>
                  <a:cubicBezTo>
                    <a:pt x="36" y="665"/>
                    <a:pt x="45" y="667"/>
                    <a:pt x="54" y="667"/>
                  </a:cubicBezTo>
                  <a:cubicBezTo>
                    <a:pt x="63" y="667"/>
                    <a:pt x="72" y="665"/>
                    <a:pt x="81" y="660"/>
                  </a:cubicBezTo>
                  <a:cubicBezTo>
                    <a:pt x="99" y="651"/>
                    <a:pt x="116" y="633"/>
                    <a:pt x="134" y="616"/>
                  </a:cubicBezTo>
                  <a:cubicBezTo>
                    <a:pt x="143" y="598"/>
                    <a:pt x="152" y="571"/>
                    <a:pt x="161" y="553"/>
                  </a:cubicBezTo>
                  <a:lnTo>
                    <a:pt x="161" y="607"/>
                  </a:lnTo>
                  <a:lnTo>
                    <a:pt x="223" y="571"/>
                  </a:lnTo>
                  <a:lnTo>
                    <a:pt x="223" y="0"/>
                  </a:ln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1156;p40">
              <a:extLst>
                <a:ext uri="{FF2B5EF4-FFF2-40B4-BE49-F238E27FC236}">
                  <a16:creationId xmlns:a16="http://schemas.microsoft.com/office/drawing/2014/main" id="{A2FC3EB7-E5DD-4C26-5FD2-4EE65FDB38A8}"/>
                </a:ext>
              </a:extLst>
            </p:cNvPr>
            <p:cNvSpPr/>
            <p:nvPr/>
          </p:nvSpPr>
          <p:spPr>
            <a:xfrm>
              <a:off x="7777684" y="1734927"/>
              <a:ext cx="21705" cy="62591"/>
            </a:xfrm>
            <a:custGeom>
              <a:avLst/>
              <a:gdLst/>
              <a:ahLst/>
              <a:cxnLst/>
              <a:rect l="l" t="t" r="r" b="b"/>
              <a:pathLst>
                <a:path w="215" h="620" extrusionOk="0">
                  <a:moveTo>
                    <a:pt x="167" y="0"/>
                  </a:moveTo>
                  <a:cubicBezTo>
                    <a:pt x="154" y="0"/>
                    <a:pt x="139" y="8"/>
                    <a:pt x="117" y="19"/>
                  </a:cubicBezTo>
                  <a:cubicBezTo>
                    <a:pt x="81" y="37"/>
                    <a:pt x="54" y="64"/>
                    <a:pt x="36" y="99"/>
                  </a:cubicBezTo>
                  <a:cubicBezTo>
                    <a:pt x="27" y="108"/>
                    <a:pt x="18" y="135"/>
                    <a:pt x="18" y="162"/>
                  </a:cubicBezTo>
                  <a:cubicBezTo>
                    <a:pt x="10" y="189"/>
                    <a:pt x="1" y="224"/>
                    <a:pt x="1" y="278"/>
                  </a:cubicBezTo>
                  <a:lnTo>
                    <a:pt x="1" y="465"/>
                  </a:lnTo>
                  <a:cubicBezTo>
                    <a:pt x="1" y="501"/>
                    <a:pt x="10" y="528"/>
                    <a:pt x="10" y="554"/>
                  </a:cubicBezTo>
                  <a:cubicBezTo>
                    <a:pt x="16" y="598"/>
                    <a:pt x="35" y="620"/>
                    <a:pt x="65" y="620"/>
                  </a:cubicBezTo>
                  <a:cubicBezTo>
                    <a:pt x="77" y="620"/>
                    <a:pt x="92" y="616"/>
                    <a:pt x="108" y="608"/>
                  </a:cubicBezTo>
                  <a:cubicBezTo>
                    <a:pt x="143" y="590"/>
                    <a:pt x="179" y="563"/>
                    <a:pt x="197" y="528"/>
                  </a:cubicBezTo>
                  <a:cubicBezTo>
                    <a:pt x="206" y="492"/>
                    <a:pt x="215" y="438"/>
                    <a:pt x="215" y="358"/>
                  </a:cubicBezTo>
                  <a:lnTo>
                    <a:pt x="215" y="322"/>
                  </a:lnTo>
                  <a:lnTo>
                    <a:pt x="152" y="358"/>
                  </a:lnTo>
                  <a:lnTo>
                    <a:pt x="152" y="412"/>
                  </a:lnTo>
                  <a:cubicBezTo>
                    <a:pt x="152" y="456"/>
                    <a:pt x="152" y="492"/>
                    <a:pt x="143" y="510"/>
                  </a:cubicBezTo>
                  <a:cubicBezTo>
                    <a:pt x="134" y="519"/>
                    <a:pt x="126" y="528"/>
                    <a:pt x="108" y="536"/>
                  </a:cubicBezTo>
                  <a:cubicBezTo>
                    <a:pt x="103" y="541"/>
                    <a:pt x="99" y="543"/>
                    <a:pt x="94" y="543"/>
                  </a:cubicBezTo>
                  <a:cubicBezTo>
                    <a:pt x="90" y="543"/>
                    <a:pt x="85" y="541"/>
                    <a:pt x="81" y="536"/>
                  </a:cubicBezTo>
                  <a:cubicBezTo>
                    <a:pt x="72" y="519"/>
                    <a:pt x="72" y="492"/>
                    <a:pt x="72" y="456"/>
                  </a:cubicBezTo>
                  <a:lnTo>
                    <a:pt x="72" y="215"/>
                  </a:lnTo>
                  <a:cubicBezTo>
                    <a:pt x="72" y="180"/>
                    <a:pt x="72" y="162"/>
                    <a:pt x="81" y="144"/>
                  </a:cubicBezTo>
                  <a:cubicBezTo>
                    <a:pt x="81" y="117"/>
                    <a:pt x="99" y="99"/>
                    <a:pt x="117" y="82"/>
                  </a:cubicBezTo>
                  <a:cubicBezTo>
                    <a:pt x="126" y="82"/>
                    <a:pt x="143" y="82"/>
                    <a:pt x="152" y="99"/>
                  </a:cubicBezTo>
                  <a:cubicBezTo>
                    <a:pt x="152" y="108"/>
                    <a:pt x="152" y="126"/>
                    <a:pt x="152" y="162"/>
                  </a:cubicBezTo>
                  <a:lnTo>
                    <a:pt x="152" y="215"/>
                  </a:lnTo>
                  <a:lnTo>
                    <a:pt x="215" y="180"/>
                  </a:lnTo>
                  <a:lnTo>
                    <a:pt x="215" y="135"/>
                  </a:lnTo>
                  <a:cubicBezTo>
                    <a:pt x="215" y="117"/>
                    <a:pt x="215" y="99"/>
                    <a:pt x="215" y="82"/>
                  </a:cubicBezTo>
                  <a:cubicBezTo>
                    <a:pt x="215" y="46"/>
                    <a:pt x="206" y="19"/>
                    <a:pt x="188" y="10"/>
                  </a:cubicBezTo>
                  <a:cubicBezTo>
                    <a:pt x="181" y="3"/>
                    <a:pt x="174" y="0"/>
                    <a:pt x="167" y="0"/>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1157;p40">
              <a:extLst>
                <a:ext uri="{FF2B5EF4-FFF2-40B4-BE49-F238E27FC236}">
                  <a16:creationId xmlns:a16="http://schemas.microsoft.com/office/drawing/2014/main" id="{D13AEE60-6076-53A2-12C6-A5DF6E5786CD}"/>
                </a:ext>
              </a:extLst>
            </p:cNvPr>
            <p:cNvSpPr/>
            <p:nvPr/>
          </p:nvSpPr>
          <p:spPr>
            <a:xfrm>
              <a:off x="7804739" y="1712516"/>
              <a:ext cx="17162" cy="69758"/>
            </a:xfrm>
            <a:custGeom>
              <a:avLst/>
              <a:gdLst/>
              <a:ahLst/>
              <a:cxnLst/>
              <a:rect l="l" t="t" r="r" b="b"/>
              <a:pathLst>
                <a:path w="170" h="691" extrusionOk="0">
                  <a:moveTo>
                    <a:pt x="116" y="0"/>
                  </a:moveTo>
                  <a:lnTo>
                    <a:pt x="45" y="36"/>
                  </a:lnTo>
                  <a:lnTo>
                    <a:pt x="45" y="143"/>
                  </a:lnTo>
                  <a:lnTo>
                    <a:pt x="0" y="170"/>
                  </a:lnTo>
                  <a:lnTo>
                    <a:pt x="0" y="223"/>
                  </a:lnTo>
                  <a:lnTo>
                    <a:pt x="45" y="196"/>
                  </a:lnTo>
                  <a:lnTo>
                    <a:pt x="45" y="625"/>
                  </a:lnTo>
                  <a:cubicBezTo>
                    <a:pt x="45" y="660"/>
                    <a:pt x="54" y="678"/>
                    <a:pt x="63" y="687"/>
                  </a:cubicBezTo>
                  <a:cubicBezTo>
                    <a:pt x="65" y="690"/>
                    <a:pt x="68" y="691"/>
                    <a:pt x="72" y="691"/>
                  </a:cubicBezTo>
                  <a:cubicBezTo>
                    <a:pt x="82" y="691"/>
                    <a:pt x="99" y="682"/>
                    <a:pt x="125" y="669"/>
                  </a:cubicBezTo>
                  <a:lnTo>
                    <a:pt x="170" y="643"/>
                  </a:lnTo>
                  <a:lnTo>
                    <a:pt x="170" y="580"/>
                  </a:lnTo>
                  <a:cubicBezTo>
                    <a:pt x="143" y="598"/>
                    <a:pt x="125" y="607"/>
                    <a:pt x="125" y="607"/>
                  </a:cubicBezTo>
                  <a:cubicBezTo>
                    <a:pt x="116" y="607"/>
                    <a:pt x="116" y="598"/>
                    <a:pt x="116" y="580"/>
                  </a:cubicBezTo>
                  <a:lnTo>
                    <a:pt x="116" y="161"/>
                  </a:lnTo>
                  <a:lnTo>
                    <a:pt x="170" y="134"/>
                  </a:lnTo>
                  <a:lnTo>
                    <a:pt x="170" y="72"/>
                  </a:lnTo>
                  <a:lnTo>
                    <a:pt x="116" y="107"/>
                  </a:lnTo>
                  <a:lnTo>
                    <a:pt x="116" y="0"/>
                  </a:ln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1158;p40">
              <a:extLst>
                <a:ext uri="{FF2B5EF4-FFF2-40B4-BE49-F238E27FC236}">
                  <a16:creationId xmlns:a16="http://schemas.microsoft.com/office/drawing/2014/main" id="{148D3E2D-64D7-DB9B-4693-D6263036A92D}"/>
                </a:ext>
              </a:extLst>
            </p:cNvPr>
            <p:cNvSpPr/>
            <p:nvPr/>
          </p:nvSpPr>
          <p:spPr>
            <a:xfrm>
              <a:off x="7829069" y="1698988"/>
              <a:ext cx="6360" cy="11811"/>
            </a:xfrm>
            <a:custGeom>
              <a:avLst/>
              <a:gdLst/>
              <a:ahLst/>
              <a:cxnLst/>
              <a:rect l="l" t="t" r="r" b="b"/>
              <a:pathLst>
                <a:path w="63" h="117" extrusionOk="0">
                  <a:moveTo>
                    <a:pt x="63" y="0"/>
                  </a:moveTo>
                  <a:lnTo>
                    <a:pt x="0" y="45"/>
                  </a:lnTo>
                  <a:lnTo>
                    <a:pt x="0" y="116"/>
                  </a:lnTo>
                  <a:lnTo>
                    <a:pt x="63" y="72"/>
                  </a:lnTo>
                  <a:lnTo>
                    <a:pt x="63" y="0"/>
                  </a:ln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1159;p40">
              <a:extLst>
                <a:ext uri="{FF2B5EF4-FFF2-40B4-BE49-F238E27FC236}">
                  <a16:creationId xmlns:a16="http://schemas.microsoft.com/office/drawing/2014/main" id="{D5CA52CD-CBA3-93C5-DE68-A9DBBFB94699}"/>
                </a:ext>
              </a:extLst>
            </p:cNvPr>
            <p:cNvSpPr/>
            <p:nvPr/>
          </p:nvSpPr>
          <p:spPr>
            <a:xfrm>
              <a:off x="7829069" y="1711607"/>
              <a:ext cx="6360" cy="62187"/>
            </a:xfrm>
            <a:custGeom>
              <a:avLst/>
              <a:gdLst/>
              <a:ahLst/>
              <a:cxnLst/>
              <a:rect l="l" t="t" r="r" b="b"/>
              <a:pathLst>
                <a:path w="63" h="616" extrusionOk="0">
                  <a:moveTo>
                    <a:pt x="63" y="0"/>
                  </a:moveTo>
                  <a:lnTo>
                    <a:pt x="0" y="45"/>
                  </a:lnTo>
                  <a:lnTo>
                    <a:pt x="0" y="616"/>
                  </a:lnTo>
                  <a:lnTo>
                    <a:pt x="63" y="580"/>
                  </a:lnTo>
                  <a:lnTo>
                    <a:pt x="63" y="0"/>
                  </a:ln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1160;p40">
              <a:extLst>
                <a:ext uri="{FF2B5EF4-FFF2-40B4-BE49-F238E27FC236}">
                  <a16:creationId xmlns:a16="http://schemas.microsoft.com/office/drawing/2014/main" id="{65BEFBF5-30D0-5A81-ADCA-08EF8197D67E}"/>
                </a:ext>
              </a:extLst>
            </p:cNvPr>
            <p:cNvSpPr/>
            <p:nvPr/>
          </p:nvSpPr>
          <p:spPr>
            <a:xfrm>
              <a:off x="7844313" y="1698282"/>
              <a:ext cx="22613" cy="62692"/>
            </a:xfrm>
            <a:custGeom>
              <a:avLst/>
              <a:gdLst/>
              <a:ahLst/>
              <a:cxnLst/>
              <a:rect l="l" t="t" r="r" b="b"/>
              <a:pathLst>
                <a:path w="224" h="621" extrusionOk="0">
                  <a:moveTo>
                    <a:pt x="135" y="79"/>
                  </a:moveTo>
                  <a:cubicBezTo>
                    <a:pt x="144" y="88"/>
                    <a:pt x="152" y="114"/>
                    <a:pt x="152" y="168"/>
                  </a:cubicBezTo>
                  <a:lnTo>
                    <a:pt x="152" y="409"/>
                  </a:lnTo>
                  <a:cubicBezTo>
                    <a:pt x="152" y="445"/>
                    <a:pt x="152" y="471"/>
                    <a:pt x="144" y="489"/>
                  </a:cubicBezTo>
                  <a:cubicBezTo>
                    <a:pt x="144" y="516"/>
                    <a:pt x="126" y="534"/>
                    <a:pt x="108" y="543"/>
                  </a:cubicBezTo>
                  <a:lnTo>
                    <a:pt x="90" y="543"/>
                  </a:lnTo>
                  <a:cubicBezTo>
                    <a:pt x="72" y="543"/>
                    <a:pt x="72" y="507"/>
                    <a:pt x="72" y="453"/>
                  </a:cubicBezTo>
                  <a:lnTo>
                    <a:pt x="72" y="213"/>
                  </a:lnTo>
                  <a:cubicBezTo>
                    <a:pt x="72" y="177"/>
                    <a:pt x="72" y="150"/>
                    <a:pt x="81" y="132"/>
                  </a:cubicBezTo>
                  <a:cubicBezTo>
                    <a:pt x="81" y="106"/>
                    <a:pt x="90" y="97"/>
                    <a:pt x="108" y="88"/>
                  </a:cubicBezTo>
                  <a:cubicBezTo>
                    <a:pt x="117" y="79"/>
                    <a:pt x="126" y="79"/>
                    <a:pt x="135" y="79"/>
                  </a:cubicBezTo>
                  <a:close/>
                  <a:moveTo>
                    <a:pt x="162" y="1"/>
                  </a:moveTo>
                  <a:cubicBezTo>
                    <a:pt x="147" y="1"/>
                    <a:pt x="129" y="6"/>
                    <a:pt x="108" y="16"/>
                  </a:cubicBezTo>
                  <a:cubicBezTo>
                    <a:pt x="90" y="34"/>
                    <a:pt x="72" y="43"/>
                    <a:pt x="54" y="61"/>
                  </a:cubicBezTo>
                  <a:cubicBezTo>
                    <a:pt x="19" y="106"/>
                    <a:pt x="1" y="177"/>
                    <a:pt x="1" y="266"/>
                  </a:cubicBezTo>
                  <a:lnTo>
                    <a:pt x="1" y="471"/>
                  </a:lnTo>
                  <a:cubicBezTo>
                    <a:pt x="1" y="516"/>
                    <a:pt x="10" y="560"/>
                    <a:pt x="10" y="578"/>
                  </a:cubicBezTo>
                  <a:cubicBezTo>
                    <a:pt x="21" y="606"/>
                    <a:pt x="39" y="620"/>
                    <a:pt x="62" y="620"/>
                  </a:cubicBezTo>
                  <a:cubicBezTo>
                    <a:pt x="76" y="620"/>
                    <a:pt x="91" y="615"/>
                    <a:pt x="108" y="605"/>
                  </a:cubicBezTo>
                  <a:cubicBezTo>
                    <a:pt x="144" y="587"/>
                    <a:pt x="170" y="560"/>
                    <a:pt x="197" y="525"/>
                  </a:cubicBezTo>
                  <a:cubicBezTo>
                    <a:pt x="215" y="489"/>
                    <a:pt x="224" y="427"/>
                    <a:pt x="224" y="346"/>
                  </a:cubicBezTo>
                  <a:lnTo>
                    <a:pt x="224" y="141"/>
                  </a:lnTo>
                  <a:cubicBezTo>
                    <a:pt x="224" y="97"/>
                    <a:pt x="215" y="61"/>
                    <a:pt x="206" y="34"/>
                  </a:cubicBezTo>
                  <a:cubicBezTo>
                    <a:pt x="201" y="13"/>
                    <a:pt x="185" y="1"/>
                    <a:pt x="162" y="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1161;p40">
              <a:extLst>
                <a:ext uri="{FF2B5EF4-FFF2-40B4-BE49-F238E27FC236}">
                  <a16:creationId xmlns:a16="http://schemas.microsoft.com/office/drawing/2014/main" id="{DE7F43AA-59DA-980A-DD09-5BDED41C9443}"/>
                </a:ext>
              </a:extLst>
            </p:cNvPr>
            <p:cNvSpPr/>
            <p:nvPr/>
          </p:nvSpPr>
          <p:spPr>
            <a:xfrm>
              <a:off x="7875911" y="1679605"/>
              <a:ext cx="22613" cy="68143"/>
            </a:xfrm>
            <a:custGeom>
              <a:avLst/>
              <a:gdLst/>
              <a:ahLst/>
              <a:cxnLst/>
              <a:rect l="l" t="t" r="r" b="b"/>
              <a:pathLst>
                <a:path w="224" h="675" extrusionOk="0">
                  <a:moveTo>
                    <a:pt x="178" y="1"/>
                  </a:moveTo>
                  <a:cubicBezTo>
                    <a:pt x="170" y="1"/>
                    <a:pt x="161" y="5"/>
                    <a:pt x="152" y="14"/>
                  </a:cubicBezTo>
                  <a:cubicBezTo>
                    <a:pt x="125" y="23"/>
                    <a:pt x="107" y="41"/>
                    <a:pt x="98" y="59"/>
                  </a:cubicBezTo>
                  <a:cubicBezTo>
                    <a:pt x="80" y="85"/>
                    <a:pt x="71" y="103"/>
                    <a:pt x="62" y="121"/>
                  </a:cubicBezTo>
                  <a:lnTo>
                    <a:pt x="62" y="67"/>
                  </a:lnTo>
                  <a:lnTo>
                    <a:pt x="0" y="103"/>
                  </a:lnTo>
                  <a:lnTo>
                    <a:pt x="0" y="674"/>
                  </a:lnTo>
                  <a:lnTo>
                    <a:pt x="62" y="638"/>
                  </a:lnTo>
                  <a:lnTo>
                    <a:pt x="62" y="183"/>
                  </a:lnTo>
                  <a:cubicBezTo>
                    <a:pt x="62" y="166"/>
                    <a:pt x="71" y="148"/>
                    <a:pt x="80" y="130"/>
                  </a:cubicBezTo>
                  <a:cubicBezTo>
                    <a:pt x="89" y="112"/>
                    <a:pt x="98" y="103"/>
                    <a:pt x="116" y="94"/>
                  </a:cubicBezTo>
                  <a:cubicBezTo>
                    <a:pt x="120" y="90"/>
                    <a:pt x="125" y="88"/>
                    <a:pt x="129" y="88"/>
                  </a:cubicBezTo>
                  <a:cubicBezTo>
                    <a:pt x="134" y="88"/>
                    <a:pt x="138" y="90"/>
                    <a:pt x="143" y="94"/>
                  </a:cubicBezTo>
                  <a:cubicBezTo>
                    <a:pt x="152" y="94"/>
                    <a:pt x="161" y="112"/>
                    <a:pt x="161" y="130"/>
                  </a:cubicBezTo>
                  <a:lnTo>
                    <a:pt x="161" y="585"/>
                  </a:lnTo>
                  <a:lnTo>
                    <a:pt x="223" y="549"/>
                  </a:lnTo>
                  <a:lnTo>
                    <a:pt x="223" y="94"/>
                  </a:lnTo>
                  <a:cubicBezTo>
                    <a:pt x="223" y="50"/>
                    <a:pt x="214" y="23"/>
                    <a:pt x="205" y="14"/>
                  </a:cubicBezTo>
                  <a:cubicBezTo>
                    <a:pt x="196" y="5"/>
                    <a:pt x="187" y="1"/>
                    <a:pt x="178" y="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1162;p40">
              <a:extLst>
                <a:ext uri="{FF2B5EF4-FFF2-40B4-BE49-F238E27FC236}">
                  <a16:creationId xmlns:a16="http://schemas.microsoft.com/office/drawing/2014/main" id="{B03C4788-2035-FA70-D2F2-855A2A855D86}"/>
                </a:ext>
              </a:extLst>
            </p:cNvPr>
            <p:cNvSpPr/>
            <p:nvPr/>
          </p:nvSpPr>
          <p:spPr>
            <a:xfrm>
              <a:off x="7630899" y="1904326"/>
              <a:ext cx="14537" cy="71272"/>
            </a:xfrm>
            <a:custGeom>
              <a:avLst/>
              <a:gdLst/>
              <a:ahLst/>
              <a:cxnLst/>
              <a:rect l="l" t="t" r="r" b="b"/>
              <a:pathLst>
                <a:path w="144" h="706" extrusionOk="0">
                  <a:moveTo>
                    <a:pt x="143" y="0"/>
                  </a:moveTo>
                  <a:lnTo>
                    <a:pt x="99" y="27"/>
                  </a:lnTo>
                  <a:cubicBezTo>
                    <a:pt x="90" y="54"/>
                    <a:pt x="72" y="81"/>
                    <a:pt x="54" y="107"/>
                  </a:cubicBezTo>
                  <a:cubicBezTo>
                    <a:pt x="45" y="125"/>
                    <a:pt x="27" y="143"/>
                    <a:pt x="0" y="161"/>
                  </a:cubicBezTo>
                  <a:lnTo>
                    <a:pt x="0" y="214"/>
                  </a:lnTo>
                  <a:cubicBezTo>
                    <a:pt x="18" y="206"/>
                    <a:pt x="27" y="197"/>
                    <a:pt x="45" y="188"/>
                  </a:cubicBezTo>
                  <a:cubicBezTo>
                    <a:pt x="63" y="170"/>
                    <a:pt x="72" y="161"/>
                    <a:pt x="81" y="143"/>
                  </a:cubicBezTo>
                  <a:lnTo>
                    <a:pt x="81" y="705"/>
                  </a:lnTo>
                  <a:lnTo>
                    <a:pt x="143" y="669"/>
                  </a:lnTo>
                  <a:lnTo>
                    <a:pt x="143" y="0"/>
                  </a:ln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1163;p40">
              <a:extLst>
                <a:ext uri="{FF2B5EF4-FFF2-40B4-BE49-F238E27FC236}">
                  <a16:creationId xmlns:a16="http://schemas.microsoft.com/office/drawing/2014/main" id="{E2AD673C-C759-0BE1-27E9-3551D816885B}"/>
                </a:ext>
              </a:extLst>
            </p:cNvPr>
            <p:cNvSpPr/>
            <p:nvPr/>
          </p:nvSpPr>
          <p:spPr>
            <a:xfrm>
              <a:off x="7739827" y="1841836"/>
              <a:ext cx="20897" cy="76118"/>
            </a:xfrm>
            <a:custGeom>
              <a:avLst/>
              <a:gdLst/>
              <a:ahLst/>
              <a:cxnLst/>
              <a:rect l="l" t="t" r="r" b="b"/>
              <a:pathLst>
                <a:path w="207" h="754" extrusionOk="0">
                  <a:moveTo>
                    <a:pt x="153" y="1"/>
                  </a:moveTo>
                  <a:cubicBezTo>
                    <a:pt x="143" y="1"/>
                    <a:pt x="131" y="5"/>
                    <a:pt x="117" y="13"/>
                  </a:cubicBezTo>
                  <a:cubicBezTo>
                    <a:pt x="90" y="31"/>
                    <a:pt x="72" y="48"/>
                    <a:pt x="54" y="66"/>
                  </a:cubicBezTo>
                  <a:cubicBezTo>
                    <a:pt x="46" y="75"/>
                    <a:pt x="37" y="84"/>
                    <a:pt x="37" y="102"/>
                  </a:cubicBezTo>
                  <a:cubicBezTo>
                    <a:pt x="10" y="138"/>
                    <a:pt x="1" y="209"/>
                    <a:pt x="1" y="307"/>
                  </a:cubicBezTo>
                  <a:lnTo>
                    <a:pt x="1" y="352"/>
                  </a:lnTo>
                  <a:lnTo>
                    <a:pt x="72" y="316"/>
                  </a:lnTo>
                  <a:lnTo>
                    <a:pt x="72" y="227"/>
                  </a:lnTo>
                  <a:cubicBezTo>
                    <a:pt x="72" y="164"/>
                    <a:pt x="81" y="120"/>
                    <a:pt x="99" y="102"/>
                  </a:cubicBezTo>
                  <a:cubicBezTo>
                    <a:pt x="99" y="93"/>
                    <a:pt x="108" y="93"/>
                    <a:pt x="108" y="84"/>
                  </a:cubicBezTo>
                  <a:lnTo>
                    <a:pt x="126" y="84"/>
                  </a:lnTo>
                  <a:cubicBezTo>
                    <a:pt x="135" y="84"/>
                    <a:pt x="135" y="93"/>
                    <a:pt x="144" y="111"/>
                  </a:cubicBezTo>
                  <a:cubicBezTo>
                    <a:pt x="144" y="129"/>
                    <a:pt x="144" y="147"/>
                    <a:pt x="144" y="173"/>
                  </a:cubicBezTo>
                  <a:cubicBezTo>
                    <a:pt x="144" y="200"/>
                    <a:pt x="144" y="227"/>
                    <a:pt x="135" y="254"/>
                  </a:cubicBezTo>
                  <a:cubicBezTo>
                    <a:pt x="135" y="289"/>
                    <a:pt x="126" y="307"/>
                    <a:pt x="126" y="325"/>
                  </a:cubicBezTo>
                  <a:cubicBezTo>
                    <a:pt x="117" y="334"/>
                    <a:pt x="108" y="361"/>
                    <a:pt x="99" y="396"/>
                  </a:cubicBezTo>
                  <a:cubicBezTo>
                    <a:pt x="81" y="441"/>
                    <a:pt x="72" y="459"/>
                    <a:pt x="72" y="459"/>
                  </a:cubicBezTo>
                  <a:cubicBezTo>
                    <a:pt x="28" y="584"/>
                    <a:pt x="10" y="664"/>
                    <a:pt x="10" y="717"/>
                  </a:cubicBezTo>
                  <a:lnTo>
                    <a:pt x="10" y="753"/>
                  </a:lnTo>
                  <a:lnTo>
                    <a:pt x="197" y="646"/>
                  </a:lnTo>
                  <a:lnTo>
                    <a:pt x="197" y="584"/>
                  </a:lnTo>
                  <a:lnTo>
                    <a:pt x="72" y="664"/>
                  </a:lnTo>
                  <a:cubicBezTo>
                    <a:pt x="81" y="602"/>
                    <a:pt x="99" y="530"/>
                    <a:pt x="135" y="450"/>
                  </a:cubicBezTo>
                  <a:cubicBezTo>
                    <a:pt x="144" y="423"/>
                    <a:pt x="153" y="387"/>
                    <a:pt x="170" y="352"/>
                  </a:cubicBezTo>
                  <a:cubicBezTo>
                    <a:pt x="197" y="280"/>
                    <a:pt x="206" y="209"/>
                    <a:pt x="206" y="147"/>
                  </a:cubicBezTo>
                  <a:cubicBezTo>
                    <a:pt x="206" y="49"/>
                    <a:pt x="190" y="1"/>
                    <a:pt x="153" y="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1164;p40">
              <a:extLst>
                <a:ext uri="{FF2B5EF4-FFF2-40B4-BE49-F238E27FC236}">
                  <a16:creationId xmlns:a16="http://schemas.microsoft.com/office/drawing/2014/main" id="{0069BF0F-145D-1AED-8641-E1299615BCBE}"/>
                </a:ext>
              </a:extLst>
            </p:cNvPr>
            <p:cNvSpPr/>
            <p:nvPr/>
          </p:nvSpPr>
          <p:spPr>
            <a:xfrm>
              <a:off x="7851581" y="1778640"/>
              <a:ext cx="23522" cy="72989"/>
            </a:xfrm>
            <a:custGeom>
              <a:avLst/>
              <a:gdLst/>
              <a:ahLst/>
              <a:cxnLst/>
              <a:rect l="l" t="t" r="r" b="b"/>
              <a:pathLst>
                <a:path w="233" h="723" extrusionOk="0">
                  <a:moveTo>
                    <a:pt x="167" y="1"/>
                  </a:moveTo>
                  <a:cubicBezTo>
                    <a:pt x="152" y="1"/>
                    <a:pt x="134" y="5"/>
                    <a:pt x="116" y="14"/>
                  </a:cubicBezTo>
                  <a:cubicBezTo>
                    <a:pt x="80" y="41"/>
                    <a:pt x="45" y="68"/>
                    <a:pt x="27" y="112"/>
                  </a:cubicBezTo>
                  <a:cubicBezTo>
                    <a:pt x="18" y="148"/>
                    <a:pt x="9" y="193"/>
                    <a:pt x="9" y="255"/>
                  </a:cubicBezTo>
                  <a:lnTo>
                    <a:pt x="9" y="273"/>
                  </a:lnTo>
                  <a:lnTo>
                    <a:pt x="72" y="237"/>
                  </a:lnTo>
                  <a:lnTo>
                    <a:pt x="72" y="219"/>
                  </a:lnTo>
                  <a:cubicBezTo>
                    <a:pt x="72" y="175"/>
                    <a:pt x="80" y="148"/>
                    <a:pt x="80" y="130"/>
                  </a:cubicBezTo>
                  <a:cubicBezTo>
                    <a:pt x="89" y="112"/>
                    <a:pt x="98" y="95"/>
                    <a:pt x="116" y="86"/>
                  </a:cubicBezTo>
                  <a:cubicBezTo>
                    <a:pt x="125" y="81"/>
                    <a:pt x="132" y="79"/>
                    <a:pt x="137" y="79"/>
                  </a:cubicBezTo>
                  <a:cubicBezTo>
                    <a:pt x="143" y="79"/>
                    <a:pt x="147" y="81"/>
                    <a:pt x="152" y="86"/>
                  </a:cubicBezTo>
                  <a:cubicBezTo>
                    <a:pt x="161" y="95"/>
                    <a:pt x="161" y="121"/>
                    <a:pt x="161" y="166"/>
                  </a:cubicBezTo>
                  <a:cubicBezTo>
                    <a:pt x="161" y="228"/>
                    <a:pt x="152" y="273"/>
                    <a:pt x="143" y="291"/>
                  </a:cubicBezTo>
                  <a:cubicBezTo>
                    <a:pt x="134" y="300"/>
                    <a:pt x="116" y="309"/>
                    <a:pt x="98" y="318"/>
                  </a:cubicBezTo>
                  <a:lnTo>
                    <a:pt x="80" y="335"/>
                  </a:lnTo>
                  <a:lnTo>
                    <a:pt x="80" y="398"/>
                  </a:lnTo>
                  <a:lnTo>
                    <a:pt x="98" y="380"/>
                  </a:lnTo>
                  <a:cubicBezTo>
                    <a:pt x="109" y="376"/>
                    <a:pt x="119" y="374"/>
                    <a:pt x="127" y="374"/>
                  </a:cubicBezTo>
                  <a:cubicBezTo>
                    <a:pt x="138" y="374"/>
                    <a:pt x="147" y="378"/>
                    <a:pt x="152" y="389"/>
                  </a:cubicBezTo>
                  <a:cubicBezTo>
                    <a:pt x="161" y="398"/>
                    <a:pt x="161" y="434"/>
                    <a:pt x="161" y="478"/>
                  </a:cubicBezTo>
                  <a:cubicBezTo>
                    <a:pt x="161" y="532"/>
                    <a:pt x="161" y="567"/>
                    <a:pt x="152" y="585"/>
                  </a:cubicBezTo>
                  <a:cubicBezTo>
                    <a:pt x="152" y="612"/>
                    <a:pt x="134" y="630"/>
                    <a:pt x="116" y="639"/>
                  </a:cubicBezTo>
                  <a:cubicBezTo>
                    <a:pt x="107" y="643"/>
                    <a:pt x="98" y="645"/>
                    <a:pt x="92" y="645"/>
                  </a:cubicBezTo>
                  <a:cubicBezTo>
                    <a:pt x="85" y="645"/>
                    <a:pt x="80" y="643"/>
                    <a:pt x="80" y="639"/>
                  </a:cubicBezTo>
                  <a:cubicBezTo>
                    <a:pt x="72" y="621"/>
                    <a:pt x="72" y="594"/>
                    <a:pt x="72" y="541"/>
                  </a:cubicBezTo>
                  <a:lnTo>
                    <a:pt x="72" y="514"/>
                  </a:lnTo>
                  <a:lnTo>
                    <a:pt x="0" y="550"/>
                  </a:lnTo>
                  <a:lnTo>
                    <a:pt x="0" y="576"/>
                  </a:lnTo>
                  <a:cubicBezTo>
                    <a:pt x="0" y="648"/>
                    <a:pt x="9" y="683"/>
                    <a:pt x="27" y="710"/>
                  </a:cubicBezTo>
                  <a:cubicBezTo>
                    <a:pt x="35" y="718"/>
                    <a:pt x="45" y="723"/>
                    <a:pt x="57" y="723"/>
                  </a:cubicBezTo>
                  <a:cubicBezTo>
                    <a:pt x="72" y="723"/>
                    <a:pt x="92" y="716"/>
                    <a:pt x="116" y="701"/>
                  </a:cubicBezTo>
                  <a:cubicBezTo>
                    <a:pt x="152" y="683"/>
                    <a:pt x="187" y="648"/>
                    <a:pt x="205" y="603"/>
                  </a:cubicBezTo>
                  <a:cubicBezTo>
                    <a:pt x="223" y="567"/>
                    <a:pt x="232" y="514"/>
                    <a:pt x="232" y="442"/>
                  </a:cubicBezTo>
                  <a:cubicBezTo>
                    <a:pt x="232" y="353"/>
                    <a:pt x="214" y="309"/>
                    <a:pt x="170" y="309"/>
                  </a:cubicBezTo>
                  <a:cubicBezTo>
                    <a:pt x="214" y="273"/>
                    <a:pt x="232" y="211"/>
                    <a:pt x="232" y="130"/>
                  </a:cubicBezTo>
                  <a:cubicBezTo>
                    <a:pt x="232" y="68"/>
                    <a:pt x="223" y="32"/>
                    <a:pt x="205" y="14"/>
                  </a:cubicBezTo>
                  <a:cubicBezTo>
                    <a:pt x="196" y="5"/>
                    <a:pt x="183" y="1"/>
                    <a:pt x="167" y="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1165;p40">
              <a:extLst>
                <a:ext uri="{FF2B5EF4-FFF2-40B4-BE49-F238E27FC236}">
                  <a16:creationId xmlns:a16="http://schemas.microsoft.com/office/drawing/2014/main" id="{C50EC3BC-35BE-C500-AEBA-9B8701F8925A}"/>
                </a:ext>
              </a:extLst>
            </p:cNvPr>
            <p:cNvSpPr/>
            <p:nvPr/>
          </p:nvSpPr>
          <p:spPr>
            <a:xfrm>
              <a:off x="7965052" y="1712516"/>
              <a:ext cx="25238" cy="71172"/>
            </a:xfrm>
            <a:custGeom>
              <a:avLst/>
              <a:gdLst/>
              <a:ahLst/>
              <a:cxnLst/>
              <a:rect l="l" t="t" r="r" b="b"/>
              <a:pathLst>
                <a:path w="250" h="705" extrusionOk="0">
                  <a:moveTo>
                    <a:pt x="143" y="170"/>
                  </a:moveTo>
                  <a:lnTo>
                    <a:pt x="143" y="518"/>
                  </a:lnTo>
                  <a:lnTo>
                    <a:pt x="98" y="535"/>
                  </a:lnTo>
                  <a:lnTo>
                    <a:pt x="63" y="562"/>
                  </a:lnTo>
                  <a:lnTo>
                    <a:pt x="98" y="366"/>
                  </a:lnTo>
                  <a:lnTo>
                    <a:pt x="143" y="170"/>
                  </a:lnTo>
                  <a:close/>
                  <a:moveTo>
                    <a:pt x="205" y="0"/>
                  </a:moveTo>
                  <a:lnTo>
                    <a:pt x="134" y="36"/>
                  </a:lnTo>
                  <a:lnTo>
                    <a:pt x="98" y="179"/>
                  </a:lnTo>
                  <a:lnTo>
                    <a:pt x="0" y="598"/>
                  </a:lnTo>
                  <a:lnTo>
                    <a:pt x="0" y="651"/>
                  </a:lnTo>
                  <a:lnTo>
                    <a:pt x="98" y="598"/>
                  </a:lnTo>
                  <a:lnTo>
                    <a:pt x="143" y="580"/>
                  </a:lnTo>
                  <a:lnTo>
                    <a:pt x="143" y="705"/>
                  </a:lnTo>
                  <a:lnTo>
                    <a:pt x="205" y="669"/>
                  </a:lnTo>
                  <a:lnTo>
                    <a:pt x="205" y="544"/>
                  </a:lnTo>
                  <a:lnTo>
                    <a:pt x="250" y="518"/>
                  </a:lnTo>
                  <a:lnTo>
                    <a:pt x="250" y="455"/>
                  </a:lnTo>
                  <a:lnTo>
                    <a:pt x="205" y="482"/>
                  </a:lnTo>
                  <a:lnTo>
                    <a:pt x="205" y="0"/>
                  </a:ln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1166;p40">
              <a:extLst>
                <a:ext uri="{FF2B5EF4-FFF2-40B4-BE49-F238E27FC236}">
                  <a16:creationId xmlns:a16="http://schemas.microsoft.com/office/drawing/2014/main" id="{7437874B-C0FF-7175-4E21-11DC8DD26674}"/>
                </a:ext>
              </a:extLst>
            </p:cNvPr>
            <p:cNvSpPr/>
            <p:nvPr/>
          </p:nvSpPr>
          <p:spPr>
            <a:xfrm>
              <a:off x="8079431" y="1648512"/>
              <a:ext cx="20796" cy="75210"/>
            </a:xfrm>
            <a:custGeom>
              <a:avLst/>
              <a:gdLst/>
              <a:ahLst/>
              <a:cxnLst/>
              <a:rect l="l" t="t" r="r" b="b"/>
              <a:pathLst>
                <a:path w="206" h="745" extrusionOk="0">
                  <a:moveTo>
                    <a:pt x="188" y="1"/>
                  </a:moveTo>
                  <a:lnTo>
                    <a:pt x="9" y="99"/>
                  </a:lnTo>
                  <a:lnTo>
                    <a:pt x="9" y="438"/>
                  </a:lnTo>
                  <a:lnTo>
                    <a:pt x="63" y="411"/>
                  </a:lnTo>
                  <a:cubicBezTo>
                    <a:pt x="63" y="358"/>
                    <a:pt x="80" y="331"/>
                    <a:pt x="107" y="313"/>
                  </a:cubicBezTo>
                  <a:cubicBezTo>
                    <a:pt x="116" y="313"/>
                    <a:pt x="125" y="313"/>
                    <a:pt x="134" y="322"/>
                  </a:cubicBezTo>
                  <a:cubicBezTo>
                    <a:pt x="134" y="331"/>
                    <a:pt x="143" y="349"/>
                    <a:pt x="143" y="375"/>
                  </a:cubicBezTo>
                  <a:lnTo>
                    <a:pt x="143" y="572"/>
                  </a:lnTo>
                  <a:cubicBezTo>
                    <a:pt x="143" y="599"/>
                    <a:pt x="134" y="616"/>
                    <a:pt x="134" y="634"/>
                  </a:cubicBezTo>
                  <a:cubicBezTo>
                    <a:pt x="125" y="643"/>
                    <a:pt x="116" y="652"/>
                    <a:pt x="98" y="661"/>
                  </a:cubicBezTo>
                  <a:cubicBezTo>
                    <a:pt x="94" y="665"/>
                    <a:pt x="89" y="668"/>
                    <a:pt x="85" y="668"/>
                  </a:cubicBezTo>
                  <a:cubicBezTo>
                    <a:pt x="80" y="668"/>
                    <a:pt x="76" y="665"/>
                    <a:pt x="72" y="661"/>
                  </a:cubicBezTo>
                  <a:cubicBezTo>
                    <a:pt x="72" y="652"/>
                    <a:pt x="72" y="643"/>
                    <a:pt x="72" y="616"/>
                  </a:cubicBezTo>
                  <a:lnTo>
                    <a:pt x="72" y="545"/>
                  </a:lnTo>
                  <a:lnTo>
                    <a:pt x="0" y="581"/>
                  </a:lnTo>
                  <a:lnTo>
                    <a:pt x="0" y="661"/>
                  </a:lnTo>
                  <a:cubicBezTo>
                    <a:pt x="0" y="715"/>
                    <a:pt x="16" y="745"/>
                    <a:pt x="49" y="745"/>
                  </a:cubicBezTo>
                  <a:cubicBezTo>
                    <a:pt x="65" y="745"/>
                    <a:pt x="84" y="738"/>
                    <a:pt x="107" y="723"/>
                  </a:cubicBezTo>
                  <a:cubicBezTo>
                    <a:pt x="152" y="706"/>
                    <a:pt x="179" y="670"/>
                    <a:pt x="188" y="616"/>
                  </a:cubicBezTo>
                  <a:cubicBezTo>
                    <a:pt x="196" y="607"/>
                    <a:pt x="196" y="590"/>
                    <a:pt x="196" y="563"/>
                  </a:cubicBezTo>
                  <a:cubicBezTo>
                    <a:pt x="205" y="545"/>
                    <a:pt x="205" y="491"/>
                    <a:pt x="205" y="411"/>
                  </a:cubicBezTo>
                  <a:cubicBezTo>
                    <a:pt x="205" y="304"/>
                    <a:pt x="196" y="242"/>
                    <a:pt x="170" y="233"/>
                  </a:cubicBezTo>
                  <a:cubicBezTo>
                    <a:pt x="165" y="228"/>
                    <a:pt x="159" y="226"/>
                    <a:pt x="151" y="226"/>
                  </a:cubicBezTo>
                  <a:cubicBezTo>
                    <a:pt x="143" y="226"/>
                    <a:pt x="134" y="228"/>
                    <a:pt x="125" y="233"/>
                  </a:cubicBezTo>
                  <a:cubicBezTo>
                    <a:pt x="98" y="251"/>
                    <a:pt x="80" y="277"/>
                    <a:pt x="72" y="295"/>
                  </a:cubicBezTo>
                  <a:lnTo>
                    <a:pt x="72" y="135"/>
                  </a:lnTo>
                  <a:lnTo>
                    <a:pt x="188" y="72"/>
                  </a:lnTo>
                  <a:lnTo>
                    <a:pt x="188" y="1"/>
                  </a:ln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1167;p40">
              <a:extLst>
                <a:ext uri="{FF2B5EF4-FFF2-40B4-BE49-F238E27FC236}">
                  <a16:creationId xmlns:a16="http://schemas.microsoft.com/office/drawing/2014/main" id="{5CB29AFB-0D70-10C5-EB92-D06E9453DB4C}"/>
                </a:ext>
              </a:extLst>
            </p:cNvPr>
            <p:cNvSpPr/>
            <p:nvPr/>
          </p:nvSpPr>
          <p:spPr>
            <a:xfrm>
              <a:off x="7655229" y="1859301"/>
              <a:ext cx="69455" cy="188276"/>
            </a:xfrm>
            <a:custGeom>
              <a:avLst/>
              <a:gdLst/>
              <a:ahLst/>
              <a:cxnLst/>
              <a:rect l="l" t="t" r="r" b="b"/>
              <a:pathLst>
                <a:path w="688" h="1865" extrusionOk="0">
                  <a:moveTo>
                    <a:pt x="0" y="1865"/>
                  </a:moveTo>
                  <a:lnTo>
                    <a:pt x="0" y="375"/>
                  </a:lnTo>
                  <a:lnTo>
                    <a:pt x="687" y="0"/>
                  </a:lnTo>
                  <a:lnTo>
                    <a:pt x="678" y="147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1168;p40">
              <a:extLst>
                <a:ext uri="{FF2B5EF4-FFF2-40B4-BE49-F238E27FC236}">
                  <a16:creationId xmlns:a16="http://schemas.microsoft.com/office/drawing/2014/main" id="{EA6ABBA7-EBE9-72FF-E94A-7E8DB731FE84}"/>
                </a:ext>
              </a:extLst>
            </p:cNvPr>
            <p:cNvSpPr/>
            <p:nvPr/>
          </p:nvSpPr>
          <p:spPr>
            <a:xfrm>
              <a:off x="7770516" y="1794489"/>
              <a:ext cx="69455" cy="188276"/>
            </a:xfrm>
            <a:custGeom>
              <a:avLst/>
              <a:gdLst/>
              <a:ahLst/>
              <a:cxnLst/>
              <a:rect l="l" t="t" r="r" b="b"/>
              <a:pathLst>
                <a:path w="688" h="1865" extrusionOk="0">
                  <a:moveTo>
                    <a:pt x="0" y="1864"/>
                  </a:moveTo>
                  <a:lnTo>
                    <a:pt x="0" y="375"/>
                  </a:lnTo>
                  <a:lnTo>
                    <a:pt x="687" y="0"/>
                  </a:lnTo>
                  <a:lnTo>
                    <a:pt x="687" y="147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1169;p40">
              <a:extLst>
                <a:ext uri="{FF2B5EF4-FFF2-40B4-BE49-F238E27FC236}">
                  <a16:creationId xmlns:a16="http://schemas.microsoft.com/office/drawing/2014/main" id="{B83AF38B-0BD8-47A5-EED0-969C81C0EF89}"/>
                </a:ext>
              </a:extLst>
            </p:cNvPr>
            <p:cNvSpPr/>
            <p:nvPr/>
          </p:nvSpPr>
          <p:spPr>
            <a:xfrm>
              <a:off x="7885804" y="1729577"/>
              <a:ext cx="69455" cy="188377"/>
            </a:xfrm>
            <a:custGeom>
              <a:avLst/>
              <a:gdLst/>
              <a:ahLst/>
              <a:cxnLst/>
              <a:rect l="l" t="t" r="r" b="b"/>
              <a:pathLst>
                <a:path w="688" h="1866" extrusionOk="0">
                  <a:moveTo>
                    <a:pt x="0" y="1865"/>
                  </a:moveTo>
                  <a:lnTo>
                    <a:pt x="0" y="375"/>
                  </a:lnTo>
                  <a:lnTo>
                    <a:pt x="687" y="1"/>
                  </a:lnTo>
                  <a:lnTo>
                    <a:pt x="687" y="1473"/>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1170;p40">
              <a:extLst>
                <a:ext uri="{FF2B5EF4-FFF2-40B4-BE49-F238E27FC236}">
                  <a16:creationId xmlns:a16="http://schemas.microsoft.com/office/drawing/2014/main" id="{24DA8605-D3A1-A63F-ECB1-61E4DE0D87FB}"/>
                </a:ext>
              </a:extLst>
            </p:cNvPr>
            <p:cNvSpPr/>
            <p:nvPr/>
          </p:nvSpPr>
          <p:spPr>
            <a:xfrm>
              <a:off x="8001092" y="1664765"/>
              <a:ext cx="69354" cy="188276"/>
            </a:xfrm>
            <a:custGeom>
              <a:avLst/>
              <a:gdLst/>
              <a:ahLst/>
              <a:cxnLst/>
              <a:rect l="l" t="t" r="r" b="b"/>
              <a:pathLst>
                <a:path w="687" h="1865" extrusionOk="0">
                  <a:moveTo>
                    <a:pt x="0" y="1865"/>
                  </a:moveTo>
                  <a:lnTo>
                    <a:pt x="0" y="375"/>
                  </a:lnTo>
                  <a:lnTo>
                    <a:pt x="687" y="0"/>
                  </a:lnTo>
                  <a:lnTo>
                    <a:pt x="687" y="147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1171;p40">
              <a:extLst>
                <a:ext uri="{FF2B5EF4-FFF2-40B4-BE49-F238E27FC236}">
                  <a16:creationId xmlns:a16="http://schemas.microsoft.com/office/drawing/2014/main" id="{EE0E4342-1A66-EED9-5F18-CCE546C6617D}"/>
                </a:ext>
              </a:extLst>
            </p:cNvPr>
            <p:cNvSpPr/>
            <p:nvPr/>
          </p:nvSpPr>
          <p:spPr>
            <a:xfrm>
              <a:off x="8116279" y="1599954"/>
              <a:ext cx="69455" cy="188276"/>
            </a:xfrm>
            <a:custGeom>
              <a:avLst/>
              <a:gdLst/>
              <a:ahLst/>
              <a:cxnLst/>
              <a:rect l="l" t="t" r="r" b="b"/>
              <a:pathLst>
                <a:path w="688" h="1865" extrusionOk="0">
                  <a:moveTo>
                    <a:pt x="1" y="1865"/>
                  </a:moveTo>
                  <a:lnTo>
                    <a:pt x="1" y="375"/>
                  </a:lnTo>
                  <a:lnTo>
                    <a:pt x="688" y="0"/>
                  </a:lnTo>
                  <a:lnTo>
                    <a:pt x="688" y="1472"/>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3" name="Google Shape;2800;p64">
            <a:extLst>
              <a:ext uri="{FF2B5EF4-FFF2-40B4-BE49-F238E27FC236}">
                <a16:creationId xmlns:a16="http://schemas.microsoft.com/office/drawing/2014/main" id="{9B70AD72-2D8F-E5FF-2712-37263D71EAF3}"/>
              </a:ext>
            </a:extLst>
          </p:cNvPr>
          <p:cNvGrpSpPr/>
          <p:nvPr/>
        </p:nvGrpSpPr>
        <p:grpSpPr>
          <a:xfrm>
            <a:off x="-160443" y="897987"/>
            <a:ext cx="2107986" cy="4300680"/>
            <a:chOff x="4784950" y="2340175"/>
            <a:chExt cx="493350" cy="1006525"/>
          </a:xfrm>
        </p:grpSpPr>
        <p:sp>
          <p:nvSpPr>
            <p:cNvPr id="994" name="Google Shape;2801;p64">
              <a:extLst>
                <a:ext uri="{FF2B5EF4-FFF2-40B4-BE49-F238E27FC236}">
                  <a16:creationId xmlns:a16="http://schemas.microsoft.com/office/drawing/2014/main" id="{57B718D8-7998-5470-5095-E4BE6121C717}"/>
                </a:ext>
              </a:extLst>
            </p:cNvPr>
            <p:cNvSpPr/>
            <p:nvPr/>
          </p:nvSpPr>
          <p:spPr>
            <a:xfrm>
              <a:off x="5116575" y="2545800"/>
              <a:ext cx="161725" cy="181800"/>
            </a:xfrm>
            <a:custGeom>
              <a:avLst/>
              <a:gdLst/>
              <a:ahLst/>
              <a:cxnLst/>
              <a:rect l="l" t="t" r="r" b="b"/>
              <a:pathLst>
                <a:path w="6469" h="7272" extrusionOk="0">
                  <a:moveTo>
                    <a:pt x="3114" y="63"/>
                  </a:moveTo>
                  <a:lnTo>
                    <a:pt x="6317" y="1829"/>
                  </a:lnTo>
                  <a:cubicBezTo>
                    <a:pt x="6424" y="1883"/>
                    <a:pt x="6469" y="2017"/>
                    <a:pt x="6406" y="2124"/>
                  </a:cubicBezTo>
                  <a:lnTo>
                    <a:pt x="3650" y="7119"/>
                  </a:lnTo>
                  <a:cubicBezTo>
                    <a:pt x="3596" y="7226"/>
                    <a:pt x="3462" y="7271"/>
                    <a:pt x="3355" y="7209"/>
                  </a:cubicBezTo>
                  <a:lnTo>
                    <a:pt x="153" y="5442"/>
                  </a:lnTo>
                  <a:cubicBezTo>
                    <a:pt x="46" y="5380"/>
                    <a:pt x="1" y="5246"/>
                    <a:pt x="63" y="5148"/>
                  </a:cubicBezTo>
                  <a:lnTo>
                    <a:pt x="2820" y="143"/>
                  </a:lnTo>
                  <a:cubicBezTo>
                    <a:pt x="2874" y="36"/>
                    <a:pt x="3007" y="0"/>
                    <a:pt x="3114" y="63"/>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2802;p64">
              <a:extLst>
                <a:ext uri="{FF2B5EF4-FFF2-40B4-BE49-F238E27FC236}">
                  <a16:creationId xmlns:a16="http://schemas.microsoft.com/office/drawing/2014/main" id="{85D189CC-AC2F-7AF2-CA5F-4F6CD09CC5EE}"/>
                </a:ext>
              </a:extLst>
            </p:cNvPr>
            <p:cNvSpPr/>
            <p:nvPr/>
          </p:nvSpPr>
          <p:spPr>
            <a:xfrm>
              <a:off x="4784950" y="3139050"/>
              <a:ext cx="391875" cy="207650"/>
            </a:xfrm>
            <a:custGeom>
              <a:avLst/>
              <a:gdLst/>
              <a:ahLst/>
              <a:cxnLst/>
              <a:rect l="l" t="t" r="r" b="b"/>
              <a:pathLst>
                <a:path w="15675" h="8306" extrusionOk="0">
                  <a:moveTo>
                    <a:pt x="7833" y="0"/>
                  </a:moveTo>
                  <a:cubicBezTo>
                    <a:pt x="12160" y="0"/>
                    <a:pt x="15675" y="1865"/>
                    <a:pt x="15675" y="4157"/>
                  </a:cubicBezTo>
                  <a:cubicBezTo>
                    <a:pt x="15675" y="6450"/>
                    <a:pt x="12160" y="8306"/>
                    <a:pt x="7833" y="8306"/>
                  </a:cubicBezTo>
                  <a:cubicBezTo>
                    <a:pt x="3515" y="8306"/>
                    <a:pt x="0" y="6450"/>
                    <a:pt x="0" y="4157"/>
                  </a:cubicBezTo>
                  <a:cubicBezTo>
                    <a:pt x="0" y="1865"/>
                    <a:pt x="3515" y="0"/>
                    <a:pt x="7833" y="0"/>
                  </a:cubicBezTo>
                  <a:close/>
                </a:path>
              </a:pathLst>
            </a:custGeom>
            <a:solidFill>
              <a:srgbClr val="262162">
                <a:alpha val="25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2803;p64">
              <a:extLst>
                <a:ext uri="{FF2B5EF4-FFF2-40B4-BE49-F238E27FC236}">
                  <a16:creationId xmlns:a16="http://schemas.microsoft.com/office/drawing/2014/main" id="{97F203A6-E645-F0D8-EFD3-070584E2264F}"/>
                </a:ext>
              </a:extLst>
            </p:cNvPr>
            <p:cNvSpPr/>
            <p:nvPr/>
          </p:nvSpPr>
          <p:spPr>
            <a:xfrm>
              <a:off x="4862125" y="3179850"/>
              <a:ext cx="119100" cy="80550"/>
            </a:xfrm>
            <a:custGeom>
              <a:avLst/>
              <a:gdLst/>
              <a:ahLst/>
              <a:cxnLst/>
              <a:rect l="l" t="t" r="r" b="b"/>
              <a:pathLst>
                <a:path w="4764" h="3222" extrusionOk="0">
                  <a:moveTo>
                    <a:pt x="4496" y="10"/>
                  </a:moveTo>
                  <a:cubicBezTo>
                    <a:pt x="4568" y="1"/>
                    <a:pt x="4764" y="491"/>
                    <a:pt x="4603" y="973"/>
                  </a:cubicBezTo>
                  <a:cubicBezTo>
                    <a:pt x="4514" y="1223"/>
                    <a:pt x="4371" y="1535"/>
                    <a:pt x="3479" y="1883"/>
                  </a:cubicBezTo>
                  <a:cubicBezTo>
                    <a:pt x="3167" y="1999"/>
                    <a:pt x="2864" y="1946"/>
                    <a:pt x="2221" y="2258"/>
                  </a:cubicBezTo>
                  <a:cubicBezTo>
                    <a:pt x="2070" y="2329"/>
                    <a:pt x="2212" y="2543"/>
                    <a:pt x="2096" y="2624"/>
                  </a:cubicBezTo>
                  <a:cubicBezTo>
                    <a:pt x="1793" y="2838"/>
                    <a:pt x="1526" y="2954"/>
                    <a:pt x="1383" y="3052"/>
                  </a:cubicBezTo>
                  <a:cubicBezTo>
                    <a:pt x="1124" y="3221"/>
                    <a:pt x="303" y="3212"/>
                    <a:pt x="98" y="2856"/>
                  </a:cubicBezTo>
                  <a:cubicBezTo>
                    <a:pt x="0" y="2668"/>
                    <a:pt x="125" y="1767"/>
                    <a:pt x="125" y="1767"/>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2804;p64">
              <a:extLst>
                <a:ext uri="{FF2B5EF4-FFF2-40B4-BE49-F238E27FC236}">
                  <a16:creationId xmlns:a16="http://schemas.microsoft.com/office/drawing/2014/main" id="{523559A3-56B5-91C3-03A2-82DA7DCC2EFA}"/>
                </a:ext>
              </a:extLst>
            </p:cNvPr>
            <p:cNvSpPr/>
            <p:nvPr/>
          </p:nvSpPr>
          <p:spPr>
            <a:xfrm>
              <a:off x="4862125" y="3157325"/>
              <a:ext cx="117325" cy="89900"/>
            </a:xfrm>
            <a:custGeom>
              <a:avLst/>
              <a:gdLst/>
              <a:ahLst/>
              <a:cxnLst/>
              <a:rect l="l" t="t" r="r" b="b"/>
              <a:pathLst>
                <a:path w="4693" h="3596" extrusionOk="0">
                  <a:moveTo>
                    <a:pt x="330" y="804"/>
                  </a:moveTo>
                  <a:cubicBezTo>
                    <a:pt x="259" y="625"/>
                    <a:pt x="553" y="313"/>
                    <a:pt x="553" y="313"/>
                  </a:cubicBezTo>
                  <a:cubicBezTo>
                    <a:pt x="553" y="313"/>
                    <a:pt x="607" y="598"/>
                    <a:pt x="633" y="759"/>
                  </a:cubicBezTo>
                  <a:cubicBezTo>
                    <a:pt x="651" y="911"/>
                    <a:pt x="892" y="1375"/>
                    <a:pt x="1704" y="982"/>
                  </a:cubicBezTo>
                  <a:cubicBezTo>
                    <a:pt x="2257" y="714"/>
                    <a:pt x="2159" y="90"/>
                    <a:pt x="2159" y="90"/>
                  </a:cubicBezTo>
                  <a:cubicBezTo>
                    <a:pt x="2150" y="1"/>
                    <a:pt x="2355" y="144"/>
                    <a:pt x="2355" y="304"/>
                  </a:cubicBezTo>
                  <a:cubicBezTo>
                    <a:pt x="2355" y="759"/>
                    <a:pt x="2534" y="920"/>
                    <a:pt x="2721" y="955"/>
                  </a:cubicBezTo>
                  <a:cubicBezTo>
                    <a:pt x="3408" y="929"/>
                    <a:pt x="3283" y="563"/>
                    <a:pt x="3943" y="563"/>
                  </a:cubicBezTo>
                  <a:cubicBezTo>
                    <a:pt x="4264" y="572"/>
                    <a:pt x="4478" y="822"/>
                    <a:pt x="4568" y="1071"/>
                  </a:cubicBezTo>
                  <a:cubicBezTo>
                    <a:pt x="4693" y="1410"/>
                    <a:pt x="4505" y="1830"/>
                    <a:pt x="4309" y="2097"/>
                  </a:cubicBezTo>
                  <a:cubicBezTo>
                    <a:pt x="4139" y="2311"/>
                    <a:pt x="3791" y="2543"/>
                    <a:pt x="3533" y="2588"/>
                  </a:cubicBezTo>
                  <a:cubicBezTo>
                    <a:pt x="2141" y="2811"/>
                    <a:pt x="1401" y="3587"/>
                    <a:pt x="955" y="3587"/>
                  </a:cubicBezTo>
                  <a:cubicBezTo>
                    <a:pt x="375" y="3596"/>
                    <a:pt x="223" y="3453"/>
                    <a:pt x="152" y="3203"/>
                  </a:cubicBezTo>
                  <a:cubicBezTo>
                    <a:pt x="0" y="2695"/>
                    <a:pt x="134" y="2186"/>
                    <a:pt x="268" y="1839"/>
                  </a:cubicBezTo>
                  <a:cubicBezTo>
                    <a:pt x="232" y="1464"/>
                    <a:pt x="384" y="911"/>
                    <a:pt x="330" y="804"/>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2805;p64">
              <a:extLst>
                <a:ext uri="{FF2B5EF4-FFF2-40B4-BE49-F238E27FC236}">
                  <a16:creationId xmlns:a16="http://schemas.microsoft.com/office/drawing/2014/main" id="{4942DE28-51F2-1204-1581-724474F6B511}"/>
                </a:ext>
              </a:extLst>
            </p:cNvPr>
            <p:cNvSpPr/>
            <p:nvPr/>
          </p:nvSpPr>
          <p:spPr>
            <a:xfrm>
              <a:off x="4933700" y="3178825"/>
              <a:ext cx="17650" cy="12675"/>
            </a:xfrm>
            <a:custGeom>
              <a:avLst/>
              <a:gdLst/>
              <a:ahLst/>
              <a:cxnLst/>
              <a:rect l="l" t="t" r="r" b="b"/>
              <a:pathLst>
                <a:path w="706" h="507" extrusionOk="0">
                  <a:moveTo>
                    <a:pt x="125" y="1"/>
                  </a:moveTo>
                  <a:cubicBezTo>
                    <a:pt x="99" y="1"/>
                    <a:pt x="72" y="3"/>
                    <a:pt x="45" y="6"/>
                  </a:cubicBezTo>
                  <a:cubicBezTo>
                    <a:pt x="19" y="6"/>
                    <a:pt x="1" y="24"/>
                    <a:pt x="1" y="51"/>
                  </a:cubicBezTo>
                  <a:cubicBezTo>
                    <a:pt x="1" y="69"/>
                    <a:pt x="19" y="86"/>
                    <a:pt x="36" y="86"/>
                  </a:cubicBezTo>
                  <a:cubicBezTo>
                    <a:pt x="56" y="85"/>
                    <a:pt x="75" y="84"/>
                    <a:pt x="94" y="84"/>
                  </a:cubicBezTo>
                  <a:cubicBezTo>
                    <a:pt x="195" y="84"/>
                    <a:pt x="284" y="105"/>
                    <a:pt x="366" y="158"/>
                  </a:cubicBezTo>
                  <a:cubicBezTo>
                    <a:pt x="465" y="220"/>
                    <a:pt x="554" y="327"/>
                    <a:pt x="625" y="488"/>
                  </a:cubicBezTo>
                  <a:cubicBezTo>
                    <a:pt x="631" y="499"/>
                    <a:pt x="640" y="506"/>
                    <a:pt x="652" y="506"/>
                  </a:cubicBezTo>
                  <a:cubicBezTo>
                    <a:pt x="660" y="506"/>
                    <a:pt x="668" y="504"/>
                    <a:pt x="679" y="497"/>
                  </a:cubicBezTo>
                  <a:cubicBezTo>
                    <a:pt x="697" y="488"/>
                    <a:pt x="705" y="461"/>
                    <a:pt x="697" y="443"/>
                  </a:cubicBezTo>
                  <a:cubicBezTo>
                    <a:pt x="625" y="274"/>
                    <a:pt x="527" y="158"/>
                    <a:pt x="420" y="86"/>
                  </a:cubicBezTo>
                  <a:cubicBezTo>
                    <a:pt x="334" y="29"/>
                    <a:pt x="232" y="1"/>
                    <a:pt x="125"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2806;p64">
              <a:extLst>
                <a:ext uri="{FF2B5EF4-FFF2-40B4-BE49-F238E27FC236}">
                  <a16:creationId xmlns:a16="http://schemas.microsoft.com/office/drawing/2014/main" id="{EFA7D1CB-8D0D-2FD9-F8E2-7DF1DEABECBB}"/>
                </a:ext>
              </a:extLst>
            </p:cNvPr>
            <p:cNvSpPr/>
            <p:nvPr/>
          </p:nvSpPr>
          <p:spPr>
            <a:xfrm>
              <a:off x="4929700" y="3179400"/>
              <a:ext cx="16075" cy="14750"/>
            </a:xfrm>
            <a:custGeom>
              <a:avLst/>
              <a:gdLst/>
              <a:ahLst/>
              <a:cxnLst/>
              <a:rect l="l" t="t" r="r" b="b"/>
              <a:pathLst>
                <a:path w="643" h="590" extrusionOk="0">
                  <a:moveTo>
                    <a:pt x="54" y="1"/>
                  </a:moveTo>
                  <a:cubicBezTo>
                    <a:pt x="36" y="1"/>
                    <a:pt x="9" y="19"/>
                    <a:pt x="9" y="46"/>
                  </a:cubicBezTo>
                  <a:cubicBezTo>
                    <a:pt x="0" y="63"/>
                    <a:pt x="18" y="81"/>
                    <a:pt x="36" y="81"/>
                  </a:cubicBezTo>
                  <a:cubicBezTo>
                    <a:pt x="161" y="90"/>
                    <a:pt x="268" y="126"/>
                    <a:pt x="357" y="206"/>
                  </a:cubicBezTo>
                  <a:cubicBezTo>
                    <a:pt x="446" y="278"/>
                    <a:pt x="509" y="402"/>
                    <a:pt x="562" y="563"/>
                  </a:cubicBezTo>
                  <a:cubicBezTo>
                    <a:pt x="562" y="590"/>
                    <a:pt x="589" y="590"/>
                    <a:pt x="607" y="590"/>
                  </a:cubicBezTo>
                  <a:cubicBezTo>
                    <a:pt x="634" y="581"/>
                    <a:pt x="642" y="554"/>
                    <a:pt x="642" y="536"/>
                  </a:cubicBezTo>
                  <a:cubicBezTo>
                    <a:pt x="589" y="358"/>
                    <a:pt x="518" y="224"/>
                    <a:pt x="419" y="144"/>
                  </a:cubicBezTo>
                  <a:cubicBezTo>
                    <a:pt x="312" y="54"/>
                    <a:pt x="196" y="10"/>
                    <a:pt x="54"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2807;p64">
              <a:extLst>
                <a:ext uri="{FF2B5EF4-FFF2-40B4-BE49-F238E27FC236}">
                  <a16:creationId xmlns:a16="http://schemas.microsoft.com/office/drawing/2014/main" id="{6477A14D-E74B-F521-1FA4-BCBE8862709E}"/>
                </a:ext>
              </a:extLst>
            </p:cNvPr>
            <p:cNvSpPr/>
            <p:nvPr/>
          </p:nvSpPr>
          <p:spPr>
            <a:xfrm>
              <a:off x="4926800" y="3179775"/>
              <a:ext cx="12500" cy="17575"/>
            </a:xfrm>
            <a:custGeom>
              <a:avLst/>
              <a:gdLst/>
              <a:ahLst/>
              <a:cxnLst/>
              <a:rect l="l" t="t" r="r" b="b"/>
              <a:pathLst>
                <a:path w="500" h="703" extrusionOk="0">
                  <a:moveTo>
                    <a:pt x="52" y="0"/>
                  </a:moveTo>
                  <a:cubicBezTo>
                    <a:pt x="35" y="0"/>
                    <a:pt x="22" y="9"/>
                    <a:pt x="9" y="22"/>
                  </a:cubicBezTo>
                  <a:cubicBezTo>
                    <a:pt x="0" y="39"/>
                    <a:pt x="9" y="66"/>
                    <a:pt x="36" y="66"/>
                  </a:cubicBezTo>
                  <a:cubicBezTo>
                    <a:pt x="152" y="111"/>
                    <a:pt x="241" y="173"/>
                    <a:pt x="303" y="263"/>
                  </a:cubicBezTo>
                  <a:cubicBezTo>
                    <a:pt x="375" y="361"/>
                    <a:pt x="411" y="494"/>
                    <a:pt x="411" y="673"/>
                  </a:cubicBezTo>
                  <a:cubicBezTo>
                    <a:pt x="411" y="687"/>
                    <a:pt x="428" y="702"/>
                    <a:pt x="445" y="702"/>
                  </a:cubicBezTo>
                  <a:cubicBezTo>
                    <a:pt x="448" y="702"/>
                    <a:pt x="452" y="701"/>
                    <a:pt x="455" y="700"/>
                  </a:cubicBezTo>
                  <a:cubicBezTo>
                    <a:pt x="482" y="700"/>
                    <a:pt x="500" y="682"/>
                    <a:pt x="500" y="664"/>
                  </a:cubicBezTo>
                  <a:cubicBezTo>
                    <a:pt x="500" y="477"/>
                    <a:pt x="455" y="334"/>
                    <a:pt x="384" y="227"/>
                  </a:cubicBezTo>
                  <a:cubicBezTo>
                    <a:pt x="312" y="111"/>
                    <a:pt x="205" y="39"/>
                    <a:pt x="72" y="4"/>
                  </a:cubicBezTo>
                  <a:cubicBezTo>
                    <a:pt x="64" y="1"/>
                    <a:pt x="58" y="0"/>
                    <a:pt x="52"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2808;p64">
              <a:extLst>
                <a:ext uri="{FF2B5EF4-FFF2-40B4-BE49-F238E27FC236}">
                  <a16:creationId xmlns:a16="http://schemas.microsoft.com/office/drawing/2014/main" id="{9B49A40D-43EF-8FAC-1191-43A8F5FED43E}"/>
                </a:ext>
              </a:extLst>
            </p:cNvPr>
            <p:cNvSpPr/>
            <p:nvPr/>
          </p:nvSpPr>
          <p:spPr>
            <a:xfrm>
              <a:off x="4926800" y="3180150"/>
              <a:ext cx="7825" cy="20300"/>
            </a:xfrm>
            <a:custGeom>
              <a:avLst/>
              <a:gdLst/>
              <a:ahLst/>
              <a:cxnLst/>
              <a:rect l="l" t="t" r="r" b="b"/>
              <a:pathLst>
                <a:path w="313" h="812" extrusionOk="0">
                  <a:moveTo>
                    <a:pt x="40" y="1"/>
                  </a:moveTo>
                  <a:cubicBezTo>
                    <a:pt x="30" y="1"/>
                    <a:pt x="22" y="3"/>
                    <a:pt x="18" y="7"/>
                  </a:cubicBezTo>
                  <a:cubicBezTo>
                    <a:pt x="0" y="24"/>
                    <a:pt x="0" y="51"/>
                    <a:pt x="18" y="60"/>
                  </a:cubicBezTo>
                  <a:cubicBezTo>
                    <a:pt x="107" y="140"/>
                    <a:pt x="170" y="239"/>
                    <a:pt x="196" y="346"/>
                  </a:cubicBezTo>
                  <a:cubicBezTo>
                    <a:pt x="223" y="462"/>
                    <a:pt x="205" y="604"/>
                    <a:pt x="143" y="765"/>
                  </a:cubicBezTo>
                  <a:cubicBezTo>
                    <a:pt x="134" y="783"/>
                    <a:pt x="143" y="801"/>
                    <a:pt x="170" y="810"/>
                  </a:cubicBezTo>
                  <a:cubicBezTo>
                    <a:pt x="175" y="811"/>
                    <a:pt x="179" y="812"/>
                    <a:pt x="183" y="812"/>
                  </a:cubicBezTo>
                  <a:cubicBezTo>
                    <a:pt x="203" y="812"/>
                    <a:pt x="216" y="797"/>
                    <a:pt x="223" y="783"/>
                  </a:cubicBezTo>
                  <a:cubicBezTo>
                    <a:pt x="295" y="613"/>
                    <a:pt x="312" y="462"/>
                    <a:pt x="286" y="337"/>
                  </a:cubicBezTo>
                  <a:cubicBezTo>
                    <a:pt x="259" y="203"/>
                    <a:pt x="187" y="96"/>
                    <a:pt x="80" y="16"/>
                  </a:cubicBezTo>
                  <a:cubicBezTo>
                    <a:pt x="70" y="5"/>
                    <a:pt x="53" y="1"/>
                    <a:pt x="40"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2809;p64">
              <a:extLst>
                <a:ext uri="{FF2B5EF4-FFF2-40B4-BE49-F238E27FC236}">
                  <a16:creationId xmlns:a16="http://schemas.microsoft.com/office/drawing/2014/main" id="{BE9E100D-44D6-0B34-0DB7-5522B9FC1352}"/>
                </a:ext>
              </a:extLst>
            </p:cNvPr>
            <p:cNvSpPr/>
            <p:nvPr/>
          </p:nvSpPr>
          <p:spPr>
            <a:xfrm>
              <a:off x="4979425" y="3234500"/>
              <a:ext cx="120675" cy="80525"/>
            </a:xfrm>
            <a:custGeom>
              <a:avLst/>
              <a:gdLst/>
              <a:ahLst/>
              <a:cxnLst/>
              <a:rect l="l" t="t" r="r" b="b"/>
              <a:pathLst>
                <a:path w="4827" h="3221" extrusionOk="0">
                  <a:moveTo>
                    <a:pt x="4497" y="18"/>
                  </a:moveTo>
                  <a:cubicBezTo>
                    <a:pt x="4568" y="0"/>
                    <a:pt x="4827" y="571"/>
                    <a:pt x="4604" y="973"/>
                  </a:cubicBezTo>
                  <a:cubicBezTo>
                    <a:pt x="4541" y="1089"/>
                    <a:pt x="4604" y="1490"/>
                    <a:pt x="3480" y="1883"/>
                  </a:cubicBezTo>
                  <a:cubicBezTo>
                    <a:pt x="3167" y="1999"/>
                    <a:pt x="2864" y="1954"/>
                    <a:pt x="2222" y="2257"/>
                  </a:cubicBezTo>
                  <a:cubicBezTo>
                    <a:pt x="2070" y="2329"/>
                    <a:pt x="2213" y="2543"/>
                    <a:pt x="2106" y="2623"/>
                  </a:cubicBezTo>
                  <a:cubicBezTo>
                    <a:pt x="1794" y="2846"/>
                    <a:pt x="1526" y="2962"/>
                    <a:pt x="1392" y="3051"/>
                  </a:cubicBezTo>
                  <a:cubicBezTo>
                    <a:pt x="1133" y="3221"/>
                    <a:pt x="304" y="3212"/>
                    <a:pt x="108" y="2864"/>
                  </a:cubicBezTo>
                  <a:cubicBezTo>
                    <a:pt x="1" y="2668"/>
                    <a:pt x="125" y="1767"/>
                    <a:pt x="125" y="1767"/>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2810;p64">
              <a:extLst>
                <a:ext uri="{FF2B5EF4-FFF2-40B4-BE49-F238E27FC236}">
                  <a16:creationId xmlns:a16="http://schemas.microsoft.com/office/drawing/2014/main" id="{597E1305-EFDD-FF6E-8293-980C1EDA153B}"/>
                </a:ext>
              </a:extLst>
            </p:cNvPr>
            <p:cNvSpPr/>
            <p:nvPr/>
          </p:nvSpPr>
          <p:spPr>
            <a:xfrm>
              <a:off x="4979425" y="3212200"/>
              <a:ext cx="117325" cy="89675"/>
            </a:xfrm>
            <a:custGeom>
              <a:avLst/>
              <a:gdLst/>
              <a:ahLst/>
              <a:cxnLst/>
              <a:rect l="l" t="t" r="r" b="b"/>
              <a:pathLst>
                <a:path w="4693" h="3587" extrusionOk="0">
                  <a:moveTo>
                    <a:pt x="277" y="857"/>
                  </a:moveTo>
                  <a:cubicBezTo>
                    <a:pt x="206" y="678"/>
                    <a:pt x="500" y="366"/>
                    <a:pt x="500" y="366"/>
                  </a:cubicBezTo>
                  <a:cubicBezTo>
                    <a:pt x="500" y="366"/>
                    <a:pt x="554" y="652"/>
                    <a:pt x="580" y="812"/>
                  </a:cubicBezTo>
                  <a:cubicBezTo>
                    <a:pt x="598" y="964"/>
                    <a:pt x="902" y="1365"/>
                    <a:pt x="1704" y="973"/>
                  </a:cubicBezTo>
                  <a:cubicBezTo>
                    <a:pt x="2266" y="705"/>
                    <a:pt x="2159" y="90"/>
                    <a:pt x="2159" y="90"/>
                  </a:cubicBezTo>
                  <a:cubicBezTo>
                    <a:pt x="2150" y="0"/>
                    <a:pt x="2356" y="134"/>
                    <a:pt x="2356" y="295"/>
                  </a:cubicBezTo>
                  <a:cubicBezTo>
                    <a:pt x="2356" y="759"/>
                    <a:pt x="2534" y="910"/>
                    <a:pt x="2721" y="955"/>
                  </a:cubicBezTo>
                  <a:cubicBezTo>
                    <a:pt x="3417" y="919"/>
                    <a:pt x="3283" y="553"/>
                    <a:pt x="3953" y="562"/>
                  </a:cubicBezTo>
                  <a:cubicBezTo>
                    <a:pt x="4265" y="562"/>
                    <a:pt x="4479" y="812"/>
                    <a:pt x="4568" y="1062"/>
                  </a:cubicBezTo>
                  <a:cubicBezTo>
                    <a:pt x="4693" y="1401"/>
                    <a:pt x="4506" y="1829"/>
                    <a:pt x="4309" y="2088"/>
                  </a:cubicBezTo>
                  <a:cubicBezTo>
                    <a:pt x="4140" y="2302"/>
                    <a:pt x="3792" y="2534"/>
                    <a:pt x="3533" y="2579"/>
                  </a:cubicBezTo>
                  <a:cubicBezTo>
                    <a:pt x="2142" y="2802"/>
                    <a:pt x="1410" y="3578"/>
                    <a:pt x="955" y="3587"/>
                  </a:cubicBezTo>
                  <a:cubicBezTo>
                    <a:pt x="375" y="3587"/>
                    <a:pt x="232" y="3453"/>
                    <a:pt x="152" y="3194"/>
                  </a:cubicBezTo>
                  <a:cubicBezTo>
                    <a:pt x="1" y="2686"/>
                    <a:pt x="143" y="2177"/>
                    <a:pt x="268" y="1829"/>
                  </a:cubicBezTo>
                  <a:cubicBezTo>
                    <a:pt x="232" y="1454"/>
                    <a:pt x="331" y="973"/>
                    <a:pt x="277" y="857"/>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2811;p64">
              <a:extLst>
                <a:ext uri="{FF2B5EF4-FFF2-40B4-BE49-F238E27FC236}">
                  <a16:creationId xmlns:a16="http://schemas.microsoft.com/office/drawing/2014/main" id="{CD9D7765-DF52-7A27-D48F-3EDAB243DCAE}"/>
                </a:ext>
              </a:extLst>
            </p:cNvPr>
            <p:cNvSpPr/>
            <p:nvPr/>
          </p:nvSpPr>
          <p:spPr>
            <a:xfrm>
              <a:off x="5051025" y="3233550"/>
              <a:ext cx="17625" cy="12650"/>
            </a:xfrm>
            <a:custGeom>
              <a:avLst/>
              <a:gdLst/>
              <a:ahLst/>
              <a:cxnLst/>
              <a:rect l="l" t="t" r="r" b="b"/>
              <a:pathLst>
                <a:path w="705" h="506" extrusionOk="0">
                  <a:moveTo>
                    <a:pt x="108" y="1"/>
                  </a:moveTo>
                  <a:cubicBezTo>
                    <a:pt x="88" y="1"/>
                    <a:pt x="66" y="1"/>
                    <a:pt x="45" y="3"/>
                  </a:cubicBezTo>
                  <a:cubicBezTo>
                    <a:pt x="27" y="3"/>
                    <a:pt x="0" y="30"/>
                    <a:pt x="0" y="47"/>
                  </a:cubicBezTo>
                  <a:cubicBezTo>
                    <a:pt x="0" y="74"/>
                    <a:pt x="18" y="83"/>
                    <a:pt x="36" y="83"/>
                  </a:cubicBezTo>
                  <a:cubicBezTo>
                    <a:pt x="56" y="82"/>
                    <a:pt x="75" y="81"/>
                    <a:pt x="94" y="81"/>
                  </a:cubicBezTo>
                  <a:cubicBezTo>
                    <a:pt x="194" y="81"/>
                    <a:pt x="283" y="102"/>
                    <a:pt x="366" y="154"/>
                  </a:cubicBezTo>
                  <a:cubicBezTo>
                    <a:pt x="464" y="217"/>
                    <a:pt x="553" y="333"/>
                    <a:pt x="625" y="484"/>
                  </a:cubicBezTo>
                  <a:cubicBezTo>
                    <a:pt x="631" y="498"/>
                    <a:pt x="647" y="506"/>
                    <a:pt x="662" y="506"/>
                  </a:cubicBezTo>
                  <a:cubicBezTo>
                    <a:pt x="668" y="506"/>
                    <a:pt x="673" y="505"/>
                    <a:pt x="678" y="502"/>
                  </a:cubicBezTo>
                  <a:cubicBezTo>
                    <a:pt x="696" y="484"/>
                    <a:pt x="705" y="467"/>
                    <a:pt x="705" y="440"/>
                  </a:cubicBezTo>
                  <a:cubicBezTo>
                    <a:pt x="625" y="270"/>
                    <a:pt x="527" y="154"/>
                    <a:pt x="419" y="92"/>
                  </a:cubicBezTo>
                  <a:cubicBezTo>
                    <a:pt x="329" y="24"/>
                    <a:pt x="225" y="1"/>
                    <a:pt x="108"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2812;p64">
              <a:extLst>
                <a:ext uri="{FF2B5EF4-FFF2-40B4-BE49-F238E27FC236}">
                  <a16:creationId xmlns:a16="http://schemas.microsoft.com/office/drawing/2014/main" id="{274B851D-AED9-5C79-14CF-A4C9D6DDB983}"/>
                </a:ext>
              </a:extLst>
            </p:cNvPr>
            <p:cNvSpPr/>
            <p:nvPr/>
          </p:nvSpPr>
          <p:spPr>
            <a:xfrm>
              <a:off x="5047000" y="3234275"/>
              <a:ext cx="16300" cy="14600"/>
            </a:xfrm>
            <a:custGeom>
              <a:avLst/>
              <a:gdLst/>
              <a:ahLst/>
              <a:cxnLst/>
              <a:rect l="l" t="t" r="r" b="b"/>
              <a:pathLst>
                <a:path w="652" h="584" extrusionOk="0">
                  <a:moveTo>
                    <a:pt x="54" y="1"/>
                  </a:moveTo>
                  <a:cubicBezTo>
                    <a:pt x="36" y="1"/>
                    <a:pt x="10" y="9"/>
                    <a:pt x="10" y="36"/>
                  </a:cubicBezTo>
                  <a:cubicBezTo>
                    <a:pt x="1" y="54"/>
                    <a:pt x="18" y="72"/>
                    <a:pt x="36" y="72"/>
                  </a:cubicBezTo>
                  <a:cubicBezTo>
                    <a:pt x="161" y="81"/>
                    <a:pt x="268" y="116"/>
                    <a:pt x="357" y="197"/>
                  </a:cubicBezTo>
                  <a:cubicBezTo>
                    <a:pt x="447" y="277"/>
                    <a:pt x="518" y="393"/>
                    <a:pt x="563" y="563"/>
                  </a:cubicBezTo>
                  <a:cubicBezTo>
                    <a:pt x="569" y="576"/>
                    <a:pt x="580" y="584"/>
                    <a:pt x="597" y="584"/>
                  </a:cubicBezTo>
                  <a:cubicBezTo>
                    <a:pt x="602" y="584"/>
                    <a:pt x="609" y="583"/>
                    <a:pt x="616" y="580"/>
                  </a:cubicBezTo>
                  <a:cubicBezTo>
                    <a:pt x="634" y="571"/>
                    <a:pt x="652" y="545"/>
                    <a:pt x="643" y="527"/>
                  </a:cubicBezTo>
                  <a:cubicBezTo>
                    <a:pt x="589" y="348"/>
                    <a:pt x="518" y="224"/>
                    <a:pt x="420" y="134"/>
                  </a:cubicBezTo>
                  <a:cubicBezTo>
                    <a:pt x="322" y="45"/>
                    <a:pt x="197" y="1"/>
                    <a:pt x="54"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2813;p64">
              <a:extLst>
                <a:ext uri="{FF2B5EF4-FFF2-40B4-BE49-F238E27FC236}">
                  <a16:creationId xmlns:a16="http://schemas.microsoft.com/office/drawing/2014/main" id="{8A7C6533-A5DB-109A-17E8-51DA4EEFCC94}"/>
                </a:ext>
              </a:extLst>
            </p:cNvPr>
            <p:cNvSpPr/>
            <p:nvPr/>
          </p:nvSpPr>
          <p:spPr>
            <a:xfrm>
              <a:off x="5044100" y="3234400"/>
              <a:ext cx="12525" cy="17750"/>
            </a:xfrm>
            <a:custGeom>
              <a:avLst/>
              <a:gdLst/>
              <a:ahLst/>
              <a:cxnLst/>
              <a:rect l="l" t="t" r="r" b="b"/>
              <a:pathLst>
                <a:path w="501" h="710" extrusionOk="0">
                  <a:moveTo>
                    <a:pt x="56" y="1"/>
                  </a:moveTo>
                  <a:cubicBezTo>
                    <a:pt x="41" y="1"/>
                    <a:pt x="25" y="9"/>
                    <a:pt x="18" y="22"/>
                  </a:cubicBezTo>
                  <a:cubicBezTo>
                    <a:pt x="1" y="49"/>
                    <a:pt x="10" y="67"/>
                    <a:pt x="36" y="76"/>
                  </a:cubicBezTo>
                  <a:cubicBezTo>
                    <a:pt x="152" y="111"/>
                    <a:pt x="241" y="174"/>
                    <a:pt x="313" y="272"/>
                  </a:cubicBezTo>
                  <a:cubicBezTo>
                    <a:pt x="375" y="370"/>
                    <a:pt x="411" y="504"/>
                    <a:pt x="420" y="674"/>
                  </a:cubicBezTo>
                  <a:cubicBezTo>
                    <a:pt x="420" y="691"/>
                    <a:pt x="438" y="709"/>
                    <a:pt x="456" y="709"/>
                  </a:cubicBezTo>
                  <a:cubicBezTo>
                    <a:pt x="482" y="700"/>
                    <a:pt x="500" y="682"/>
                    <a:pt x="500" y="665"/>
                  </a:cubicBezTo>
                  <a:cubicBezTo>
                    <a:pt x="500" y="477"/>
                    <a:pt x="456" y="335"/>
                    <a:pt x="384" y="227"/>
                  </a:cubicBezTo>
                  <a:cubicBezTo>
                    <a:pt x="313" y="120"/>
                    <a:pt x="206" y="40"/>
                    <a:pt x="72" y="4"/>
                  </a:cubicBezTo>
                  <a:cubicBezTo>
                    <a:pt x="67" y="2"/>
                    <a:pt x="62" y="1"/>
                    <a:pt x="56"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2814;p64">
              <a:extLst>
                <a:ext uri="{FF2B5EF4-FFF2-40B4-BE49-F238E27FC236}">
                  <a16:creationId xmlns:a16="http://schemas.microsoft.com/office/drawing/2014/main" id="{A26134D8-B364-5E12-507B-E291C14739D9}"/>
                </a:ext>
              </a:extLst>
            </p:cNvPr>
            <p:cNvSpPr/>
            <p:nvPr/>
          </p:nvSpPr>
          <p:spPr>
            <a:xfrm>
              <a:off x="5044100" y="3234825"/>
              <a:ext cx="7825" cy="20300"/>
            </a:xfrm>
            <a:custGeom>
              <a:avLst/>
              <a:gdLst/>
              <a:ahLst/>
              <a:cxnLst/>
              <a:rect l="l" t="t" r="r" b="b"/>
              <a:pathLst>
                <a:path w="313" h="812" extrusionOk="0">
                  <a:moveTo>
                    <a:pt x="50" y="1"/>
                  </a:moveTo>
                  <a:cubicBezTo>
                    <a:pt x="39" y="1"/>
                    <a:pt x="27" y="5"/>
                    <a:pt x="18" y="14"/>
                  </a:cubicBezTo>
                  <a:cubicBezTo>
                    <a:pt x="1" y="23"/>
                    <a:pt x="1" y="50"/>
                    <a:pt x="18" y="68"/>
                  </a:cubicBezTo>
                  <a:cubicBezTo>
                    <a:pt x="108" y="139"/>
                    <a:pt x="170" y="237"/>
                    <a:pt x="197" y="353"/>
                  </a:cubicBezTo>
                  <a:cubicBezTo>
                    <a:pt x="224" y="469"/>
                    <a:pt x="206" y="603"/>
                    <a:pt x="143" y="764"/>
                  </a:cubicBezTo>
                  <a:cubicBezTo>
                    <a:pt x="134" y="781"/>
                    <a:pt x="152" y="799"/>
                    <a:pt x="170" y="808"/>
                  </a:cubicBezTo>
                  <a:cubicBezTo>
                    <a:pt x="177" y="811"/>
                    <a:pt x="184" y="812"/>
                    <a:pt x="191" y="812"/>
                  </a:cubicBezTo>
                  <a:cubicBezTo>
                    <a:pt x="209" y="812"/>
                    <a:pt x="224" y="803"/>
                    <a:pt x="224" y="790"/>
                  </a:cubicBezTo>
                  <a:cubicBezTo>
                    <a:pt x="295" y="612"/>
                    <a:pt x="313" y="469"/>
                    <a:pt x="286" y="335"/>
                  </a:cubicBezTo>
                  <a:cubicBezTo>
                    <a:pt x="259" y="210"/>
                    <a:pt x="188" y="103"/>
                    <a:pt x="81" y="14"/>
                  </a:cubicBezTo>
                  <a:cubicBezTo>
                    <a:pt x="72" y="5"/>
                    <a:pt x="61" y="1"/>
                    <a:pt x="50"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2815;p64">
              <a:extLst>
                <a:ext uri="{FF2B5EF4-FFF2-40B4-BE49-F238E27FC236}">
                  <a16:creationId xmlns:a16="http://schemas.microsoft.com/office/drawing/2014/main" id="{789EE996-1394-B54D-D14F-463CB0697469}"/>
                </a:ext>
              </a:extLst>
            </p:cNvPr>
            <p:cNvSpPr/>
            <p:nvPr/>
          </p:nvSpPr>
          <p:spPr>
            <a:xfrm>
              <a:off x="4862775" y="2806300"/>
              <a:ext cx="120900" cy="419975"/>
            </a:xfrm>
            <a:custGeom>
              <a:avLst/>
              <a:gdLst/>
              <a:ahLst/>
              <a:cxnLst/>
              <a:rect l="l" t="t" r="r" b="b"/>
              <a:pathLst>
                <a:path w="4836" h="16799" extrusionOk="0">
                  <a:moveTo>
                    <a:pt x="36" y="15933"/>
                  </a:moveTo>
                  <a:cubicBezTo>
                    <a:pt x="474" y="16798"/>
                    <a:pt x="2534" y="16174"/>
                    <a:pt x="2409" y="14889"/>
                  </a:cubicBezTo>
                  <a:cubicBezTo>
                    <a:pt x="2517" y="12668"/>
                    <a:pt x="3971" y="10500"/>
                    <a:pt x="4399" y="8761"/>
                  </a:cubicBezTo>
                  <a:cubicBezTo>
                    <a:pt x="4684" y="5112"/>
                    <a:pt x="4836" y="1213"/>
                    <a:pt x="3980" y="857"/>
                  </a:cubicBezTo>
                  <a:cubicBezTo>
                    <a:pt x="2927" y="482"/>
                    <a:pt x="2035" y="375"/>
                    <a:pt x="982" y="0"/>
                  </a:cubicBezTo>
                  <a:cubicBezTo>
                    <a:pt x="723" y="3845"/>
                    <a:pt x="1892" y="6611"/>
                    <a:pt x="1473" y="8359"/>
                  </a:cubicBezTo>
                  <a:cubicBezTo>
                    <a:pt x="447" y="10429"/>
                    <a:pt x="1" y="15317"/>
                    <a:pt x="36" y="159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2816;p64">
              <a:extLst>
                <a:ext uri="{FF2B5EF4-FFF2-40B4-BE49-F238E27FC236}">
                  <a16:creationId xmlns:a16="http://schemas.microsoft.com/office/drawing/2014/main" id="{33422D87-B073-A353-730B-033D1553AE3B}"/>
                </a:ext>
              </a:extLst>
            </p:cNvPr>
            <p:cNvSpPr/>
            <p:nvPr/>
          </p:nvSpPr>
          <p:spPr>
            <a:xfrm>
              <a:off x="4911175" y="2830825"/>
              <a:ext cx="156600" cy="455225"/>
            </a:xfrm>
            <a:custGeom>
              <a:avLst/>
              <a:gdLst/>
              <a:ahLst/>
              <a:cxnLst/>
              <a:rect l="l" t="t" r="r" b="b"/>
              <a:pathLst>
                <a:path w="6264" h="18209" extrusionOk="0">
                  <a:moveTo>
                    <a:pt x="2838" y="17236"/>
                  </a:moveTo>
                  <a:cubicBezTo>
                    <a:pt x="3614" y="18208"/>
                    <a:pt x="5273" y="17486"/>
                    <a:pt x="5344" y="16040"/>
                  </a:cubicBezTo>
                  <a:cubicBezTo>
                    <a:pt x="4979" y="12963"/>
                    <a:pt x="5657" y="12454"/>
                    <a:pt x="5871" y="9858"/>
                  </a:cubicBezTo>
                  <a:cubicBezTo>
                    <a:pt x="5897" y="9475"/>
                    <a:pt x="5880" y="9073"/>
                    <a:pt x="5880" y="8663"/>
                  </a:cubicBezTo>
                  <a:cubicBezTo>
                    <a:pt x="6263" y="4595"/>
                    <a:pt x="5621" y="946"/>
                    <a:pt x="5121" y="366"/>
                  </a:cubicBezTo>
                  <a:cubicBezTo>
                    <a:pt x="4069" y="0"/>
                    <a:pt x="1722" y="473"/>
                    <a:pt x="670" y="99"/>
                  </a:cubicBezTo>
                  <a:cubicBezTo>
                    <a:pt x="527" y="634"/>
                    <a:pt x="1" y="2302"/>
                    <a:pt x="1812" y="3141"/>
                  </a:cubicBezTo>
                  <a:cubicBezTo>
                    <a:pt x="2213" y="5157"/>
                    <a:pt x="2838" y="7726"/>
                    <a:pt x="3203" y="9983"/>
                  </a:cubicBezTo>
                  <a:cubicBezTo>
                    <a:pt x="2276" y="11607"/>
                    <a:pt x="3016" y="16388"/>
                    <a:pt x="2838" y="1723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2817;p64">
              <a:extLst>
                <a:ext uri="{FF2B5EF4-FFF2-40B4-BE49-F238E27FC236}">
                  <a16:creationId xmlns:a16="http://schemas.microsoft.com/office/drawing/2014/main" id="{3B050339-13B9-2FF6-B85A-2C8232F2E29D}"/>
                </a:ext>
              </a:extLst>
            </p:cNvPr>
            <p:cNvSpPr/>
            <p:nvPr/>
          </p:nvSpPr>
          <p:spPr>
            <a:xfrm>
              <a:off x="4844725" y="2499625"/>
              <a:ext cx="212350" cy="424000"/>
            </a:xfrm>
            <a:custGeom>
              <a:avLst/>
              <a:gdLst/>
              <a:ahLst/>
              <a:cxnLst/>
              <a:rect l="l" t="t" r="r" b="b"/>
              <a:pathLst>
                <a:path w="8494" h="16960" extrusionOk="0">
                  <a:moveTo>
                    <a:pt x="5638" y="1535"/>
                  </a:moveTo>
                  <a:cubicBezTo>
                    <a:pt x="5799" y="1580"/>
                    <a:pt x="6887" y="2392"/>
                    <a:pt x="7708" y="3498"/>
                  </a:cubicBezTo>
                  <a:cubicBezTo>
                    <a:pt x="8216" y="4158"/>
                    <a:pt x="7913" y="5050"/>
                    <a:pt x="7895" y="5246"/>
                  </a:cubicBezTo>
                  <a:cubicBezTo>
                    <a:pt x="7762" y="6513"/>
                    <a:pt x="8101" y="13454"/>
                    <a:pt x="8493" y="15193"/>
                  </a:cubicBezTo>
                  <a:cubicBezTo>
                    <a:pt x="6646" y="16960"/>
                    <a:pt x="1401" y="15952"/>
                    <a:pt x="1231" y="13900"/>
                  </a:cubicBezTo>
                  <a:cubicBezTo>
                    <a:pt x="1205" y="12071"/>
                    <a:pt x="1329" y="9207"/>
                    <a:pt x="1089" y="7744"/>
                  </a:cubicBezTo>
                  <a:cubicBezTo>
                    <a:pt x="973" y="7039"/>
                    <a:pt x="0" y="2686"/>
                    <a:pt x="1294" y="902"/>
                  </a:cubicBezTo>
                  <a:cubicBezTo>
                    <a:pt x="1508" y="607"/>
                    <a:pt x="2141" y="1"/>
                    <a:pt x="2712" y="90"/>
                  </a:cubicBezTo>
                  <a:cubicBezTo>
                    <a:pt x="3881" y="224"/>
                    <a:pt x="5442" y="1482"/>
                    <a:pt x="5638" y="1535"/>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2818;p64">
              <a:extLst>
                <a:ext uri="{FF2B5EF4-FFF2-40B4-BE49-F238E27FC236}">
                  <a16:creationId xmlns:a16="http://schemas.microsoft.com/office/drawing/2014/main" id="{C26D2576-48AA-1468-DECB-E76DB8EF8833}"/>
                </a:ext>
              </a:extLst>
            </p:cNvPr>
            <p:cNvSpPr/>
            <p:nvPr/>
          </p:nvSpPr>
          <p:spPr>
            <a:xfrm>
              <a:off x="4891550" y="2500075"/>
              <a:ext cx="50200" cy="28125"/>
            </a:xfrm>
            <a:custGeom>
              <a:avLst/>
              <a:gdLst/>
              <a:ahLst/>
              <a:cxnLst/>
              <a:rect l="l" t="t" r="r" b="b"/>
              <a:pathLst>
                <a:path w="2008" h="1125" extrusionOk="0">
                  <a:moveTo>
                    <a:pt x="1" y="331"/>
                  </a:moveTo>
                  <a:lnTo>
                    <a:pt x="1143" y="1125"/>
                  </a:lnTo>
                  <a:lnTo>
                    <a:pt x="2008" y="777"/>
                  </a:lnTo>
                  <a:cubicBezTo>
                    <a:pt x="1624" y="518"/>
                    <a:pt x="1312" y="322"/>
                    <a:pt x="919" y="63"/>
                  </a:cubicBezTo>
                  <a:cubicBezTo>
                    <a:pt x="589" y="1"/>
                    <a:pt x="134" y="152"/>
                    <a:pt x="1" y="33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2819;p64">
              <a:extLst>
                <a:ext uri="{FF2B5EF4-FFF2-40B4-BE49-F238E27FC236}">
                  <a16:creationId xmlns:a16="http://schemas.microsoft.com/office/drawing/2014/main" id="{3E154377-72BF-B18B-8716-0A83FCC60E0C}"/>
                </a:ext>
              </a:extLst>
            </p:cNvPr>
            <p:cNvSpPr/>
            <p:nvPr/>
          </p:nvSpPr>
          <p:spPr>
            <a:xfrm>
              <a:off x="4894000" y="2501425"/>
              <a:ext cx="43750" cy="25450"/>
            </a:xfrm>
            <a:custGeom>
              <a:avLst/>
              <a:gdLst/>
              <a:ahLst/>
              <a:cxnLst/>
              <a:rect l="l" t="t" r="r" b="b"/>
              <a:pathLst>
                <a:path w="1750" h="1018" extrusionOk="0">
                  <a:moveTo>
                    <a:pt x="1" y="187"/>
                  </a:moveTo>
                  <a:lnTo>
                    <a:pt x="1178" y="1017"/>
                  </a:lnTo>
                  <a:lnTo>
                    <a:pt x="1749" y="794"/>
                  </a:lnTo>
                  <a:cubicBezTo>
                    <a:pt x="1366" y="526"/>
                    <a:pt x="991" y="268"/>
                    <a:pt x="607" y="0"/>
                  </a:cubicBezTo>
                  <a:cubicBezTo>
                    <a:pt x="295" y="9"/>
                    <a:pt x="90" y="107"/>
                    <a:pt x="1" y="187"/>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2820;p64">
              <a:extLst>
                <a:ext uri="{FF2B5EF4-FFF2-40B4-BE49-F238E27FC236}">
                  <a16:creationId xmlns:a16="http://schemas.microsoft.com/office/drawing/2014/main" id="{AFDE3F2C-8B72-2E7C-DF45-F98BE88D06E1}"/>
                </a:ext>
              </a:extLst>
            </p:cNvPr>
            <p:cNvSpPr/>
            <p:nvPr/>
          </p:nvSpPr>
          <p:spPr>
            <a:xfrm>
              <a:off x="5147800" y="2795375"/>
              <a:ext cx="49325" cy="84100"/>
            </a:xfrm>
            <a:custGeom>
              <a:avLst/>
              <a:gdLst/>
              <a:ahLst/>
              <a:cxnLst/>
              <a:rect l="l" t="t" r="r" b="b"/>
              <a:pathLst>
                <a:path w="1973" h="3364" extrusionOk="0">
                  <a:moveTo>
                    <a:pt x="37" y="732"/>
                  </a:moveTo>
                  <a:cubicBezTo>
                    <a:pt x="19" y="517"/>
                    <a:pt x="456" y="0"/>
                    <a:pt x="643" y="241"/>
                  </a:cubicBezTo>
                  <a:cubicBezTo>
                    <a:pt x="839" y="410"/>
                    <a:pt x="1616" y="1062"/>
                    <a:pt x="1660" y="1115"/>
                  </a:cubicBezTo>
                  <a:cubicBezTo>
                    <a:pt x="1741" y="1213"/>
                    <a:pt x="1776" y="1276"/>
                    <a:pt x="1848" y="1383"/>
                  </a:cubicBezTo>
                  <a:cubicBezTo>
                    <a:pt x="1937" y="1525"/>
                    <a:pt x="1946" y="1588"/>
                    <a:pt x="1946" y="1766"/>
                  </a:cubicBezTo>
                  <a:cubicBezTo>
                    <a:pt x="1946" y="1909"/>
                    <a:pt x="1972" y="2328"/>
                    <a:pt x="1972" y="2453"/>
                  </a:cubicBezTo>
                  <a:cubicBezTo>
                    <a:pt x="1928" y="2685"/>
                    <a:pt x="1919" y="2997"/>
                    <a:pt x="1839" y="3203"/>
                  </a:cubicBezTo>
                  <a:cubicBezTo>
                    <a:pt x="1785" y="3203"/>
                    <a:pt x="1696" y="3185"/>
                    <a:pt x="1669" y="3131"/>
                  </a:cubicBezTo>
                  <a:cubicBezTo>
                    <a:pt x="1642" y="3212"/>
                    <a:pt x="1625" y="3363"/>
                    <a:pt x="1562" y="3345"/>
                  </a:cubicBezTo>
                  <a:cubicBezTo>
                    <a:pt x="1402" y="3310"/>
                    <a:pt x="1384" y="3122"/>
                    <a:pt x="1384" y="3122"/>
                  </a:cubicBezTo>
                  <a:lnTo>
                    <a:pt x="1375" y="3220"/>
                  </a:lnTo>
                  <a:cubicBezTo>
                    <a:pt x="1187" y="3203"/>
                    <a:pt x="1134" y="3078"/>
                    <a:pt x="1107" y="2989"/>
                  </a:cubicBezTo>
                  <a:cubicBezTo>
                    <a:pt x="1080" y="2899"/>
                    <a:pt x="1063" y="2587"/>
                    <a:pt x="1045" y="2498"/>
                  </a:cubicBezTo>
                  <a:cubicBezTo>
                    <a:pt x="991" y="2266"/>
                    <a:pt x="875" y="1749"/>
                    <a:pt x="955" y="2293"/>
                  </a:cubicBezTo>
                  <a:cubicBezTo>
                    <a:pt x="991" y="2525"/>
                    <a:pt x="991" y="2864"/>
                    <a:pt x="875" y="2801"/>
                  </a:cubicBezTo>
                  <a:cubicBezTo>
                    <a:pt x="679" y="2685"/>
                    <a:pt x="768" y="2507"/>
                    <a:pt x="706" y="2275"/>
                  </a:cubicBezTo>
                  <a:cubicBezTo>
                    <a:pt x="652" y="2070"/>
                    <a:pt x="483" y="1641"/>
                    <a:pt x="331" y="1472"/>
                  </a:cubicBezTo>
                  <a:cubicBezTo>
                    <a:pt x="1" y="1106"/>
                    <a:pt x="63" y="1026"/>
                    <a:pt x="37" y="732"/>
                  </a:cubicBezTo>
                  <a:close/>
                </a:path>
              </a:pathLst>
            </a:custGeom>
            <a:solidFill>
              <a:srgbClr val="FED5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2821;p64">
              <a:extLst>
                <a:ext uri="{FF2B5EF4-FFF2-40B4-BE49-F238E27FC236}">
                  <a16:creationId xmlns:a16="http://schemas.microsoft.com/office/drawing/2014/main" id="{A063263A-A64A-9C04-9287-ED458E15670D}"/>
                </a:ext>
              </a:extLst>
            </p:cNvPr>
            <p:cNvSpPr/>
            <p:nvPr/>
          </p:nvSpPr>
          <p:spPr>
            <a:xfrm>
              <a:off x="5164975" y="2806950"/>
              <a:ext cx="46200" cy="28350"/>
            </a:xfrm>
            <a:custGeom>
              <a:avLst/>
              <a:gdLst/>
              <a:ahLst/>
              <a:cxnLst/>
              <a:rect l="l" t="t" r="r" b="b"/>
              <a:pathLst>
                <a:path w="1848" h="1134" extrusionOk="0">
                  <a:moveTo>
                    <a:pt x="197" y="572"/>
                  </a:moveTo>
                  <a:cubicBezTo>
                    <a:pt x="322" y="750"/>
                    <a:pt x="652" y="723"/>
                    <a:pt x="857" y="741"/>
                  </a:cubicBezTo>
                  <a:cubicBezTo>
                    <a:pt x="1098" y="768"/>
                    <a:pt x="1187" y="1134"/>
                    <a:pt x="1526" y="1107"/>
                  </a:cubicBezTo>
                  <a:cubicBezTo>
                    <a:pt x="1847" y="1089"/>
                    <a:pt x="964" y="358"/>
                    <a:pt x="839" y="260"/>
                  </a:cubicBezTo>
                  <a:cubicBezTo>
                    <a:pt x="741" y="179"/>
                    <a:pt x="340" y="1"/>
                    <a:pt x="215" y="117"/>
                  </a:cubicBezTo>
                  <a:cubicBezTo>
                    <a:pt x="1" y="322"/>
                    <a:pt x="126" y="411"/>
                    <a:pt x="197" y="572"/>
                  </a:cubicBezTo>
                  <a:close/>
                </a:path>
              </a:pathLst>
            </a:custGeom>
            <a:solidFill>
              <a:srgbClr val="FED5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2822;p64">
              <a:extLst>
                <a:ext uri="{FF2B5EF4-FFF2-40B4-BE49-F238E27FC236}">
                  <a16:creationId xmlns:a16="http://schemas.microsoft.com/office/drawing/2014/main" id="{2272E868-3592-A96C-0A3D-CDCB10FB9F16}"/>
                </a:ext>
              </a:extLst>
            </p:cNvPr>
            <p:cNvSpPr/>
            <p:nvPr/>
          </p:nvSpPr>
          <p:spPr>
            <a:xfrm>
              <a:off x="5100975" y="2611825"/>
              <a:ext cx="97475" cy="50425"/>
            </a:xfrm>
            <a:custGeom>
              <a:avLst/>
              <a:gdLst/>
              <a:ahLst/>
              <a:cxnLst/>
              <a:rect l="l" t="t" r="r" b="b"/>
              <a:pathLst>
                <a:path w="3899" h="2017" extrusionOk="0">
                  <a:moveTo>
                    <a:pt x="375" y="758"/>
                  </a:moveTo>
                  <a:cubicBezTo>
                    <a:pt x="643" y="598"/>
                    <a:pt x="1303" y="196"/>
                    <a:pt x="1383" y="161"/>
                  </a:cubicBezTo>
                  <a:cubicBezTo>
                    <a:pt x="1517" y="116"/>
                    <a:pt x="1606" y="89"/>
                    <a:pt x="1749" y="54"/>
                  </a:cubicBezTo>
                  <a:cubicBezTo>
                    <a:pt x="1945" y="0"/>
                    <a:pt x="2026" y="18"/>
                    <a:pt x="2222" y="80"/>
                  </a:cubicBezTo>
                  <a:cubicBezTo>
                    <a:pt x="2382" y="134"/>
                    <a:pt x="2864" y="259"/>
                    <a:pt x="3007" y="321"/>
                  </a:cubicBezTo>
                  <a:cubicBezTo>
                    <a:pt x="3257" y="446"/>
                    <a:pt x="3605" y="580"/>
                    <a:pt x="3801" y="740"/>
                  </a:cubicBezTo>
                  <a:cubicBezTo>
                    <a:pt x="3783" y="794"/>
                    <a:pt x="3729" y="892"/>
                    <a:pt x="3658" y="910"/>
                  </a:cubicBezTo>
                  <a:cubicBezTo>
                    <a:pt x="3738" y="972"/>
                    <a:pt x="3899" y="1044"/>
                    <a:pt x="3863" y="1106"/>
                  </a:cubicBezTo>
                  <a:cubicBezTo>
                    <a:pt x="3756" y="1276"/>
                    <a:pt x="3542" y="1222"/>
                    <a:pt x="3542" y="1222"/>
                  </a:cubicBezTo>
                  <a:lnTo>
                    <a:pt x="3640" y="1276"/>
                  </a:lnTo>
                  <a:cubicBezTo>
                    <a:pt x="3560" y="1472"/>
                    <a:pt x="3399" y="1490"/>
                    <a:pt x="3283" y="1490"/>
                  </a:cubicBezTo>
                  <a:cubicBezTo>
                    <a:pt x="3176" y="1481"/>
                    <a:pt x="2820" y="1383"/>
                    <a:pt x="2704" y="1374"/>
                  </a:cubicBezTo>
                  <a:cubicBezTo>
                    <a:pt x="2436" y="1347"/>
                    <a:pt x="1803" y="1285"/>
                    <a:pt x="2445" y="1401"/>
                  </a:cubicBezTo>
                  <a:cubicBezTo>
                    <a:pt x="2721" y="1445"/>
                    <a:pt x="3105" y="1570"/>
                    <a:pt x="2989" y="1677"/>
                  </a:cubicBezTo>
                  <a:cubicBezTo>
                    <a:pt x="2784" y="1856"/>
                    <a:pt x="2614" y="1686"/>
                    <a:pt x="2338" y="1668"/>
                  </a:cubicBezTo>
                  <a:cubicBezTo>
                    <a:pt x="2079" y="1650"/>
                    <a:pt x="1767" y="1552"/>
                    <a:pt x="1285" y="1802"/>
                  </a:cubicBezTo>
                  <a:cubicBezTo>
                    <a:pt x="848" y="2016"/>
                    <a:pt x="0" y="928"/>
                    <a:pt x="375" y="758"/>
                  </a:cubicBezTo>
                  <a:close/>
                </a:path>
              </a:pathLst>
            </a:custGeom>
            <a:solidFill>
              <a:srgbClr val="FED5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2823;p64">
              <a:extLst>
                <a:ext uri="{FF2B5EF4-FFF2-40B4-BE49-F238E27FC236}">
                  <a16:creationId xmlns:a16="http://schemas.microsoft.com/office/drawing/2014/main" id="{50BE4658-831F-B6FB-ADCE-1A9AD1A4A2A3}"/>
                </a:ext>
              </a:extLst>
            </p:cNvPr>
            <p:cNvSpPr/>
            <p:nvPr/>
          </p:nvSpPr>
          <p:spPr>
            <a:xfrm>
              <a:off x="5090500" y="2627650"/>
              <a:ext cx="38600" cy="36825"/>
            </a:xfrm>
            <a:custGeom>
              <a:avLst/>
              <a:gdLst/>
              <a:ahLst/>
              <a:cxnLst/>
              <a:rect l="l" t="t" r="r" b="b"/>
              <a:pathLst>
                <a:path w="1544" h="1473" extrusionOk="0">
                  <a:moveTo>
                    <a:pt x="223" y="206"/>
                  </a:moveTo>
                  <a:cubicBezTo>
                    <a:pt x="0" y="545"/>
                    <a:pt x="366" y="1169"/>
                    <a:pt x="687" y="1472"/>
                  </a:cubicBezTo>
                  <a:cubicBezTo>
                    <a:pt x="1071" y="1365"/>
                    <a:pt x="955" y="1383"/>
                    <a:pt x="1338" y="1285"/>
                  </a:cubicBezTo>
                  <a:cubicBezTo>
                    <a:pt x="1544" y="964"/>
                    <a:pt x="1222" y="232"/>
                    <a:pt x="919" y="0"/>
                  </a:cubicBezTo>
                  <a:cubicBezTo>
                    <a:pt x="678" y="90"/>
                    <a:pt x="607" y="18"/>
                    <a:pt x="223" y="206"/>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2824;p64">
              <a:extLst>
                <a:ext uri="{FF2B5EF4-FFF2-40B4-BE49-F238E27FC236}">
                  <a16:creationId xmlns:a16="http://schemas.microsoft.com/office/drawing/2014/main" id="{AC209B6C-F39E-3E1B-B7F1-8EDF7B5D2F09}"/>
                </a:ext>
              </a:extLst>
            </p:cNvPr>
            <p:cNvSpPr/>
            <p:nvPr/>
          </p:nvSpPr>
          <p:spPr>
            <a:xfrm>
              <a:off x="4957800" y="2625200"/>
              <a:ext cx="160375" cy="89900"/>
            </a:xfrm>
            <a:custGeom>
              <a:avLst/>
              <a:gdLst/>
              <a:ahLst/>
              <a:cxnLst/>
              <a:rect l="l" t="t" r="r" b="b"/>
              <a:pathLst>
                <a:path w="6415" h="3596" extrusionOk="0">
                  <a:moveTo>
                    <a:pt x="2391" y="3069"/>
                  </a:moveTo>
                  <a:cubicBezTo>
                    <a:pt x="4131" y="2712"/>
                    <a:pt x="5745" y="2364"/>
                    <a:pt x="6138" y="2106"/>
                  </a:cubicBezTo>
                  <a:cubicBezTo>
                    <a:pt x="6414" y="1633"/>
                    <a:pt x="6013" y="0"/>
                    <a:pt x="5540" y="107"/>
                  </a:cubicBezTo>
                  <a:cubicBezTo>
                    <a:pt x="5041" y="143"/>
                    <a:pt x="2917" y="821"/>
                    <a:pt x="1347" y="812"/>
                  </a:cubicBezTo>
                  <a:cubicBezTo>
                    <a:pt x="981" y="973"/>
                    <a:pt x="0" y="2008"/>
                    <a:pt x="134" y="2605"/>
                  </a:cubicBezTo>
                  <a:cubicBezTo>
                    <a:pt x="250" y="2873"/>
                    <a:pt x="303" y="3595"/>
                    <a:pt x="2391" y="3069"/>
                  </a:cubicBez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2825;p64">
              <a:extLst>
                <a:ext uri="{FF2B5EF4-FFF2-40B4-BE49-F238E27FC236}">
                  <a16:creationId xmlns:a16="http://schemas.microsoft.com/office/drawing/2014/main" id="{DFDB0B15-BF69-AE11-2067-2637A90F27DF}"/>
                </a:ext>
              </a:extLst>
            </p:cNvPr>
            <p:cNvSpPr/>
            <p:nvPr/>
          </p:nvSpPr>
          <p:spPr>
            <a:xfrm>
              <a:off x="5130850" y="2786225"/>
              <a:ext cx="47975" cy="46850"/>
            </a:xfrm>
            <a:custGeom>
              <a:avLst/>
              <a:gdLst/>
              <a:ahLst/>
              <a:cxnLst/>
              <a:rect l="l" t="t" r="r" b="b"/>
              <a:pathLst>
                <a:path w="1919" h="1874" extrusionOk="0">
                  <a:moveTo>
                    <a:pt x="1696" y="723"/>
                  </a:moveTo>
                  <a:cubicBezTo>
                    <a:pt x="1919" y="999"/>
                    <a:pt x="1384" y="1874"/>
                    <a:pt x="964" y="1731"/>
                  </a:cubicBezTo>
                  <a:cubicBezTo>
                    <a:pt x="652" y="1544"/>
                    <a:pt x="474" y="1392"/>
                    <a:pt x="161" y="1196"/>
                  </a:cubicBezTo>
                  <a:cubicBezTo>
                    <a:pt x="1" y="767"/>
                    <a:pt x="643" y="0"/>
                    <a:pt x="1116" y="188"/>
                  </a:cubicBezTo>
                  <a:cubicBezTo>
                    <a:pt x="1402" y="446"/>
                    <a:pt x="1410" y="464"/>
                    <a:pt x="1696" y="72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2826;p64">
              <a:extLst>
                <a:ext uri="{FF2B5EF4-FFF2-40B4-BE49-F238E27FC236}">
                  <a16:creationId xmlns:a16="http://schemas.microsoft.com/office/drawing/2014/main" id="{27DC4E0A-9BAC-DF31-D18A-733B8786A78D}"/>
                </a:ext>
              </a:extLst>
            </p:cNvPr>
            <p:cNvSpPr/>
            <p:nvPr/>
          </p:nvSpPr>
          <p:spPr>
            <a:xfrm>
              <a:off x="5034725" y="2700800"/>
              <a:ext cx="143000" cy="129375"/>
            </a:xfrm>
            <a:custGeom>
              <a:avLst/>
              <a:gdLst/>
              <a:ahLst/>
              <a:cxnLst/>
              <a:rect l="l" t="t" r="r" b="b"/>
              <a:pathLst>
                <a:path w="5720" h="5175" extrusionOk="0">
                  <a:moveTo>
                    <a:pt x="1" y="1401"/>
                  </a:moveTo>
                  <a:cubicBezTo>
                    <a:pt x="108" y="2275"/>
                    <a:pt x="3320" y="4711"/>
                    <a:pt x="4381" y="5175"/>
                  </a:cubicBezTo>
                  <a:cubicBezTo>
                    <a:pt x="4872" y="5130"/>
                    <a:pt x="5719" y="4113"/>
                    <a:pt x="5389" y="3819"/>
                  </a:cubicBezTo>
                  <a:cubicBezTo>
                    <a:pt x="5104" y="3471"/>
                    <a:pt x="2668" y="1365"/>
                    <a:pt x="1741" y="473"/>
                  </a:cubicBezTo>
                  <a:cubicBezTo>
                    <a:pt x="964" y="1"/>
                    <a:pt x="269" y="687"/>
                    <a:pt x="1" y="1401"/>
                  </a:cubicBez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2827;p64">
              <a:extLst>
                <a:ext uri="{FF2B5EF4-FFF2-40B4-BE49-F238E27FC236}">
                  <a16:creationId xmlns:a16="http://schemas.microsoft.com/office/drawing/2014/main" id="{373B0D68-0758-09DB-8BF3-6522188B9F91}"/>
                </a:ext>
              </a:extLst>
            </p:cNvPr>
            <p:cNvSpPr/>
            <p:nvPr/>
          </p:nvSpPr>
          <p:spPr>
            <a:xfrm>
              <a:off x="5014225" y="2789125"/>
              <a:ext cx="46400" cy="91675"/>
            </a:xfrm>
            <a:custGeom>
              <a:avLst/>
              <a:gdLst/>
              <a:ahLst/>
              <a:cxnLst/>
              <a:rect l="l" t="t" r="r" b="b"/>
              <a:pathLst>
                <a:path w="1856" h="3667" extrusionOk="0">
                  <a:moveTo>
                    <a:pt x="0" y="3551"/>
                  </a:moveTo>
                  <a:cubicBezTo>
                    <a:pt x="98" y="2293"/>
                    <a:pt x="54" y="1722"/>
                    <a:pt x="0" y="393"/>
                  </a:cubicBezTo>
                  <a:cubicBezTo>
                    <a:pt x="1856" y="0"/>
                    <a:pt x="892" y="2561"/>
                    <a:pt x="304" y="3667"/>
                  </a:cubicBezTo>
                  <a:cubicBezTo>
                    <a:pt x="304" y="3667"/>
                    <a:pt x="223" y="3551"/>
                    <a:pt x="0" y="3551"/>
                  </a:cubicBez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2828;p64">
              <a:extLst>
                <a:ext uri="{FF2B5EF4-FFF2-40B4-BE49-F238E27FC236}">
                  <a16:creationId xmlns:a16="http://schemas.microsoft.com/office/drawing/2014/main" id="{82B8F795-34BB-1513-0027-99337A9452CE}"/>
                </a:ext>
              </a:extLst>
            </p:cNvPr>
            <p:cNvSpPr/>
            <p:nvPr/>
          </p:nvSpPr>
          <p:spPr>
            <a:xfrm>
              <a:off x="5014225" y="2782650"/>
              <a:ext cx="51325" cy="98150"/>
            </a:xfrm>
            <a:custGeom>
              <a:avLst/>
              <a:gdLst/>
              <a:ahLst/>
              <a:cxnLst/>
              <a:rect l="l" t="t" r="r" b="b"/>
              <a:pathLst>
                <a:path w="2053" h="3926" extrusionOk="0">
                  <a:moveTo>
                    <a:pt x="304" y="3926"/>
                  </a:moveTo>
                  <a:cubicBezTo>
                    <a:pt x="393" y="2677"/>
                    <a:pt x="295" y="1892"/>
                    <a:pt x="0" y="652"/>
                  </a:cubicBezTo>
                  <a:cubicBezTo>
                    <a:pt x="1017" y="438"/>
                    <a:pt x="660" y="670"/>
                    <a:pt x="1329" y="1"/>
                  </a:cubicBezTo>
                  <a:cubicBezTo>
                    <a:pt x="1294" y="1374"/>
                    <a:pt x="2052" y="2418"/>
                    <a:pt x="1606" y="3248"/>
                  </a:cubicBezTo>
                  <a:cubicBezTo>
                    <a:pt x="1329" y="3649"/>
                    <a:pt x="1062" y="3819"/>
                    <a:pt x="304" y="3926"/>
                  </a:cubicBez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2829;p64">
              <a:extLst>
                <a:ext uri="{FF2B5EF4-FFF2-40B4-BE49-F238E27FC236}">
                  <a16:creationId xmlns:a16="http://schemas.microsoft.com/office/drawing/2014/main" id="{21ED1140-171E-AA68-CDFB-D3DCD1F47766}"/>
                </a:ext>
              </a:extLst>
            </p:cNvPr>
            <p:cNvSpPr/>
            <p:nvPr/>
          </p:nvSpPr>
          <p:spPr>
            <a:xfrm>
              <a:off x="5014225" y="2780200"/>
              <a:ext cx="42850" cy="45750"/>
            </a:xfrm>
            <a:custGeom>
              <a:avLst/>
              <a:gdLst/>
              <a:ahLst/>
              <a:cxnLst/>
              <a:rect l="l" t="t" r="r" b="b"/>
              <a:pathLst>
                <a:path w="1714" h="1830" extrusionOk="0">
                  <a:moveTo>
                    <a:pt x="0" y="750"/>
                  </a:moveTo>
                  <a:cubicBezTo>
                    <a:pt x="598" y="616"/>
                    <a:pt x="990" y="304"/>
                    <a:pt x="1294" y="0"/>
                  </a:cubicBezTo>
                  <a:cubicBezTo>
                    <a:pt x="1428" y="339"/>
                    <a:pt x="1570" y="678"/>
                    <a:pt x="1713" y="1017"/>
                  </a:cubicBezTo>
                  <a:cubicBezTo>
                    <a:pt x="1401" y="1455"/>
                    <a:pt x="874" y="1722"/>
                    <a:pt x="428" y="1829"/>
                  </a:cubicBezTo>
                  <a:cubicBezTo>
                    <a:pt x="223" y="1508"/>
                    <a:pt x="72" y="1151"/>
                    <a:pt x="0" y="750"/>
                  </a:cubicBez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2830;p64">
              <a:extLst>
                <a:ext uri="{FF2B5EF4-FFF2-40B4-BE49-F238E27FC236}">
                  <a16:creationId xmlns:a16="http://schemas.microsoft.com/office/drawing/2014/main" id="{8183CBC2-1FD6-5450-E5E6-FA81A1FD57F2}"/>
                </a:ext>
              </a:extLst>
            </p:cNvPr>
            <p:cNvSpPr/>
            <p:nvPr/>
          </p:nvSpPr>
          <p:spPr>
            <a:xfrm>
              <a:off x="4959575" y="2546700"/>
              <a:ext cx="48200" cy="28550"/>
            </a:xfrm>
            <a:custGeom>
              <a:avLst/>
              <a:gdLst/>
              <a:ahLst/>
              <a:cxnLst/>
              <a:rect l="l" t="t" r="r" b="b"/>
              <a:pathLst>
                <a:path w="1928" h="1142" extrusionOk="0">
                  <a:moveTo>
                    <a:pt x="1" y="214"/>
                  </a:moveTo>
                  <a:lnTo>
                    <a:pt x="982" y="1142"/>
                  </a:lnTo>
                  <a:lnTo>
                    <a:pt x="1927" y="848"/>
                  </a:lnTo>
                  <a:lnTo>
                    <a:pt x="982"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2831;p64">
              <a:extLst>
                <a:ext uri="{FF2B5EF4-FFF2-40B4-BE49-F238E27FC236}">
                  <a16:creationId xmlns:a16="http://schemas.microsoft.com/office/drawing/2014/main" id="{017CCD36-C86B-BC8C-6053-54C36BA2F007}"/>
                </a:ext>
              </a:extLst>
            </p:cNvPr>
            <p:cNvSpPr/>
            <p:nvPr/>
          </p:nvSpPr>
          <p:spPr>
            <a:xfrm>
              <a:off x="4964025" y="2547575"/>
              <a:ext cx="39300" cy="26575"/>
            </a:xfrm>
            <a:custGeom>
              <a:avLst/>
              <a:gdLst/>
              <a:ahLst/>
              <a:cxnLst/>
              <a:rect l="l" t="t" r="r" b="b"/>
              <a:pathLst>
                <a:path w="1572" h="1063" extrusionOk="0">
                  <a:moveTo>
                    <a:pt x="1" y="152"/>
                  </a:moveTo>
                  <a:lnTo>
                    <a:pt x="956" y="1062"/>
                  </a:lnTo>
                  <a:lnTo>
                    <a:pt x="1571" y="866"/>
                  </a:lnTo>
                  <a:lnTo>
                    <a:pt x="634" y="1"/>
                  </a:ln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2832;p64">
              <a:extLst>
                <a:ext uri="{FF2B5EF4-FFF2-40B4-BE49-F238E27FC236}">
                  <a16:creationId xmlns:a16="http://schemas.microsoft.com/office/drawing/2014/main" id="{74C80346-67FF-FAD7-9C0E-E6B6A93F1BFF}"/>
                </a:ext>
              </a:extLst>
            </p:cNvPr>
            <p:cNvSpPr/>
            <p:nvPr/>
          </p:nvSpPr>
          <p:spPr>
            <a:xfrm>
              <a:off x="4966500" y="2560075"/>
              <a:ext cx="124900" cy="204525"/>
            </a:xfrm>
            <a:custGeom>
              <a:avLst/>
              <a:gdLst/>
              <a:ahLst/>
              <a:cxnLst/>
              <a:rect l="l" t="t" r="r" b="b"/>
              <a:pathLst>
                <a:path w="4996" h="8181" extrusionOk="0">
                  <a:moveTo>
                    <a:pt x="1258" y="357"/>
                  </a:moveTo>
                  <a:cubicBezTo>
                    <a:pt x="0" y="464"/>
                    <a:pt x="330" y="2605"/>
                    <a:pt x="732" y="3596"/>
                  </a:cubicBezTo>
                  <a:cubicBezTo>
                    <a:pt x="839" y="3863"/>
                    <a:pt x="1570" y="5960"/>
                    <a:pt x="2935" y="7476"/>
                  </a:cubicBezTo>
                  <a:cubicBezTo>
                    <a:pt x="3738" y="8181"/>
                    <a:pt x="4996" y="7280"/>
                    <a:pt x="4648" y="6272"/>
                  </a:cubicBezTo>
                  <a:cubicBezTo>
                    <a:pt x="4586" y="4791"/>
                    <a:pt x="3845" y="3212"/>
                    <a:pt x="3684" y="2739"/>
                  </a:cubicBezTo>
                  <a:cubicBezTo>
                    <a:pt x="3390" y="1856"/>
                    <a:pt x="2543" y="0"/>
                    <a:pt x="1258" y="35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2833;p64">
              <a:extLst>
                <a:ext uri="{FF2B5EF4-FFF2-40B4-BE49-F238E27FC236}">
                  <a16:creationId xmlns:a16="http://schemas.microsoft.com/office/drawing/2014/main" id="{F2192331-96E2-988F-1C5B-F1B704C011D0}"/>
                </a:ext>
              </a:extLst>
            </p:cNvPr>
            <p:cNvSpPr/>
            <p:nvPr/>
          </p:nvSpPr>
          <p:spPr>
            <a:xfrm>
              <a:off x="5007300" y="2611825"/>
              <a:ext cx="42850" cy="55775"/>
            </a:xfrm>
            <a:custGeom>
              <a:avLst/>
              <a:gdLst/>
              <a:ahLst/>
              <a:cxnLst/>
              <a:rect l="l" t="t" r="r" b="b"/>
              <a:pathLst>
                <a:path w="1714" h="2231" extrusionOk="0">
                  <a:moveTo>
                    <a:pt x="545" y="143"/>
                  </a:moveTo>
                  <a:cubicBezTo>
                    <a:pt x="920" y="0"/>
                    <a:pt x="1366" y="321"/>
                    <a:pt x="1544" y="856"/>
                  </a:cubicBezTo>
                  <a:cubicBezTo>
                    <a:pt x="1713" y="1392"/>
                    <a:pt x="1544" y="1945"/>
                    <a:pt x="1169" y="2088"/>
                  </a:cubicBezTo>
                  <a:cubicBezTo>
                    <a:pt x="786" y="2230"/>
                    <a:pt x="349" y="1909"/>
                    <a:pt x="170" y="1374"/>
                  </a:cubicBezTo>
                  <a:cubicBezTo>
                    <a:pt x="1" y="839"/>
                    <a:pt x="170" y="285"/>
                    <a:pt x="545" y="143"/>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2834;p64">
              <a:extLst>
                <a:ext uri="{FF2B5EF4-FFF2-40B4-BE49-F238E27FC236}">
                  <a16:creationId xmlns:a16="http://schemas.microsoft.com/office/drawing/2014/main" id="{56C7E4C2-BCD2-4A28-6EF5-DEE46B168B1D}"/>
                </a:ext>
              </a:extLst>
            </p:cNvPr>
            <p:cNvSpPr/>
            <p:nvPr/>
          </p:nvSpPr>
          <p:spPr>
            <a:xfrm>
              <a:off x="5012650" y="2618725"/>
              <a:ext cx="32150" cy="41950"/>
            </a:xfrm>
            <a:custGeom>
              <a:avLst/>
              <a:gdLst/>
              <a:ahLst/>
              <a:cxnLst/>
              <a:rect l="l" t="t" r="r" b="b"/>
              <a:pathLst>
                <a:path w="1286" h="1678" extrusionOk="0">
                  <a:moveTo>
                    <a:pt x="411" y="108"/>
                  </a:moveTo>
                  <a:cubicBezTo>
                    <a:pt x="688" y="1"/>
                    <a:pt x="1027" y="241"/>
                    <a:pt x="1160" y="643"/>
                  </a:cubicBezTo>
                  <a:cubicBezTo>
                    <a:pt x="1285" y="1044"/>
                    <a:pt x="1160" y="1464"/>
                    <a:pt x="875" y="1571"/>
                  </a:cubicBezTo>
                  <a:cubicBezTo>
                    <a:pt x="590" y="1678"/>
                    <a:pt x="259" y="1437"/>
                    <a:pt x="126" y="1035"/>
                  </a:cubicBezTo>
                  <a:cubicBezTo>
                    <a:pt x="1" y="625"/>
                    <a:pt x="126" y="215"/>
                    <a:pt x="411" y="108"/>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2835;p64">
              <a:extLst>
                <a:ext uri="{FF2B5EF4-FFF2-40B4-BE49-F238E27FC236}">
                  <a16:creationId xmlns:a16="http://schemas.microsoft.com/office/drawing/2014/main" id="{A90BFD00-A0B3-50DD-A6F6-81DCA64D367B}"/>
                </a:ext>
              </a:extLst>
            </p:cNvPr>
            <p:cNvSpPr/>
            <p:nvPr/>
          </p:nvSpPr>
          <p:spPr>
            <a:xfrm>
              <a:off x="4914975" y="2511225"/>
              <a:ext cx="35700" cy="34825"/>
            </a:xfrm>
            <a:custGeom>
              <a:avLst/>
              <a:gdLst/>
              <a:ahLst/>
              <a:cxnLst/>
              <a:rect l="l" t="t" r="r" b="b"/>
              <a:pathLst>
                <a:path w="1428" h="1393" extrusionOk="0">
                  <a:moveTo>
                    <a:pt x="0" y="268"/>
                  </a:moveTo>
                  <a:cubicBezTo>
                    <a:pt x="27" y="117"/>
                    <a:pt x="188" y="1"/>
                    <a:pt x="527" y="54"/>
                  </a:cubicBezTo>
                  <a:cubicBezTo>
                    <a:pt x="1428" y="188"/>
                    <a:pt x="161" y="1392"/>
                    <a:pt x="0" y="268"/>
                  </a:cubicBez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2836;p64">
              <a:extLst>
                <a:ext uri="{FF2B5EF4-FFF2-40B4-BE49-F238E27FC236}">
                  <a16:creationId xmlns:a16="http://schemas.microsoft.com/office/drawing/2014/main" id="{3B4BEA6B-BF8B-406E-7B22-02AED140AD21}"/>
                </a:ext>
              </a:extLst>
            </p:cNvPr>
            <p:cNvSpPr/>
            <p:nvPr/>
          </p:nvSpPr>
          <p:spPr>
            <a:xfrm>
              <a:off x="4922775" y="2510325"/>
              <a:ext cx="32800" cy="31925"/>
            </a:xfrm>
            <a:custGeom>
              <a:avLst/>
              <a:gdLst/>
              <a:ahLst/>
              <a:cxnLst/>
              <a:rect l="l" t="t" r="r" b="b"/>
              <a:pathLst>
                <a:path w="1312" h="1277" extrusionOk="0">
                  <a:moveTo>
                    <a:pt x="1" y="153"/>
                  </a:moveTo>
                  <a:cubicBezTo>
                    <a:pt x="18" y="1"/>
                    <a:pt x="241" y="37"/>
                    <a:pt x="402" y="55"/>
                  </a:cubicBezTo>
                  <a:cubicBezTo>
                    <a:pt x="1312" y="135"/>
                    <a:pt x="152" y="1277"/>
                    <a:pt x="1" y="153"/>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2837;p64">
              <a:extLst>
                <a:ext uri="{FF2B5EF4-FFF2-40B4-BE49-F238E27FC236}">
                  <a16:creationId xmlns:a16="http://schemas.microsoft.com/office/drawing/2014/main" id="{68EB9B7B-5D2A-EFEA-1BD1-8F94DD357768}"/>
                </a:ext>
              </a:extLst>
            </p:cNvPr>
            <p:cNvSpPr/>
            <p:nvPr/>
          </p:nvSpPr>
          <p:spPr>
            <a:xfrm>
              <a:off x="4940850" y="2402850"/>
              <a:ext cx="99050" cy="127350"/>
            </a:xfrm>
            <a:custGeom>
              <a:avLst/>
              <a:gdLst/>
              <a:ahLst/>
              <a:cxnLst/>
              <a:rect l="l" t="t" r="r" b="b"/>
              <a:pathLst>
                <a:path w="3962" h="5094" extrusionOk="0">
                  <a:moveTo>
                    <a:pt x="3961" y="937"/>
                  </a:moveTo>
                  <a:cubicBezTo>
                    <a:pt x="3943" y="1311"/>
                    <a:pt x="3943" y="1704"/>
                    <a:pt x="3908" y="2025"/>
                  </a:cubicBezTo>
                  <a:cubicBezTo>
                    <a:pt x="3881" y="2248"/>
                    <a:pt x="3881" y="2320"/>
                    <a:pt x="3738" y="2480"/>
                  </a:cubicBezTo>
                  <a:cubicBezTo>
                    <a:pt x="3515" y="2721"/>
                    <a:pt x="3533" y="2935"/>
                    <a:pt x="3506" y="3247"/>
                  </a:cubicBezTo>
                  <a:cubicBezTo>
                    <a:pt x="3479" y="3613"/>
                    <a:pt x="3185" y="3988"/>
                    <a:pt x="2971" y="4282"/>
                  </a:cubicBezTo>
                  <a:cubicBezTo>
                    <a:pt x="2810" y="4523"/>
                    <a:pt x="2668" y="4817"/>
                    <a:pt x="2373" y="4898"/>
                  </a:cubicBezTo>
                  <a:cubicBezTo>
                    <a:pt x="1642" y="5094"/>
                    <a:pt x="1053" y="4639"/>
                    <a:pt x="527" y="4220"/>
                  </a:cubicBezTo>
                  <a:cubicBezTo>
                    <a:pt x="0" y="3818"/>
                    <a:pt x="455" y="2792"/>
                    <a:pt x="437" y="2239"/>
                  </a:cubicBezTo>
                  <a:cubicBezTo>
                    <a:pt x="411" y="1240"/>
                    <a:pt x="1071" y="80"/>
                    <a:pt x="2186" y="18"/>
                  </a:cubicBezTo>
                  <a:cubicBezTo>
                    <a:pt x="2685" y="0"/>
                    <a:pt x="3435" y="152"/>
                    <a:pt x="3827" y="482"/>
                  </a:cubicBezTo>
                  <a:cubicBezTo>
                    <a:pt x="3961" y="589"/>
                    <a:pt x="3961" y="937"/>
                    <a:pt x="3961" y="937"/>
                  </a:cubicBezTo>
                  <a:close/>
                </a:path>
              </a:pathLst>
            </a:custGeom>
            <a:solidFill>
              <a:srgbClr val="FED5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2838;p64">
              <a:extLst>
                <a:ext uri="{FF2B5EF4-FFF2-40B4-BE49-F238E27FC236}">
                  <a16:creationId xmlns:a16="http://schemas.microsoft.com/office/drawing/2014/main" id="{544185DC-1B1A-EBF0-FB30-6529FB9B18F1}"/>
                </a:ext>
              </a:extLst>
            </p:cNvPr>
            <p:cNvSpPr/>
            <p:nvPr/>
          </p:nvSpPr>
          <p:spPr>
            <a:xfrm>
              <a:off x="4913850" y="2459475"/>
              <a:ext cx="85450" cy="91250"/>
            </a:xfrm>
            <a:custGeom>
              <a:avLst/>
              <a:gdLst/>
              <a:ahLst/>
              <a:cxnLst/>
              <a:rect l="l" t="t" r="r" b="b"/>
              <a:pathLst>
                <a:path w="3418" h="3650" extrusionOk="0">
                  <a:moveTo>
                    <a:pt x="3061" y="1303"/>
                  </a:moveTo>
                  <a:cubicBezTo>
                    <a:pt x="3061" y="1303"/>
                    <a:pt x="3417" y="2356"/>
                    <a:pt x="2650" y="3489"/>
                  </a:cubicBezTo>
                  <a:cubicBezTo>
                    <a:pt x="2579" y="3650"/>
                    <a:pt x="1" y="3382"/>
                    <a:pt x="72" y="2793"/>
                  </a:cubicBezTo>
                  <a:cubicBezTo>
                    <a:pt x="215" y="2436"/>
                    <a:pt x="1062" y="2017"/>
                    <a:pt x="821" y="572"/>
                  </a:cubicBezTo>
                  <a:cubicBezTo>
                    <a:pt x="741" y="117"/>
                    <a:pt x="2891" y="1"/>
                    <a:pt x="3061" y="1303"/>
                  </a:cubicBezTo>
                  <a:close/>
                </a:path>
              </a:pathLst>
            </a:custGeom>
            <a:solidFill>
              <a:srgbClr val="FED5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2839;p64">
              <a:extLst>
                <a:ext uri="{FF2B5EF4-FFF2-40B4-BE49-F238E27FC236}">
                  <a16:creationId xmlns:a16="http://schemas.microsoft.com/office/drawing/2014/main" id="{F4AB99C9-45C1-7BB9-1F4F-2EBB8D59D039}"/>
                </a:ext>
              </a:extLst>
            </p:cNvPr>
            <p:cNvSpPr/>
            <p:nvPr/>
          </p:nvSpPr>
          <p:spPr>
            <a:xfrm>
              <a:off x="4920775" y="2369150"/>
              <a:ext cx="120000" cy="142775"/>
            </a:xfrm>
            <a:custGeom>
              <a:avLst/>
              <a:gdLst/>
              <a:ahLst/>
              <a:cxnLst/>
              <a:rect l="l" t="t" r="r" b="b"/>
              <a:pathLst>
                <a:path w="4800" h="5711" extrusionOk="0">
                  <a:moveTo>
                    <a:pt x="3890" y="822"/>
                  </a:moveTo>
                  <a:cubicBezTo>
                    <a:pt x="3408" y="804"/>
                    <a:pt x="4800" y="1482"/>
                    <a:pt x="4693" y="2508"/>
                  </a:cubicBezTo>
                  <a:cubicBezTo>
                    <a:pt x="4684" y="2570"/>
                    <a:pt x="4273" y="2276"/>
                    <a:pt x="4443" y="2624"/>
                  </a:cubicBezTo>
                  <a:cubicBezTo>
                    <a:pt x="4389" y="2758"/>
                    <a:pt x="4416" y="3320"/>
                    <a:pt x="4095" y="3418"/>
                  </a:cubicBezTo>
                  <a:cubicBezTo>
                    <a:pt x="3667" y="3543"/>
                    <a:pt x="3640" y="4015"/>
                    <a:pt x="3506" y="4221"/>
                  </a:cubicBezTo>
                  <a:lnTo>
                    <a:pt x="3221" y="4176"/>
                  </a:lnTo>
                  <a:cubicBezTo>
                    <a:pt x="3078" y="3498"/>
                    <a:pt x="2686" y="4354"/>
                    <a:pt x="2222" y="5032"/>
                  </a:cubicBezTo>
                  <a:cubicBezTo>
                    <a:pt x="1089" y="5710"/>
                    <a:pt x="455" y="4934"/>
                    <a:pt x="446" y="4818"/>
                  </a:cubicBezTo>
                  <a:cubicBezTo>
                    <a:pt x="357" y="3596"/>
                    <a:pt x="0" y="3552"/>
                    <a:pt x="9" y="2838"/>
                  </a:cubicBezTo>
                  <a:cubicBezTo>
                    <a:pt x="232" y="1027"/>
                    <a:pt x="1535" y="1"/>
                    <a:pt x="3890" y="8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2840;p64">
              <a:extLst>
                <a:ext uri="{FF2B5EF4-FFF2-40B4-BE49-F238E27FC236}">
                  <a16:creationId xmlns:a16="http://schemas.microsoft.com/office/drawing/2014/main" id="{6A8BEF2A-1D85-1D28-4D6B-A8DFD282DEA8}"/>
                </a:ext>
              </a:extLst>
            </p:cNvPr>
            <p:cNvSpPr/>
            <p:nvPr/>
          </p:nvSpPr>
          <p:spPr>
            <a:xfrm>
              <a:off x="4985675" y="2458825"/>
              <a:ext cx="14750" cy="37925"/>
            </a:xfrm>
            <a:custGeom>
              <a:avLst/>
              <a:gdLst/>
              <a:ahLst/>
              <a:cxnLst/>
              <a:rect l="l" t="t" r="r" b="b"/>
              <a:pathLst>
                <a:path w="590" h="1517" extrusionOk="0">
                  <a:moveTo>
                    <a:pt x="9" y="821"/>
                  </a:moveTo>
                  <a:cubicBezTo>
                    <a:pt x="27" y="1187"/>
                    <a:pt x="0" y="1517"/>
                    <a:pt x="161" y="1517"/>
                  </a:cubicBezTo>
                  <a:cubicBezTo>
                    <a:pt x="321" y="1508"/>
                    <a:pt x="589" y="1249"/>
                    <a:pt x="571" y="874"/>
                  </a:cubicBezTo>
                  <a:cubicBezTo>
                    <a:pt x="553" y="500"/>
                    <a:pt x="589" y="161"/>
                    <a:pt x="437" y="107"/>
                  </a:cubicBezTo>
                  <a:cubicBezTo>
                    <a:pt x="143" y="0"/>
                    <a:pt x="0" y="446"/>
                    <a:pt x="9" y="821"/>
                  </a:cubicBezTo>
                  <a:close/>
                </a:path>
              </a:pathLst>
            </a:custGeom>
            <a:solidFill>
              <a:srgbClr val="FED5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2841;p64">
              <a:extLst>
                <a:ext uri="{FF2B5EF4-FFF2-40B4-BE49-F238E27FC236}">
                  <a16:creationId xmlns:a16="http://schemas.microsoft.com/office/drawing/2014/main" id="{86D17C20-BB72-3FC1-B080-CDAB75F0295D}"/>
                </a:ext>
              </a:extLst>
            </p:cNvPr>
            <p:cNvSpPr/>
            <p:nvPr/>
          </p:nvSpPr>
          <p:spPr>
            <a:xfrm>
              <a:off x="4958250" y="2395475"/>
              <a:ext cx="107500" cy="61150"/>
            </a:xfrm>
            <a:custGeom>
              <a:avLst/>
              <a:gdLst/>
              <a:ahLst/>
              <a:cxnLst/>
              <a:rect l="l" t="t" r="r" b="b"/>
              <a:pathLst>
                <a:path w="4300" h="2446" extrusionOk="0">
                  <a:moveTo>
                    <a:pt x="1927" y="126"/>
                  </a:moveTo>
                  <a:cubicBezTo>
                    <a:pt x="3042" y="1"/>
                    <a:pt x="4050" y="393"/>
                    <a:pt x="4175" y="1000"/>
                  </a:cubicBezTo>
                  <a:cubicBezTo>
                    <a:pt x="4300" y="1606"/>
                    <a:pt x="3497" y="2195"/>
                    <a:pt x="2373" y="2320"/>
                  </a:cubicBezTo>
                  <a:cubicBezTo>
                    <a:pt x="1258" y="2445"/>
                    <a:pt x="250" y="2052"/>
                    <a:pt x="125" y="1446"/>
                  </a:cubicBezTo>
                  <a:cubicBezTo>
                    <a:pt x="0" y="839"/>
                    <a:pt x="803" y="250"/>
                    <a:pt x="1927" y="126"/>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2842;p64">
              <a:extLst>
                <a:ext uri="{FF2B5EF4-FFF2-40B4-BE49-F238E27FC236}">
                  <a16:creationId xmlns:a16="http://schemas.microsoft.com/office/drawing/2014/main" id="{B00D5C4E-E5BA-86B8-D710-3CF6B24A0844}"/>
                </a:ext>
              </a:extLst>
            </p:cNvPr>
            <p:cNvSpPr/>
            <p:nvPr/>
          </p:nvSpPr>
          <p:spPr>
            <a:xfrm>
              <a:off x="4918325" y="2403500"/>
              <a:ext cx="128025" cy="72950"/>
            </a:xfrm>
            <a:custGeom>
              <a:avLst/>
              <a:gdLst/>
              <a:ahLst/>
              <a:cxnLst/>
              <a:rect l="l" t="t" r="r" b="b"/>
              <a:pathLst>
                <a:path w="5121" h="2918" extrusionOk="0">
                  <a:moveTo>
                    <a:pt x="4916" y="1"/>
                  </a:moveTo>
                  <a:cubicBezTo>
                    <a:pt x="3961" y="982"/>
                    <a:pt x="1204" y="2008"/>
                    <a:pt x="0" y="1428"/>
                  </a:cubicBezTo>
                  <a:cubicBezTo>
                    <a:pt x="63" y="1687"/>
                    <a:pt x="161" y="1901"/>
                    <a:pt x="241" y="2142"/>
                  </a:cubicBezTo>
                  <a:cubicBezTo>
                    <a:pt x="660" y="2918"/>
                    <a:pt x="3328" y="2641"/>
                    <a:pt x="4693" y="1259"/>
                  </a:cubicBezTo>
                  <a:cubicBezTo>
                    <a:pt x="5121" y="830"/>
                    <a:pt x="5014" y="260"/>
                    <a:pt x="4916"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2843;p64">
              <a:extLst>
                <a:ext uri="{FF2B5EF4-FFF2-40B4-BE49-F238E27FC236}">
                  <a16:creationId xmlns:a16="http://schemas.microsoft.com/office/drawing/2014/main" id="{7171C412-BEA7-542F-0D2D-AA9BD3B6B590}"/>
                </a:ext>
              </a:extLst>
            </p:cNvPr>
            <p:cNvSpPr/>
            <p:nvPr/>
          </p:nvSpPr>
          <p:spPr>
            <a:xfrm>
              <a:off x="4887750" y="2347075"/>
              <a:ext cx="165300" cy="114900"/>
            </a:xfrm>
            <a:custGeom>
              <a:avLst/>
              <a:gdLst/>
              <a:ahLst/>
              <a:cxnLst/>
              <a:rect l="l" t="t" r="r" b="b"/>
              <a:pathLst>
                <a:path w="6612" h="4596" extrusionOk="0">
                  <a:moveTo>
                    <a:pt x="3016" y="768"/>
                  </a:moveTo>
                  <a:cubicBezTo>
                    <a:pt x="4774" y="242"/>
                    <a:pt x="6335" y="1"/>
                    <a:pt x="6522" y="911"/>
                  </a:cubicBezTo>
                  <a:cubicBezTo>
                    <a:pt x="6611" y="1312"/>
                    <a:pt x="6442" y="2320"/>
                    <a:pt x="6049" y="2740"/>
                  </a:cubicBezTo>
                  <a:cubicBezTo>
                    <a:pt x="5541" y="3284"/>
                    <a:pt x="4711" y="3783"/>
                    <a:pt x="3730" y="4078"/>
                  </a:cubicBezTo>
                  <a:cubicBezTo>
                    <a:pt x="1973" y="4595"/>
                    <a:pt x="393" y="4283"/>
                    <a:pt x="197" y="3373"/>
                  </a:cubicBezTo>
                  <a:cubicBezTo>
                    <a:pt x="1" y="2454"/>
                    <a:pt x="1268" y="1294"/>
                    <a:pt x="3016" y="768"/>
                  </a:cubicBez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2844;p64">
              <a:extLst>
                <a:ext uri="{FF2B5EF4-FFF2-40B4-BE49-F238E27FC236}">
                  <a16:creationId xmlns:a16="http://schemas.microsoft.com/office/drawing/2014/main" id="{0C952A68-76DA-95E9-2ABE-107BE2EFDD0F}"/>
                </a:ext>
              </a:extLst>
            </p:cNvPr>
            <p:cNvSpPr/>
            <p:nvPr/>
          </p:nvSpPr>
          <p:spPr>
            <a:xfrm>
              <a:off x="4886650" y="2340175"/>
              <a:ext cx="168625" cy="115100"/>
            </a:xfrm>
            <a:custGeom>
              <a:avLst/>
              <a:gdLst/>
              <a:ahLst/>
              <a:cxnLst/>
              <a:rect l="l" t="t" r="r" b="b"/>
              <a:pathLst>
                <a:path w="6745" h="4604" extrusionOk="0">
                  <a:moveTo>
                    <a:pt x="3025" y="687"/>
                  </a:moveTo>
                  <a:cubicBezTo>
                    <a:pt x="4773" y="0"/>
                    <a:pt x="6361" y="179"/>
                    <a:pt x="6557" y="1071"/>
                  </a:cubicBezTo>
                  <a:cubicBezTo>
                    <a:pt x="6745" y="1963"/>
                    <a:pt x="5487" y="3247"/>
                    <a:pt x="3729" y="3925"/>
                  </a:cubicBezTo>
                  <a:cubicBezTo>
                    <a:pt x="1972" y="4603"/>
                    <a:pt x="393" y="4434"/>
                    <a:pt x="197" y="3533"/>
                  </a:cubicBezTo>
                  <a:cubicBezTo>
                    <a:pt x="0" y="2641"/>
                    <a:pt x="1267" y="1365"/>
                    <a:pt x="3025" y="687"/>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2845;p64">
              <a:extLst>
                <a:ext uri="{FF2B5EF4-FFF2-40B4-BE49-F238E27FC236}">
                  <a16:creationId xmlns:a16="http://schemas.microsoft.com/office/drawing/2014/main" id="{AEF0210B-552D-0E5C-8CC5-99D6D7E5D000}"/>
                </a:ext>
              </a:extLst>
            </p:cNvPr>
            <p:cNvSpPr/>
            <p:nvPr/>
          </p:nvSpPr>
          <p:spPr>
            <a:xfrm>
              <a:off x="4911850" y="2514125"/>
              <a:ext cx="79425" cy="39950"/>
            </a:xfrm>
            <a:custGeom>
              <a:avLst/>
              <a:gdLst/>
              <a:ahLst/>
              <a:cxnLst/>
              <a:rect l="l" t="t" r="r" b="b"/>
              <a:pathLst>
                <a:path w="3177" h="1598" extrusionOk="0">
                  <a:moveTo>
                    <a:pt x="438" y="1"/>
                  </a:moveTo>
                  <a:cubicBezTo>
                    <a:pt x="598" y="473"/>
                    <a:pt x="2373" y="1071"/>
                    <a:pt x="3176" y="1223"/>
                  </a:cubicBezTo>
                  <a:cubicBezTo>
                    <a:pt x="2133" y="1597"/>
                    <a:pt x="0" y="1223"/>
                    <a:pt x="90" y="465"/>
                  </a:cubicBezTo>
                  <a:cubicBezTo>
                    <a:pt x="188" y="322"/>
                    <a:pt x="339" y="134"/>
                    <a:pt x="43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2846;p64">
              <a:extLst>
                <a:ext uri="{FF2B5EF4-FFF2-40B4-BE49-F238E27FC236}">
                  <a16:creationId xmlns:a16="http://schemas.microsoft.com/office/drawing/2014/main" id="{9807E5A4-902A-0EA3-B183-EBBFEF3DF665}"/>
                </a:ext>
              </a:extLst>
            </p:cNvPr>
            <p:cNvSpPr/>
            <p:nvPr/>
          </p:nvSpPr>
          <p:spPr>
            <a:xfrm>
              <a:off x="4904700" y="2516800"/>
              <a:ext cx="89025" cy="43075"/>
            </a:xfrm>
            <a:custGeom>
              <a:avLst/>
              <a:gdLst/>
              <a:ahLst/>
              <a:cxnLst/>
              <a:rect l="l" t="t" r="r" b="b"/>
              <a:pathLst>
                <a:path w="3561" h="1723" extrusionOk="0">
                  <a:moveTo>
                    <a:pt x="420" y="1"/>
                  </a:moveTo>
                  <a:cubicBezTo>
                    <a:pt x="777" y="581"/>
                    <a:pt x="2320" y="1116"/>
                    <a:pt x="3560" y="1160"/>
                  </a:cubicBezTo>
                  <a:cubicBezTo>
                    <a:pt x="2374" y="1722"/>
                    <a:pt x="1" y="1267"/>
                    <a:pt x="90" y="509"/>
                  </a:cubicBezTo>
                  <a:cubicBezTo>
                    <a:pt x="179" y="375"/>
                    <a:pt x="322" y="143"/>
                    <a:pt x="420" y="1"/>
                  </a:cubicBezTo>
                  <a:close/>
                </a:path>
              </a:pathLst>
            </a:custGeom>
            <a:solidFill>
              <a:srgbClr val="0076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2847;p64">
              <a:extLst>
                <a:ext uri="{FF2B5EF4-FFF2-40B4-BE49-F238E27FC236}">
                  <a16:creationId xmlns:a16="http://schemas.microsoft.com/office/drawing/2014/main" id="{356D5869-3443-FFE1-6452-DE5EB598107C}"/>
                </a:ext>
              </a:extLst>
            </p:cNvPr>
            <p:cNvSpPr/>
            <p:nvPr/>
          </p:nvSpPr>
          <p:spPr>
            <a:xfrm>
              <a:off x="5115475" y="2542900"/>
              <a:ext cx="161725" cy="181800"/>
            </a:xfrm>
            <a:custGeom>
              <a:avLst/>
              <a:gdLst/>
              <a:ahLst/>
              <a:cxnLst/>
              <a:rect l="l" t="t" r="r" b="b"/>
              <a:pathLst>
                <a:path w="6469" h="7272" extrusionOk="0">
                  <a:moveTo>
                    <a:pt x="3114" y="63"/>
                  </a:moveTo>
                  <a:lnTo>
                    <a:pt x="6316" y="1829"/>
                  </a:lnTo>
                  <a:cubicBezTo>
                    <a:pt x="6423" y="1892"/>
                    <a:pt x="6468" y="2026"/>
                    <a:pt x="6406" y="2124"/>
                  </a:cubicBezTo>
                  <a:lnTo>
                    <a:pt x="3649" y="7128"/>
                  </a:lnTo>
                  <a:cubicBezTo>
                    <a:pt x="3596" y="7235"/>
                    <a:pt x="3462" y="7271"/>
                    <a:pt x="3355" y="7209"/>
                  </a:cubicBezTo>
                  <a:lnTo>
                    <a:pt x="152" y="5442"/>
                  </a:lnTo>
                  <a:cubicBezTo>
                    <a:pt x="45" y="5389"/>
                    <a:pt x="0" y="5255"/>
                    <a:pt x="63" y="5148"/>
                  </a:cubicBezTo>
                  <a:lnTo>
                    <a:pt x="2819" y="152"/>
                  </a:lnTo>
                  <a:cubicBezTo>
                    <a:pt x="2873" y="45"/>
                    <a:pt x="3007" y="0"/>
                    <a:pt x="3114" y="6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2848;p64">
              <a:extLst>
                <a:ext uri="{FF2B5EF4-FFF2-40B4-BE49-F238E27FC236}">
                  <a16:creationId xmlns:a16="http://schemas.microsoft.com/office/drawing/2014/main" id="{7BF1527B-2AEE-FA05-9487-9AF1E758E3C7}"/>
                </a:ext>
              </a:extLst>
            </p:cNvPr>
            <p:cNvSpPr/>
            <p:nvPr/>
          </p:nvSpPr>
          <p:spPr>
            <a:xfrm>
              <a:off x="5119700" y="2601325"/>
              <a:ext cx="41525" cy="38625"/>
            </a:xfrm>
            <a:custGeom>
              <a:avLst/>
              <a:gdLst/>
              <a:ahLst/>
              <a:cxnLst/>
              <a:rect l="l" t="t" r="r" b="b"/>
              <a:pathLst>
                <a:path w="1661" h="1545" extrusionOk="0">
                  <a:moveTo>
                    <a:pt x="429" y="590"/>
                  </a:moveTo>
                  <a:cubicBezTo>
                    <a:pt x="590" y="482"/>
                    <a:pt x="831" y="268"/>
                    <a:pt x="1009" y="197"/>
                  </a:cubicBezTo>
                  <a:cubicBezTo>
                    <a:pt x="1232" y="99"/>
                    <a:pt x="1375" y="99"/>
                    <a:pt x="1598" y="1"/>
                  </a:cubicBezTo>
                  <a:cubicBezTo>
                    <a:pt x="1660" y="188"/>
                    <a:pt x="1526" y="429"/>
                    <a:pt x="1098" y="563"/>
                  </a:cubicBezTo>
                  <a:cubicBezTo>
                    <a:pt x="884" y="759"/>
                    <a:pt x="759" y="1544"/>
                    <a:pt x="313" y="1223"/>
                  </a:cubicBezTo>
                  <a:cubicBezTo>
                    <a:pt x="90" y="1000"/>
                    <a:pt x="1" y="875"/>
                    <a:pt x="429" y="590"/>
                  </a:cubicBezTo>
                  <a:close/>
                </a:path>
              </a:pathLst>
            </a:custGeom>
            <a:solidFill>
              <a:srgbClr val="FED5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2849;p64">
              <a:extLst>
                <a:ext uri="{FF2B5EF4-FFF2-40B4-BE49-F238E27FC236}">
                  <a16:creationId xmlns:a16="http://schemas.microsoft.com/office/drawing/2014/main" id="{12D36101-4798-8355-EFA5-6B20E65F631D}"/>
                </a:ext>
              </a:extLst>
            </p:cNvPr>
            <p:cNvSpPr/>
            <p:nvPr/>
          </p:nvSpPr>
          <p:spPr>
            <a:xfrm>
              <a:off x="5134200" y="2557850"/>
              <a:ext cx="128725" cy="144525"/>
            </a:xfrm>
            <a:custGeom>
              <a:avLst/>
              <a:gdLst/>
              <a:ahLst/>
              <a:cxnLst/>
              <a:rect l="l" t="t" r="r" b="b"/>
              <a:pathLst>
                <a:path w="5149" h="5781" extrusionOk="0">
                  <a:moveTo>
                    <a:pt x="2329" y="0"/>
                  </a:moveTo>
                  <a:lnTo>
                    <a:pt x="5148" y="1561"/>
                  </a:lnTo>
                  <a:lnTo>
                    <a:pt x="2820" y="5781"/>
                  </a:lnTo>
                  <a:lnTo>
                    <a:pt x="1" y="4229"/>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2850;p64">
              <a:extLst>
                <a:ext uri="{FF2B5EF4-FFF2-40B4-BE49-F238E27FC236}">
                  <a16:creationId xmlns:a16="http://schemas.microsoft.com/office/drawing/2014/main" id="{4A70BD65-3AD5-3D6C-BA1C-4F7D15A4CA61}"/>
                </a:ext>
              </a:extLst>
            </p:cNvPr>
            <p:cNvSpPr/>
            <p:nvPr/>
          </p:nvSpPr>
          <p:spPr>
            <a:xfrm>
              <a:off x="5080000" y="3230700"/>
              <a:ext cx="12075" cy="12975"/>
            </a:xfrm>
            <a:custGeom>
              <a:avLst/>
              <a:gdLst/>
              <a:ahLst/>
              <a:cxnLst/>
              <a:rect l="l" t="t" r="r" b="b"/>
              <a:pathLst>
                <a:path w="483" h="519" extrusionOk="0">
                  <a:moveTo>
                    <a:pt x="429" y="447"/>
                  </a:moveTo>
                  <a:cubicBezTo>
                    <a:pt x="483" y="375"/>
                    <a:pt x="447" y="242"/>
                    <a:pt x="340" y="135"/>
                  </a:cubicBezTo>
                  <a:cubicBezTo>
                    <a:pt x="242" y="36"/>
                    <a:pt x="108" y="1"/>
                    <a:pt x="54" y="72"/>
                  </a:cubicBezTo>
                  <a:cubicBezTo>
                    <a:pt x="1" y="144"/>
                    <a:pt x="37" y="277"/>
                    <a:pt x="135" y="384"/>
                  </a:cubicBezTo>
                  <a:cubicBezTo>
                    <a:pt x="242" y="491"/>
                    <a:pt x="367" y="518"/>
                    <a:pt x="429" y="447"/>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2851;p64">
              <a:extLst>
                <a:ext uri="{FF2B5EF4-FFF2-40B4-BE49-F238E27FC236}">
                  <a16:creationId xmlns:a16="http://schemas.microsoft.com/office/drawing/2014/main" id="{DBBE03FA-A654-88E1-8CF9-5F5B6B5A5770}"/>
                </a:ext>
              </a:extLst>
            </p:cNvPr>
            <p:cNvSpPr/>
            <p:nvPr/>
          </p:nvSpPr>
          <p:spPr>
            <a:xfrm>
              <a:off x="4960475" y="3174275"/>
              <a:ext cx="12050" cy="12750"/>
            </a:xfrm>
            <a:custGeom>
              <a:avLst/>
              <a:gdLst/>
              <a:ahLst/>
              <a:cxnLst/>
              <a:rect l="l" t="t" r="r" b="b"/>
              <a:pathLst>
                <a:path w="482" h="510" extrusionOk="0">
                  <a:moveTo>
                    <a:pt x="428" y="438"/>
                  </a:moveTo>
                  <a:cubicBezTo>
                    <a:pt x="482" y="375"/>
                    <a:pt x="446" y="233"/>
                    <a:pt x="348" y="126"/>
                  </a:cubicBezTo>
                  <a:cubicBezTo>
                    <a:pt x="241" y="28"/>
                    <a:pt x="116" y="1"/>
                    <a:pt x="63" y="63"/>
                  </a:cubicBezTo>
                  <a:cubicBezTo>
                    <a:pt x="0" y="135"/>
                    <a:pt x="36" y="277"/>
                    <a:pt x="143" y="375"/>
                  </a:cubicBezTo>
                  <a:cubicBezTo>
                    <a:pt x="241" y="483"/>
                    <a:pt x="375" y="509"/>
                    <a:pt x="428" y="438"/>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2852;p64">
              <a:extLst>
                <a:ext uri="{FF2B5EF4-FFF2-40B4-BE49-F238E27FC236}">
                  <a16:creationId xmlns:a16="http://schemas.microsoft.com/office/drawing/2014/main" id="{E59819AC-D213-E570-E2A6-60E1CE8BEDA2}"/>
                </a:ext>
              </a:extLst>
            </p:cNvPr>
            <p:cNvSpPr/>
            <p:nvPr/>
          </p:nvSpPr>
          <p:spPr>
            <a:xfrm>
              <a:off x="5039875" y="2799150"/>
              <a:ext cx="10275" cy="13850"/>
            </a:xfrm>
            <a:custGeom>
              <a:avLst/>
              <a:gdLst/>
              <a:ahLst/>
              <a:cxnLst/>
              <a:rect l="l" t="t" r="r" b="b"/>
              <a:pathLst>
                <a:path w="411" h="554" extrusionOk="0">
                  <a:moveTo>
                    <a:pt x="71" y="509"/>
                  </a:moveTo>
                  <a:cubicBezTo>
                    <a:pt x="0" y="456"/>
                    <a:pt x="0" y="313"/>
                    <a:pt x="71" y="188"/>
                  </a:cubicBezTo>
                  <a:cubicBezTo>
                    <a:pt x="152" y="54"/>
                    <a:pt x="268" y="1"/>
                    <a:pt x="339" y="54"/>
                  </a:cubicBezTo>
                  <a:cubicBezTo>
                    <a:pt x="410" y="99"/>
                    <a:pt x="410" y="250"/>
                    <a:pt x="339" y="375"/>
                  </a:cubicBezTo>
                  <a:cubicBezTo>
                    <a:pt x="259" y="500"/>
                    <a:pt x="143" y="554"/>
                    <a:pt x="71" y="509"/>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9" name="TextBox 1098">
            <a:extLst>
              <a:ext uri="{FF2B5EF4-FFF2-40B4-BE49-F238E27FC236}">
                <a16:creationId xmlns:a16="http://schemas.microsoft.com/office/drawing/2014/main" id="{32D8B458-6AEC-9D08-D93E-F40699D4BDB3}"/>
              </a:ext>
            </a:extLst>
          </p:cNvPr>
          <p:cNvSpPr txBox="1"/>
          <p:nvPr/>
        </p:nvSpPr>
        <p:spPr>
          <a:xfrm rot="1633049">
            <a:off x="1407717" y="1999325"/>
            <a:ext cx="473012" cy="276999"/>
          </a:xfrm>
          <a:prstGeom prst="rect">
            <a:avLst/>
          </a:prstGeom>
          <a:noFill/>
        </p:spPr>
        <p:txBody>
          <a:bodyPr wrap="square" rtlCol="0">
            <a:spAutoFit/>
          </a:bodyPr>
          <a:lstStyle/>
          <a:p>
            <a:pPr algn="just"/>
            <a:r>
              <a:rPr lang="en-US" sz="300" dirty="0">
                <a:latin typeface="Rockwell" panose="02060603020205020403" pitchFamily="18" charset="0"/>
              </a:rPr>
              <a:t>GANESH MAHEEN MALLIKARJUN            SHRUSTI</a:t>
            </a:r>
            <a:endParaRPr lang="en-IN" sz="300" dirty="0"/>
          </a:p>
        </p:txBody>
      </p:sp>
      <p:grpSp>
        <p:nvGrpSpPr>
          <p:cNvPr id="991" name="Google Shape;4208;p72">
            <a:extLst>
              <a:ext uri="{FF2B5EF4-FFF2-40B4-BE49-F238E27FC236}">
                <a16:creationId xmlns:a16="http://schemas.microsoft.com/office/drawing/2014/main" id="{A6738BB5-5004-8B29-CCED-F9B166D28378}"/>
              </a:ext>
            </a:extLst>
          </p:cNvPr>
          <p:cNvGrpSpPr/>
          <p:nvPr/>
        </p:nvGrpSpPr>
        <p:grpSpPr>
          <a:xfrm>
            <a:off x="1162488" y="77052"/>
            <a:ext cx="1510800" cy="1187675"/>
            <a:chOff x="865600" y="1322700"/>
            <a:chExt cx="1510800" cy="1187675"/>
          </a:xfrm>
        </p:grpSpPr>
        <p:sp>
          <p:nvSpPr>
            <p:cNvPr id="992" name="Google Shape;4209;p72">
              <a:extLst>
                <a:ext uri="{FF2B5EF4-FFF2-40B4-BE49-F238E27FC236}">
                  <a16:creationId xmlns:a16="http://schemas.microsoft.com/office/drawing/2014/main" id="{A1B5C7DC-36C1-4A80-1567-6BBE3A6E3526}"/>
                </a:ext>
              </a:extLst>
            </p:cNvPr>
            <p:cNvSpPr/>
            <p:nvPr/>
          </p:nvSpPr>
          <p:spPr>
            <a:xfrm>
              <a:off x="2029400" y="1754750"/>
              <a:ext cx="34775" cy="65000"/>
            </a:xfrm>
            <a:custGeom>
              <a:avLst/>
              <a:gdLst/>
              <a:ahLst/>
              <a:cxnLst/>
              <a:rect l="l" t="t" r="r" b="b"/>
              <a:pathLst>
                <a:path w="1391" h="2600" extrusionOk="0">
                  <a:moveTo>
                    <a:pt x="829" y="0"/>
                  </a:moveTo>
                  <a:cubicBezTo>
                    <a:pt x="664" y="0"/>
                    <a:pt x="550" y="122"/>
                    <a:pt x="491" y="287"/>
                  </a:cubicBezTo>
                  <a:cubicBezTo>
                    <a:pt x="351" y="677"/>
                    <a:pt x="0" y="2046"/>
                    <a:pt x="243" y="2381"/>
                  </a:cubicBezTo>
                  <a:cubicBezTo>
                    <a:pt x="318" y="2486"/>
                    <a:pt x="567" y="2599"/>
                    <a:pt x="778" y="2599"/>
                  </a:cubicBezTo>
                  <a:cubicBezTo>
                    <a:pt x="823" y="2599"/>
                    <a:pt x="867" y="2594"/>
                    <a:pt x="906" y="2582"/>
                  </a:cubicBezTo>
                  <a:cubicBezTo>
                    <a:pt x="1037" y="2544"/>
                    <a:pt x="1094" y="2299"/>
                    <a:pt x="1126" y="2191"/>
                  </a:cubicBezTo>
                  <a:cubicBezTo>
                    <a:pt x="1250" y="1782"/>
                    <a:pt x="1308" y="1348"/>
                    <a:pt x="1343" y="922"/>
                  </a:cubicBezTo>
                  <a:cubicBezTo>
                    <a:pt x="1359" y="736"/>
                    <a:pt x="1391" y="523"/>
                    <a:pt x="1362" y="338"/>
                  </a:cubicBezTo>
                  <a:cubicBezTo>
                    <a:pt x="1334" y="155"/>
                    <a:pt x="1075" y="45"/>
                    <a:pt x="913" y="10"/>
                  </a:cubicBezTo>
                  <a:cubicBezTo>
                    <a:pt x="883" y="3"/>
                    <a:pt x="856" y="0"/>
                    <a:pt x="829"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4210;p72">
              <a:extLst>
                <a:ext uri="{FF2B5EF4-FFF2-40B4-BE49-F238E27FC236}">
                  <a16:creationId xmlns:a16="http://schemas.microsoft.com/office/drawing/2014/main" id="{FBF82B9C-3D48-5290-3388-CABE3EA7451F}"/>
                </a:ext>
              </a:extLst>
            </p:cNvPr>
            <p:cNvSpPr/>
            <p:nvPr/>
          </p:nvSpPr>
          <p:spPr>
            <a:xfrm>
              <a:off x="1609575" y="2215775"/>
              <a:ext cx="186800" cy="120525"/>
            </a:xfrm>
            <a:custGeom>
              <a:avLst/>
              <a:gdLst/>
              <a:ahLst/>
              <a:cxnLst/>
              <a:rect l="l" t="t" r="r" b="b"/>
              <a:pathLst>
                <a:path w="7472" h="4821" extrusionOk="0">
                  <a:moveTo>
                    <a:pt x="1238" y="0"/>
                  </a:moveTo>
                  <a:lnTo>
                    <a:pt x="1" y="1843"/>
                  </a:lnTo>
                  <a:lnTo>
                    <a:pt x="1638" y="4820"/>
                  </a:lnTo>
                  <a:lnTo>
                    <a:pt x="7472" y="1452"/>
                  </a:lnTo>
                  <a:lnTo>
                    <a:pt x="1238"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4211;p72">
              <a:extLst>
                <a:ext uri="{FF2B5EF4-FFF2-40B4-BE49-F238E27FC236}">
                  <a16:creationId xmlns:a16="http://schemas.microsoft.com/office/drawing/2014/main" id="{DE7962FE-08C1-E76C-2EBF-1E17816E4C37}"/>
                </a:ext>
              </a:extLst>
            </p:cNvPr>
            <p:cNvSpPr/>
            <p:nvPr/>
          </p:nvSpPr>
          <p:spPr>
            <a:xfrm>
              <a:off x="945425" y="1832300"/>
              <a:ext cx="186800" cy="120525"/>
            </a:xfrm>
            <a:custGeom>
              <a:avLst/>
              <a:gdLst/>
              <a:ahLst/>
              <a:cxnLst/>
              <a:rect l="l" t="t" r="r" b="b"/>
              <a:pathLst>
                <a:path w="7472" h="4821" extrusionOk="0">
                  <a:moveTo>
                    <a:pt x="1238" y="0"/>
                  </a:moveTo>
                  <a:lnTo>
                    <a:pt x="1" y="1843"/>
                  </a:lnTo>
                  <a:lnTo>
                    <a:pt x="1638" y="4820"/>
                  </a:lnTo>
                  <a:lnTo>
                    <a:pt x="7472" y="1452"/>
                  </a:lnTo>
                  <a:lnTo>
                    <a:pt x="1238"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4212;p72">
              <a:extLst>
                <a:ext uri="{FF2B5EF4-FFF2-40B4-BE49-F238E27FC236}">
                  <a16:creationId xmlns:a16="http://schemas.microsoft.com/office/drawing/2014/main" id="{A4FD65F1-B0A3-1F18-E586-7CC1B0C7B784}"/>
                </a:ext>
              </a:extLst>
            </p:cNvPr>
            <p:cNvSpPr/>
            <p:nvPr/>
          </p:nvSpPr>
          <p:spPr>
            <a:xfrm>
              <a:off x="1685975" y="2261675"/>
              <a:ext cx="197675" cy="242775"/>
            </a:xfrm>
            <a:custGeom>
              <a:avLst/>
              <a:gdLst/>
              <a:ahLst/>
              <a:cxnLst/>
              <a:rect l="l" t="t" r="r" b="b"/>
              <a:pathLst>
                <a:path w="7907" h="9711" extrusionOk="0">
                  <a:moveTo>
                    <a:pt x="3019" y="0"/>
                  </a:moveTo>
                  <a:cubicBezTo>
                    <a:pt x="2682" y="0"/>
                    <a:pt x="2377" y="82"/>
                    <a:pt x="2116" y="238"/>
                  </a:cubicBezTo>
                  <a:lnTo>
                    <a:pt x="0" y="1459"/>
                  </a:lnTo>
                  <a:lnTo>
                    <a:pt x="4824" y="9710"/>
                  </a:lnTo>
                  <a:lnTo>
                    <a:pt x="6939" y="8488"/>
                  </a:lnTo>
                  <a:cubicBezTo>
                    <a:pt x="7537" y="8131"/>
                    <a:pt x="7907" y="7378"/>
                    <a:pt x="7907" y="6314"/>
                  </a:cubicBezTo>
                  <a:cubicBezTo>
                    <a:pt x="7907" y="4159"/>
                    <a:pt x="6394" y="1538"/>
                    <a:pt x="4528" y="462"/>
                  </a:cubicBezTo>
                  <a:cubicBezTo>
                    <a:pt x="3985" y="149"/>
                    <a:pt x="3473" y="0"/>
                    <a:pt x="3019"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4213;p72">
              <a:extLst>
                <a:ext uri="{FF2B5EF4-FFF2-40B4-BE49-F238E27FC236}">
                  <a16:creationId xmlns:a16="http://schemas.microsoft.com/office/drawing/2014/main" id="{FC1B7BA7-B4A5-0665-8764-5DE5FC54A52D}"/>
                </a:ext>
              </a:extLst>
            </p:cNvPr>
            <p:cNvSpPr/>
            <p:nvPr/>
          </p:nvSpPr>
          <p:spPr>
            <a:xfrm>
              <a:off x="1661800" y="2292175"/>
              <a:ext cx="168975" cy="218200"/>
            </a:xfrm>
            <a:custGeom>
              <a:avLst/>
              <a:gdLst/>
              <a:ahLst/>
              <a:cxnLst/>
              <a:rect l="l" t="t" r="r" b="b"/>
              <a:pathLst>
                <a:path w="6759" h="8728" extrusionOk="0">
                  <a:moveTo>
                    <a:pt x="1870" y="1"/>
                  </a:moveTo>
                  <a:cubicBezTo>
                    <a:pt x="762" y="1"/>
                    <a:pt x="0" y="885"/>
                    <a:pt x="0" y="2414"/>
                  </a:cubicBezTo>
                  <a:cubicBezTo>
                    <a:pt x="0" y="4568"/>
                    <a:pt x="1513" y="7188"/>
                    <a:pt x="3379" y="8266"/>
                  </a:cubicBezTo>
                  <a:cubicBezTo>
                    <a:pt x="3921" y="8579"/>
                    <a:pt x="4434" y="8728"/>
                    <a:pt x="4888" y="8728"/>
                  </a:cubicBezTo>
                  <a:cubicBezTo>
                    <a:pt x="5997" y="8728"/>
                    <a:pt x="6758" y="7844"/>
                    <a:pt x="6758" y="6316"/>
                  </a:cubicBezTo>
                  <a:cubicBezTo>
                    <a:pt x="6758" y="4160"/>
                    <a:pt x="5245" y="1540"/>
                    <a:pt x="3379" y="463"/>
                  </a:cubicBezTo>
                  <a:cubicBezTo>
                    <a:pt x="2837" y="149"/>
                    <a:pt x="2324" y="1"/>
                    <a:pt x="1870" y="1"/>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4214;p72">
              <a:extLst>
                <a:ext uri="{FF2B5EF4-FFF2-40B4-BE49-F238E27FC236}">
                  <a16:creationId xmlns:a16="http://schemas.microsoft.com/office/drawing/2014/main" id="{F06454B3-5D72-5A5C-D30A-CB5E8DCAEA4A}"/>
                </a:ext>
              </a:extLst>
            </p:cNvPr>
            <p:cNvSpPr/>
            <p:nvPr/>
          </p:nvSpPr>
          <p:spPr>
            <a:xfrm>
              <a:off x="1686500" y="2327625"/>
              <a:ext cx="117225" cy="150525"/>
            </a:xfrm>
            <a:custGeom>
              <a:avLst/>
              <a:gdLst/>
              <a:ahLst/>
              <a:cxnLst/>
              <a:rect l="l" t="t" r="r" b="b"/>
              <a:pathLst>
                <a:path w="4689" h="6021" extrusionOk="0">
                  <a:moveTo>
                    <a:pt x="1313" y="1"/>
                  </a:moveTo>
                  <a:cubicBezTo>
                    <a:pt x="532" y="1"/>
                    <a:pt x="1" y="637"/>
                    <a:pt x="16" y="1723"/>
                  </a:cubicBezTo>
                  <a:cubicBezTo>
                    <a:pt x="39" y="3224"/>
                    <a:pt x="1100" y="5019"/>
                    <a:pt x="2385" y="5731"/>
                  </a:cubicBezTo>
                  <a:cubicBezTo>
                    <a:pt x="2741" y="5928"/>
                    <a:pt x="3077" y="6021"/>
                    <a:pt x="3377" y="6021"/>
                  </a:cubicBezTo>
                  <a:cubicBezTo>
                    <a:pt x="4158" y="6021"/>
                    <a:pt x="4689" y="5385"/>
                    <a:pt x="4672" y="4299"/>
                  </a:cubicBezTo>
                  <a:cubicBezTo>
                    <a:pt x="4649" y="2796"/>
                    <a:pt x="3590" y="1002"/>
                    <a:pt x="2304" y="291"/>
                  </a:cubicBezTo>
                  <a:cubicBezTo>
                    <a:pt x="1948" y="94"/>
                    <a:pt x="1612" y="1"/>
                    <a:pt x="1313"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4215;p72">
              <a:extLst>
                <a:ext uri="{FF2B5EF4-FFF2-40B4-BE49-F238E27FC236}">
                  <a16:creationId xmlns:a16="http://schemas.microsoft.com/office/drawing/2014/main" id="{EF6C7FDE-DCD0-9AAF-1973-97ED95E92DF4}"/>
                </a:ext>
              </a:extLst>
            </p:cNvPr>
            <p:cNvSpPr/>
            <p:nvPr/>
          </p:nvSpPr>
          <p:spPr>
            <a:xfrm>
              <a:off x="1694725" y="2338150"/>
              <a:ext cx="100800" cy="129450"/>
            </a:xfrm>
            <a:custGeom>
              <a:avLst/>
              <a:gdLst/>
              <a:ahLst/>
              <a:cxnLst/>
              <a:rect l="l" t="t" r="r" b="b"/>
              <a:pathLst>
                <a:path w="4032" h="5178" extrusionOk="0">
                  <a:moveTo>
                    <a:pt x="1129" y="1"/>
                  </a:moveTo>
                  <a:cubicBezTo>
                    <a:pt x="457" y="1"/>
                    <a:pt x="0" y="548"/>
                    <a:pt x="14" y="1481"/>
                  </a:cubicBezTo>
                  <a:cubicBezTo>
                    <a:pt x="34" y="2774"/>
                    <a:pt x="944" y="4316"/>
                    <a:pt x="2050" y="4928"/>
                  </a:cubicBezTo>
                  <a:cubicBezTo>
                    <a:pt x="2356" y="5097"/>
                    <a:pt x="2645" y="5178"/>
                    <a:pt x="2903" y="5178"/>
                  </a:cubicBezTo>
                  <a:cubicBezTo>
                    <a:pt x="3574" y="5178"/>
                    <a:pt x="4031" y="4631"/>
                    <a:pt x="4017" y="3697"/>
                  </a:cubicBezTo>
                  <a:cubicBezTo>
                    <a:pt x="3998" y="2406"/>
                    <a:pt x="3086" y="862"/>
                    <a:pt x="1981" y="250"/>
                  </a:cubicBezTo>
                  <a:cubicBezTo>
                    <a:pt x="1675" y="81"/>
                    <a:pt x="1386" y="1"/>
                    <a:pt x="1129"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4216;p72">
              <a:extLst>
                <a:ext uri="{FF2B5EF4-FFF2-40B4-BE49-F238E27FC236}">
                  <a16:creationId xmlns:a16="http://schemas.microsoft.com/office/drawing/2014/main" id="{364829AF-8D05-7E14-115A-7F60933B4C06}"/>
                </a:ext>
              </a:extLst>
            </p:cNvPr>
            <p:cNvSpPr/>
            <p:nvPr/>
          </p:nvSpPr>
          <p:spPr>
            <a:xfrm>
              <a:off x="1719475" y="2364650"/>
              <a:ext cx="56975" cy="73175"/>
            </a:xfrm>
            <a:custGeom>
              <a:avLst/>
              <a:gdLst/>
              <a:ahLst/>
              <a:cxnLst/>
              <a:rect l="l" t="t" r="r" b="b"/>
              <a:pathLst>
                <a:path w="2279" h="2927" extrusionOk="0">
                  <a:moveTo>
                    <a:pt x="638" y="0"/>
                  </a:moveTo>
                  <a:cubicBezTo>
                    <a:pt x="258" y="0"/>
                    <a:pt x="0" y="309"/>
                    <a:pt x="8" y="837"/>
                  </a:cubicBezTo>
                  <a:cubicBezTo>
                    <a:pt x="19" y="1567"/>
                    <a:pt x="534" y="2439"/>
                    <a:pt x="1159" y="2785"/>
                  </a:cubicBezTo>
                  <a:cubicBezTo>
                    <a:pt x="1332" y="2881"/>
                    <a:pt x="1495" y="2926"/>
                    <a:pt x="1640" y="2926"/>
                  </a:cubicBezTo>
                  <a:cubicBezTo>
                    <a:pt x="2020" y="2926"/>
                    <a:pt x="2279" y="2617"/>
                    <a:pt x="2271" y="2089"/>
                  </a:cubicBezTo>
                  <a:cubicBezTo>
                    <a:pt x="2260" y="1360"/>
                    <a:pt x="1744" y="487"/>
                    <a:pt x="1120" y="141"/>
                  </a:cubicBezTo>
                  <a:cubicBezTo>
                    <a:pt x="946" y="45"/>
                    <a:pt x="783" y="0"/>
                    <a:pt x="638"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4217;p72">
              <a:extLst>
                <a:ext uri="{FF2B5EF4-FFF2-40B4-BE49-F238E27FC236}">
                  <a16:creationId xmlns:a16="http://schemas.microsoft.com/office/drawing/2014/main" id="{9AE4B002-770D-528C-C3B2-4B27E450B03C}"/>
                </a:ext>
              </a:extLst>
            </p:cNvPr>
            <p:cNvSpPr/>
            <p:nvPr/>
          </p:nvSpPr>
          <p:spPr>
            <a:xfrm>
              <a:off x="1715200" y="2351075"/>
              <a:ext cx="73975" cy="95300"/>
            </a:xfrm>
            <a:custGeom>
              <a:avLst/>
              <a:gdLst/>
              <a:ahLst/>
              <a:cxnLst/>
              <a:rect l="l" t="t" r="r" b="b"/>
              <a:pathLst>
                <a:path w="2959" h="3812" extrusionOk="0">
                  <a:moveTo>
                    <a:pt x="809" y="543"/>
                  </a:moveTo>
                  <a:cubicBezTo>
                    <a:pt x="954" y="543"/>
                    <a:pt x="1117" y="588"/>
                    <a:pt x="1291" y="684"/>
                  </a:cubicBezTo>
                  <a:cubicBezTo>
                    <a:pt x="1622" y="868"/>
                    <a:pt x="1922" y="1199"/>
                    <a:pt x="2132" y="1578"/>
                  </a:cubicBezTo>
                  <a:cubicBezTo>
                    <a:pt x="2226" y="1746"/>
                    <a:pt x="2302" y="1924"/>
                    <a:pt x="2355" y="2103"/>
                  </a:cubicBezTo>
                  <a:cubicBezTo>
                    <a:pt x="2408" y="2281"/>
                    <a:pt x="2439" y="2461"/>
                    <a:pt x="2442" y="2632"/>
                  </a:cubicBezTo>
                  <a:cubicBezTo>
                    <a:pt x="2442" y="2661"/>
                    <a:pt x="2442" y="2691"/>
                    <a:pt x="2440" y="2720"/>
                  </a:cubicBezTo>
                  <a:cubicBezTo>
                    <a:pt x="2420" y="3194"/>
                    <a:pt x="2170" y="3469"/>
                    <a:pt x="1812" y="3469"/>
                  </a:cubicBezTo>
                  <a:cubicBezTo>
                    <a:pt x="1667" y="3469"/>
                    <a:pt x="1503" y="3424"/>
                    <a:pt x="1330" y="3328"/>
                  </a:cubicBezTo>
                  <a:cubicBezTo>
                    <a:pt x="705" y="2982"/>
                    <a:pt x="190" y="2110"/>
                    <a:pt x="179" y="1380"/>
                  </a:cubicBezTo>
                  <a:cubicBezTo>
                    <a:pt x="171" y="852"/>
                    <a:pt x="429" y="543"/>
                    <a:pt x="809" y="543"/>
                  </a:cubicBezTo>
                  <a:close/>
                  <a:moveTo>
                    <a:pt x="831" y="0"/>
                  </a:moveTo>
                  <a:cubicBezTo>
                    <a:pt x="337" y="0"/>
                    <a:pt x="1" y="403"/>
                    <a:pt x="12" y="1090"/>
                  </a:cubicBezTo>
                  <a:cubicBezTo>
                    <a:pt x="26" y="2042"/>
                    <a:pt x="697" y="3178"/>
                    <a:pt x="1511" y="3627"/>
                  </a:cubicBezTo>
                  <a:cubicBezTo>
                    <a:pt x="1737" y="3752"/>
                    <a:pt x="1949" y="3811"/>
                    <a:pt x="2139" y="3811"/>
                  </a:cubicBezTo>
                  <a:cubicBezTo>
                    <a:pt x="2605" y="3811"/>
                    <a:pt x="2930" y="3453"/>
                    <a:pt x="2957" y="2835"/>
                  </a:cubicBezTo>
                  <a:cubicBezTo>
                    <a:pt x="2959" y="2798"/>
                    <a:pt x="2959" y="2760"/>
                    <a:pt x="2959" y="2721"/>
                  </a:cubicBezTo>
                  <a:cubicBezTo>
                    <a:pt x="2951" y="2275"/>
                    <a:pt x="2801" y="1788"/>
                    <a:pt x="2557" y="1349"/>
                  </a:cubicBezTo>
                  <a:cubicBezTo>
                    <a:pt x="2283" y="854"/>
                    <a:pt x="1890" y="423"/>
                    <a:pt x="1459" y="184"/>
                  </a:cubicBezTo>
                  <a:cubicBezTo>
                    <a:pt x="1234" y="59"/>
                    <a:pt x="1021" y="0"/>
                    <a:pt x="831"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4218;p72">
              <a:extLst>
                <a:ext uri="{FF2B5EF4-FFF2-40B4-BE49-F238E27FC236}">
                  <a16:creationId xmlns:a16="http://schemas.microsoft.com/office/drawing/2014/main" id="{20D97B94-28D4-35AD-5331-23A9B50AE23E}"/>
                </a:ext>
              </a:extLst>
            </p:cNvPr>
            <p:cNvSpPr/>
            <p:nvPr/>
          </p:nvSpPr>
          <p:spPr>
            <a:xfrm>
              <a:off x="1022275" y="1878475"/>
              <a:ext cx="197675" cy="242800"/>
            </a:xfrm>
            <a:custGeom>
              <a:avLst/>
              <a:gdLst/>
              <a:ahLst/>
              <a:cxnLst/>
              <a:rect l="l" t="t" r="r" b="b"/>
              <a:pathLst>
                <a:path w="7907" h="9712" extrusionOk="0">
                  <a:moveTo>
                    <a:pt x="3019" y="0"/>
                  </a:moveTo>
                  <a:cubicBezTo>
                    <a:pt x="2682" y="0"/>
                    <a:pt x="2377" y="82"/>
                    <a:pt x="2116" y="238"/>
                  </a:cubicBezTo>
                  <a:lnTo>
                    <a:pt x="1" y="1460"/>
                  </a:lnTo>
                  <a:lnTo>
                    <a:pt x="4824" y="9711"/>
                  </a:lnTo>
                  <a:lnTo>
                    <a:pt x="6940" y="8489"/>
                  </a:lnTo>
                  <a:cubicBezTo>
                    <a:pt x="7537" y="8131"/>
                    <a:pt x="7907" y="7379"/>
                    <a:pt x="7907" y="6314"/>
                  </a:cubicBezTo>
                  <a:cubicBezTo>
                    <a:pt x="7907" y="4160"/>
                    <a:pt x="6394" y="1540"/>
                    <a:pt x="4528" y="462"/>
                  </a:cubicBezTo>
                  <a:cubicBezTo>
                    <a:pt x="3986" y="149"/>
                    <a:pt x="3473" y="0"/>
                    <a:pt x="3019"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4219;p72">
              <a:extLst>
                <a:ext uri="{FF2B5EF4-FFF2-40B4-BE49-F238E27FC236}">
                  <a16:creationId xmlns:a16="http://schemas.microsoft.com/office/drawing/2014/main" id="{91C1992A-EDDF-F746-88E0-EDF27399E546}"/>
                </a:ext>
              </a:extLst>
            </p:cNvPr>
            <p:cNvSpPr/>
            <p:nvPr/>
          </p:nvSpPr>
          <p:spPr>
            <a:xfrm>
              <a:off x="998100" y="1909025"/>
              <a:ext cx="168975" cy="218175"/>
            </a:xfrm>
            <a:custGeom>
              <a:avLst/>
              <a:gdLst/>
              <a:ahLst/>
              <a:cxnLst/>
              <a:rect l="l" t="t" r="r" b="b"/>
              <a:pathLst>
                <a:path w="6759" h="8727" extrusionOk="0">
                  <a:moveTo>
                    <a:pt x="1870" y="0"/>
                  </a:moveTo>
                  <a:cubicBezTo>
                    <a:pt x="762" y="0"/>
                    <a:pt x="0" y="884"/>
                    <a:pt x="0" y="2412"/>
                  </a:cubicBezTo>
                  <a:cubicBezTo>
                    <a:pt x="0" y="4568"/>
                    <a:pt x="1513" y="7188"/>
                    <a:pt x="3379" y="8265"/>
                  </a:cubicBezTo>
                  <a:cubicBezTo>
                    <a:pt x="3921" y="8578"/>
                    <a:pt x="4434" y="8726"/>
                    <a:pt x="4888" y="8726"/>
                  </a:cubicBezTo>
                  <a:cubicBezTo>
                    <a:pt x="5997" y="8726"/>
                    <a:pt x="6758" y="7843"/>
                    <a:pt x="6758" y="6314"/>
                  </a:cubicBezTo>
                  <a:cubicBezTo>
                    <a:pt x="6758" y="4160"/>
                    <a:pt x="5245" y="1538"/>
                    <a:pt x="3379" y="462"/>
                  </a:cubicBezTo>
                  <a:cubicBezTo>
                    <a:pt x="2837" y="149"/>
                    <a:pt x="2324" y="0"/>
                    <a:pt x="1870"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4220;p72">
              <a:extLst>
                <a:ext uri="{FF2B5EF4-FFF2-40B4-BE49-F238E27FC236}">
                  <a16:creationId xmlns:a16="http://schemas.microsoft.com/office/drawing/2014/main" id="{11476E0E-2E8E-9F8E-D61D-7B23F8DD6302}"/>
                </a:ext>
              </a:extLst>
            </p:cNvPr>
            <p:cNvSpPr/>
            <p:nvPr/>
          </p:nvSpPr>
          <p:spPr>
            <a:xfrm>
              <a:off x="1023800" y="1940225"/>
              <a:ext cx="115200" cy="158950"/>
            </a:xfrm>
            <a:custGeom>
              <a:avLst/>
              <a:gdLst/>
              <a:ahLst/>
              <a:cxnLst/>
              <a:rect l="l" t="t" r="r" b="b"/>
              <a:pathLst>
                <a:path w="4608" h="6358" extrusionOk="0">
                  <a:moveTo>
                    <a:pt x="1616" y="0"/>
                  </a:moveTo>
                  <a:cubicBezTo>
                    <a:pt x="964" y="0"/>
                    <a:pt x="439" y="519"/>
                    <a:pt x="268" y="1468"/>
                  </a:cubicBezTo>
                  <a:cubicBezTo>
                    <a:pt x="1" y="2945"/>
                    <a:pt x="697" y="4911"/>
                    <a:pt x="1821" y="5857"/>
                  </a:cubicBezTo>
                  <a:cubicBezTo>
                    <a:pt x="2224" y="6195"/>
                    <a:pt x="2628" y="6357"/>
                    <a:pt x="2992" y="6357"/>
                  </a:cubicBezTo>
                  <a:cubicBezTo>
                    <a:pt x="3644" y="6357"/>
                    <a:pt x="4170" y="5839"/>
                    <a:pt x="4341" y="4891"/>
                  </a:cubicBezTo>
                  <a:cubicBezTo>
                    <a:pt x="4608" y="3412"/>
                    <a:pt x="3912" y="1448"/>
                    <a:pt x="2787" y="502"/>
                  </a:cubicBezTo>
                  <a:cubicBezTo>
                    <a:pt x="2384" y="162"/>
                    <a:pt x="1980" y="0"/>
                    <a:pt x="1616"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4221;p72">
              <a:extLst>
                <a:ext uri="{FF2B5EF4-FFF2-40B4-BE49-F238E27FC236}">
                  <a16:creationId xmlns:a16="http://schemas.microsoft.com/office/drawing/2014/main" id="{3E8CDEDA-4638-B543-D201-342CE82B77FF}"/>
                </a:ext>
              </a:extLst>
            </p:cNvPr>
            <p:cNvSpPr/>
            <p:nvPr/>
          </p:nvSpPr>
          <p:spPr>
            <a:xfrm>
              <a:off x="1031850" y="1951375"/>
              <a:ext cx="99075" cy="136650"/>
            </a:xfrm>
            <a:custGeom>
              <a:avLst/>
              <a:gdLst/>
              <a:ahLst/>
              <a:cxnLst/>
              <a:rect l="l" t="t" r="r" b="b"/>
              <a:pathLst>
                <a:path w="3963" h="5466" extrusionOk="0">
                  <a:moveTo>
                    <a:pt x="1390" y="1"/>
                  </a:moveTo>
                  <a:cubicBezTo>
                    <a:pt x="830" y="1"/>
                    <a:pt x="378" y="446"/>
                    <a:pt x="231" y="1261"/>
                  </a:cubicBezTo>
                  <a:cubicBezTo>
                    <a:pt x="1" y="2533"/>
                    <a:pt x="600" y="4223"/>
                    <a:pt x="1568" y="5035"/>
                  </a:cubicBezTo>
                  <a:cubicBezTo>
                    <a:pt x="1914" y="5326"/>
                    <a:pt x="2261" y="5465"/>
                    <a:pt x="2574" y="5465"/>
                  </a:cubicBezTo>
                  <a:cubicBezTo>
                    <a:pt x="3134" y="5465"/>
                    <a:pt x="3586" y="5020"/>
                    <a:pt x="3734" y="4204"/>
                  </a:cubicBezTo>
                  <a:cubicBezTo>
                    <a:pt x="3962" y="2933"/>
                    <a:pt x="3365" y="1244"/>
                    <a:pt x="2397" y="431"/>
                  </a:cubicBezTo>
                  <a:cubicBezTo>
                    <a:pt x="2050" y="140"/>
                    <a:pt x="1703" y="1"/>
                    <a:pt x="1390"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4222;p72">
              <a:extLst>
                <a:ext uri="{FF2B5EF4-FFF2-40B4-BE49-F238E27FC236}">
                  <a16:creationId xmlns:a16="http://schemas.microsoft.com/office/drawing/2014/main" id="{DEB8EA1F-BF85-7FF0-0D3B-F07AC0F78403}"/>
                </a:ext>
              </a:extLst>
            </p:cNvPr>
            <p:cNvSpPr/>
            <p:nvPr/>
          </p:nvSpPr>
          <p:spPr>
            <a:xfrm>
              <a:off x="1056500" y="1980000"/>
              <a:ext cx="56025" cy="77225"/>
            </a:xfrm>
            <a:custGeom>
              <a:avLst/>
              <a:gdLst/>
              <a:ahLst/>
              <a:cxnLst/>
              <a:rect l="l" t="t" r="r" b="b"/>
              <a:pathLst>
                <a:path w="2241" h="3089" extrusionOk="0">
                  <a:moveTo>
                    <a:pt x="785" y="1"/>
                  </a:moveTo>
                  <a:cubicBezTo>
                    <a:pt x="469" y="1"/>
                    <a:pt x="214" y="253"/>
                    <a:pt x="131" y="714"/>
                  </a:cubicBezTo>
                  <a:cubicBezTo>
                    <a:pt x="1" y="1431"/>
                    <a:pt x="339" y="2386"/>
                    <a:pt x="885" y="2846"/>
                  </a:cubicBezTo>
                  <a:cubicBezTo>
                    <a:pt x="1081" y="3010"/>
                    <a:pt x="1278" y="3089"/>
                    <a:pt x="1455" y="3089"/>
                  </a:cubicBezTo>
                  <a:cubicBezTo>
                    <a:pt x="1772" y="3089"/>
                    <a:pt x="2028" y="2837"/>
                    <a:pt x="2110" y="2377"/>
                  </a:cubicBezTo>
                  <a:cubicBezTo>
                    <a:pt x="2241" y="1658"/>
                    <a:pt x="1902" y="703"/>
                    <a:pt x="1354" y="244"/>
                  </a:cubicBezTo>
                  <a:cubicBezTo>
                    <a:pt x="1159" y="79"/>
                    <a:pt x="962" y="1"/>
                    <a:pt x="785" y="1"/>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4223;p72">
              <a:extLst>
                <a:ext uri="{FF2B5EF4-FFF2-40B4-BE49-F238E27FC236}">
                  <a16:creationId xmlns:a16="http://schemas.microsoft.com/office/drawing/2014/main" id="{A977332C-2FD8-17C8-D979-2E186CC7AB26}"/>
                </a:ext>
              </a:extLst>
            </p:cNvPr>
            <p:cNvSpPr/>
            <p:nvPr/>
          </p:nvSpPr>
          <p:spPr>
            <a:xfrm>
              <a:off x="1052825" y="1966700"/>
              <a:ext cx="70700" cy="100600"/>
            </a:xfrm>
            <a:custGeom>
              <a:avLst/>
              <a:gdLst/>
              <a:ahLst/>
              <a:cxnLst/>
              <a:rect l="l" t="t" r="r" b="b"/>
              <a:pathLst>
                <a:path w="2828" h="4024" extrusionOk="0">
                  <a:moveTo>
                    <a:pt x="933" y="533"/>
                  </a:moveTo>
                  <a:cubicBezTo>
                    <a:pt x="1110" y="533"/>
                    <a:pt x="1307" y="611"/>
                    <a:pt x="1503" y="776"/>
                  </a:cubicBezTo>
                  <a:cubicBezTo>
                    <a:pt x="1793" y="1019"/>
                    <a:pt x="2023" y="1402"/>
                    <a:pt x="2158" y="1814"/>
                  </a:cubicBezTo>
                  <a:cubicBezTo>
                    <a:pt x="2216" y="1998"/>
                    <a:pt x="2257" y="2187"/>
                    <a:pt x="2274" y="2372"/>
                  </a:cubicBezTo>
                  <a:cubicBezTo>
                    <a:pt x="2293" y="2558"/>
                    <a:pt x="2288" y="2739"/>
                    <a:pt x="2257" y="2909"/>
                  </a:cubicBezTo>
                  <a:cubicBezTo>
                    <a:pt x="2253" y="2938"/>
                    <a:pt x="2247" y="2966"/>
                    <a:pt x="2239" y="2993"/>
                  </a:cubicBezTo>
                  <a:cubicBezTo>
                    <a:pt x="2141" y="3401"/>
                    <a:pt x="1898" y="3621"/>
                    <a:pt x="1601" y="3621"/>
                  </a:cubicBezTo>
                  <a:cubicBezTo>
                    <a:pt x="1424" y="3621"/>
                    <a:pt x="1228" y="3543"/>
                    <a:pt x="1032" y="3378"/>
                  </a:cubicBezTo>
                  <a:cubicBezTo>
                    <a:pt x="486" y="2918"/>
                    <a:pt x="148" y="1963"/>
                    <a:pt x="278" y="1246"/>
                  </a:cubicBezTo>
                  <a:cubicBezTo>
                    <a:pt x="361" y="785"/>
                    <a:pt x="616" y="533"/>
                    <a:pt x="933" y="533"/>
                  </a:cubicBezTo>
                  <a:close/>
                  <a:moveTo>
                    <a:pt x="1022" y="0"/>
                  </a:moveTo>
                  <a:cubicBezTo>
                    <a:pt x="610" y="0"/>
                    <a:pt x="277" y="328"/>
                    <a:pt x="169" y="928"/>
                  </a:cubicBezTo>
                  <a:cubicBezTo>
                    <a:pt x="0" y="1865"/>
                    <a:pt x="440" y="3108"/>
                    <a:pt x="1152" y="3706"/>
                  </a:cubicBezTo>
                  <a:cubicBezTo>
                    <a:pt x="1408" y="3921"/>
                    <a:pt x="1663" y="4024"/>
                    <a:pt x="1894" y="4024"/>
                  </a:cubicBezTo>
                  <a:cubicBezTo>
                    <a:pt x="2281" y="4024"/>
                    <a:pt x="2597" y="3736"/>
                    <a:pt x="2725" y="3206"/>
                  </a:cubicBezTo>
                  <a:cubicBezTo>
                    <a:pt x="2733" y="3171"/>
                    <a:pt x="2740" y="3133"/>
                    <a:pt x="2748" y="3095"/>
                  </a:cubicBezTo>
                  <a:cubicBezTo>
                    <a:pt x="2828" y="2656"/>
                    <a:pt x="2772" y="2147"/>
                    <a:pt x="2618" y="1670"/>
                  </a:cubicBezTo>
                  <a:cubicBezTo>
                    <a:pt x="2443" y="1134"/>
                    <a:pt x="2141" y="634"/>
                    <a:pt x="1764" y="318"/>
                  </a:cubicBezTo>
                  <a:cubicBezTo>
                    <a:pt x="1508" y="103"/>
                    <a:pt x="1253" y="0"/>
                    <a:pt x="1022"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4224;p72">
              <a:extLst>
                <a:ext uri="{FF2B5EF4-FFF2-40B4-BE49-F238E27FC236}">
                  <a16:creationId xmlns:a16="http://schemas.microsoft.com/office/drawing/2014/main" id="{14EDCA99-08BE-4F1B-0E09-4E16C9FC48EA}"/>
                </a:ext>
              </a:extLst>
            </p:cNvPr>
            <p:cNvSpPr/>
            <p:nvPr/>
          </p:nvSpPr>
          <p:spPr>
            <a:xfrm>
              <a:off x="884825" y="1325775"/>
              <a:ext cx="1486250" cy="1159950"/>
            </a:xfrm>
            <a:custGeom>
              <a:avLst/>
              <a:gdLst/>
              <a:ahLst/>
              <a:cxnLst/>
              <a:rect l="l" t="t" r="r" b="b"/>
              <a:pathLst>
                <a:path w="59450" h="46398" extrusionOk="0">
                  <a:moveTo>
                    <a:pt x="17262" y="1"/>
                  </a:moveTo>
                  <a:cubicBezTo>
                    <a:pt x="16889" y="1"/>
                    <a:pt x="14374" y="4428"/>
                    <a:pt x="14374" y="4428"/>
                  </a:cubicBezTo>
                  <a:lnTo>
                    <a:pt x="3617" y="7419"/>
                  </a:lnTo>
                  <a:lnTo>
                    <a:pt x="743" y="13782"/>
                  </a:lnTo>
                  <a:cubicBezTo>
                    <a:pt x="508" y="14332"/>
                    <a:pt x="389" y="14923"/>
                    <a:pt x="389" y="15521"/>
                  </a:cubicBezTo>
                  <a:lnTo>
                    <a:pt x="389" y="19622"/>
                  </a:lnTo>
                  <a:cubicBezTo>
                    <a:pt x="243" y="19770"/>
                    <a:pt x="45" y="19899"/>
                    <a:pt x="19" y="20108"/>
                  </a:cubicBezTo>
                  <a:cubicBezTo>
                    <a:pt x="1" y="20250"/>
                    <a:pt x="19" y="20405"/>
                    <a:pt x="19" y="20548"/>
                  </a:cubicBezTo>
                  <a:lnTo>
                    <a:pt x="19" y="21279"/>
                  </a:lnTo>
                  <a:cubicBezTo>
                    <a:pt x="19" y="21802"/>
                    <a:pt x="260" y="22295"/>
                    <a:pt x="671" y="22617"/>
                  </a:cubicBezTo>
                  <a:lnTo>
                    <a:pt x="3142" y="24551"/>
                  </a:lnTo>
                  <a:lnTo>
                    <a:pt x="4064" y="25083"/>
                  </a:lnTo>
                  <a:lnTo>
                    <a:pt x="4064" y="24816"/>
                  </a:lnTo>
                  <a:cubicBezTo>
                    <a:pt x="4064" y="23359"/>
                    <a:pt x="4856" y="22544"/>
                    <a:pt x="6033" y="22544"/>
                  </a:cubicBezTo>
                  <a:cubicBezTo>
                    <a:pt x="6611" y="22544"/>
                    <a:pt x="7282" y="22740"/>
                    <a:pt x="7998" y="23153"/>
                  </a:cubicBezTo>
                  <a:cubicBezTo>
                    <a:pt x="10170" y="24407"/>
                    <a:pt x="11930" y="27185"/>
                    <a:pt x="11930" y="29357"/>
                  </a:cubicBezTo>
                  <a:cubicBezTo>
                    <a:pt x="11930" y="29374"/>
                    <a:pt x="11930" y="29475"/>
                    <a:pt x="11930" y="29624"/>
                  </a:cubicBezTo>
                  <a:lnTo>
                    <a:pt x="30628" y="40420"/>
                  </a:lnTo>
                  <a:lnTo>
                    <a:pt x="30628" y="40153"/>
                  </a:lnTo>
                  <a:cubicBezTo>
                    <a:pt x="30628" y="38696"/>
                    <a:pt x="31421" y="37881"/>
                    <a:pt x="32599" y="37881"/>
                  </a:cubicBezTo>
                  <a:cubicBezTo>
                    <a:pt x="33177" y="37881"/>
                    <a:pt x="33847" y="38077"/>
                    <a:pt x="34562" y="38490"/>
                  </a:cubicBezTo>
                  <a:cubicBezTo>
                    <a:pt x="36735" y="39744"/>
                    <a:pt x="38496" y="42522"/>
                    <a:pt x="38496" y="44696"/>
                  </a:cubicBezTo>
                  <a:cubicBezTo>
                    <a:pt x="38496" y="44711"/>
                    <a:pt x="38496" y="44813"/>
                    <a:pt x="38496" y="44961"/>
                  </a:cubicBezTo>
                  <a:lnTo>
                    <a:pt x="39784" y="45706"/>
                  </a:lnTo>
                  <a:cubicBezTo>
                    <a:pt x="40347" y="46031"/>
                    <a:pt x="41668" y="46398"/>
                    <a:pt x="43313" y="46398"/>
                  </a:cubicBezTo>
                  <a:cubicBezTo>
                    <a:pt x="44635" y="46398"/>
                    <a:pt x="46166" y="46161"/>
                    <a:pt x="47681" y="45475"/>
                  </a:cubicBezTo>
                  <a:cubicBezTo>
                    <a:pt x="51087" y="43933"/>
                    <a:pt x="54177" y="42128"/>
                    <a:pt x="56957" y="40061"/>
                  </a:cubicBezTo>
                  <a:cubicBezTo>
                    <a:pt x="58510" y="38905"/>
                    <a:pt x="59450" y="37104"/>
                    <a:pt x="59450" y="35168"/>
                  </a:cubicBezTo>
                  <a:cubicBezTo>
                    <a:pt x="59444" y="35102"/>
                    <a:pt x="59438" y="35036"/>
                    <a:pt x="59430" y="34970"/>
                  </a:cubicBezTo>
                  <a:cubicBezTo>
                    <a:pt x="59398" y="34653"/>
                    <a:pt x="59335" y="34465"/>
                    <a:pt x="59333" y="34147"/>
                  </a:cubicBezTo>
                  <a:cubicBezTo>
                    <a:pt x="59326" y="32732"/>
                    <a:pt x="59381" y="31839"/>
                    <a:pt x="59418" y="31401"/>
                  </a:cubicBezTo>
                  <a:cubicBezTo>
                    <a:pt x="59438" y="31160"/>
                    <a:pt x="59450" y="30918"/>
                    <a:pt x="59450" y="30676"/>
                  </a:cubicBezTo>
                  <a:lnTo>
                    <a:pt x="59450" y="29838"/>
                  </a:lnTo>
                  <a:cubicBezTo>
                    <a:pt x="59450" y="27174"/>
                    <a:pt x="48338" y="20995"/>
                    <a:pt x="48338" y="20995"/>
                  </a:cubicBezTo>
                  <a:lnTo>
                    <a:pt x="42906" y="15222"/>
                  </a:lnTo>
                  <a:cubicBezTo>
                    <a:pt x="42412" y="14657"/>
                    <a:pt x="41829" y="14179"/>
                    <a:pt x="41182" y="13805"/>
                  </a:cubicBezTo>
                  <a:lnTo>
                    <a:pt x="17281" y="5"/>
                  </a:lnTo>
                  <a:cubicBezTo>
                    <a:pt x="17275" y="2"/>
                    <a:pt x="17269" y="1"/>
                    <a:pt x="17262" y="1"/>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4225;p72">
              <a:extLst>
                <a:ext uri="{FF2B5EF4-FFF2-40B4-BE49-F238E27FC236}">
                  <a16:creationId xmlns:a16="http://schemas.microsoft.com/office/drawing/2014/main" id="{E0A06435-1B87-D504-CC44-336BB2759BF4}"/>
                </a:ext>
              </a:extLst>
            </p:cNvPr>
            <p:cNvSpPr/>
            <p:nvPr/>
          </p:nvSpPr>
          <p:spPr>
            <a:xfrm>
              <a:off x="884825" y="1814350"/>
              <a:ext cx="1155375" cy="681550"/>
            </a:xfrm>
            <a:custGeom>
              <a:avLst/>
              <a:gdLst/>
              <a:ahLst/>
              <a:cxnLst/>
              <a:rect l="l" t="t" r="r" b="b"/>
              <a:pathLst>
                <a:path w="46215" h="27262" extrusionOk="0">
                  <a:moveTo>
                    <a:pt x="36913" y="21087"/>
                  </a:moveTo>
                  <a:cubicBezTo>
                    <a:pt x="37872" y="22360"/>
                    <a:pt x="38496" y="23862"/>
                    <a:pt x="38496" y="25152"/>
                  </a:cubicBezTo>
                  <a:cubicBezTo>
                    <a:pt x="38496" y="25168"/>
                    <a:pt x="38496" y="25270"/>
                    <a:pt x="38496" y="25418"/>
                  </a:cubicBezTo>
                  <a:lnTo>
                    <a:pt x="39784" y="26163"/>
                  </a:lnTo>
                  <a:cubicBezTo>
                    <a:pt x="40653" y="26665"/>
                    <a:pt x="43329" y="27261"/>
                    <a:pt x="46214" y="26459"/>
                  </a:cubicBezTo>
                  <a:close/>
                  <a:moveTo>
                    <a:pt x="10346" y="5750"/>
                  </a:moveTo>
                  <a:cubicBezTo>
                    <a:pt x="11306" y="7022"/>
                    <a:pt x="11930" y="8525"/>
                    <a:pt x="11930" y="9814"/>
                  </a:cubicBezTo>
                  <a:cubicBezTo>
                    <a:pt x="11930" y="9831"/>
                    <a:pt x="11930" y="9932"/>
                    <a:pt x="11930" y="10081"/>
                  </a:cubicBezTo>
                  <a:lnTo>
                    <a:pt x="30628" y="20877"/>
                  </a:lnTo>
                  <a:lnTo>
                    <a:pt x="30628" y="20610"/>
                  </a:lnTo>
                  <a:cubicBezTo>
                    <a:pt x="30628" y="19320"/>
                    <a:pt x="31252" y="18538"/>
                    <a:pt x="32214" y="18375"/>
                  </a:cubicBezTo>
                  <a:close/>
                  <a:moveTo>
                    <a:pt x="5647" y="3038"/>
                  </a:moveTo>
                  <a:cubicBezTo>
                    <a:pt x="4688" y="3200"/>
                    <a:pt x="4064" y="3982"/>
                    <a:pt x="4064" y="5273"/>
                  </a:cubicBezTo>
                  <a:lnTo>
                    <a:pt x="4064" y="5540"/>
                  </a:lnTo>
                  <a:lnTo>
                    <a:pt x="3142" y="5008"/>
                  </a:lnTo>
                  <a:lnTo>
                    <a:pt x="671" y="3074"/>
                  </a:lnTo>
                  <a:cubicBezTo>
                    <a:pt x="260" y="2752"/>
                    <a:pt x="19" y="2259"/>
                    <a:pt x="19" y="1736"/>
                  </a:cubicBezTo>
                  <a:lnTo>
                    <a:pt x="19" y="1005"/>
                  </a:lnTo>
                  <a:cubicBezTo>
                    <a:pt x="19" y="862"/>
                    <a:pt x="1" y="707"/>
                    <a:pt x="19" y="565"/>
                  </a:cubicBezTo>
                  <a:cubicBezTo>
                    <a:pt x="45" y="356"/>
                    <a:pt x="243" y="227"/>
                    <a:pt x="387" y="79"/>
                  </a:cubicBezTo>
                  <a:lnTo>
                    <a:pt x="387" y="1"/>
                  </a:ln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4226;p72">
              <a:extLst>
                <a:ext uri="{FF2B5EF4-FFF2-40B4-BE49-F238E27FC236}">
                  <a16:creationId xmlns:a16="http://schemas.microsoft.com/office/drawing/2014/main" id="{E4ABDDDB-2BE1-A148-14E1-9F68DCB2390C}"/>
                </a:ext>
              </a:extLst>
            </p:cNvPr>
            <p:cNvSpPr/>
            <p:nvPr/>
          </p:nvSpPr>
          <p:spPr>
            <a:xfrm>
              <a:off x="974325" y="1322700"/>
              <a:ext cx="967675" cy="545200"/>
            </a:xfrm>
            <a:custGeom>
              <a:avLst/>
              <a:gdLst/>
              <a:ahLst/>
              <a:cxnLst/>
              <a:rect l="l" t="t" r="r" b="b"/>
              <a:pathLst>
                <a:path w="38707" h="21808" extrusionOk="0">
                  <a:moveTo>
                    <a:pt x="13221" y="1"/>
                  </a:moveTo>
                  <a:cubicBezTo>
                    <a:pt x="13055" y="1"/>
                    <a:pt x="12890" y="43"/>
                    <a:pt x="12741" y="128"/>
                  </a:cubicBezTo>
                  <a:cubicBezTo>
                    <a:pt x="12741" y="128"/>
                    <a:pt x="2944" y="5408"/>
                    <a:pt x="123" y="7377"/>
                  </a:cubicBezTo>
                  <a:cubicBezTo>
                    <a:pt x="1" y="7463"/>
                    <a:pt x="10" y="7644"/>
                    <a:pt x="142" y="7716"/>
                  </a:cubicBezTo>
                  <a:cubicBezTo>
                    <a:pt x="2359" y="8932"/>
                    <a:pt x="17133" y="17030"/>
                    <a:pt x="18633" y="17842"/>
                  </a:cubicBezTo>
                  <a:cubicBezTo>
                    <a:pt x="20060" y="18615"/>
                    <a:pt x="24160" y="21077"/>
                    <a:pt x="25359" y="21724"/>
                  </a:cubicBezTo>
                  <a:cubicBezTo>
                    <a:pt x="25460" y="21779"/>
                    <a:pt x="25570" y="21808"/>
                    <a:pt x="25682" y="21808"/>
                  </a:cubicBezTo>
                  <a:cubicBezTo>
                    <a:pt x="25739" y="21808"/>
                    <a:pt x="25797" y="21800"/>
                    <a:pt x="25854" y="21784"/>
                  </a:cubicBezTo>
                  <a:cubicBezTo>
                    <a:pt x="28184" y="21109"/>
                    <a:pt x="38706" y="14705"/>
                    <a:pt x="38378" y="14451"/>
                  </a:cubicBezTo>
                  <a:cubicBezTo>
                    <a:pt x="38133" y="14259"/>
                    <a:pt x="37872" y="14084"/>
                    <a:pt x="37601" y="13928"/>
                  </a:cubicBezTo>
                  <a:lnTo>
                    <a:pt x="13701" y="128"/>
                  </a:lnTo>
                  <a:cubicBezTo>
                    <a:pt x="13552" y="43"/>
                    <a:pt x="13386" y="1"/>
                    <a:pt x="13221" y="1"/>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4227;p72">
              <a:extLst>
                <a:ext uri="{FF2B5EF4-FFF2-40B4-BE49-F238E27FC236}">
                  <a16:creationId xmlns:a16="http://schemas.microsoft.com/office/drawing/2014/main" id="{EBDEA006-FF34-EAB3-2617-6F995560F616}"/>
                </a:ext>
              </a:extLst>
            </p:cNvPr>
            <p:cNvSpPr/>
            <p:nvPr/>
          </p:nvSpPr>
          <p:spPr>
            <a:xfrm>
              <a:off x="917475" y="1746050"/>
              <a:ext cx="805675" cy="481400"/>
            </a:xfrm>
            <a:custGeom>
              <a:avLst/>
              <a:gdLst/>
              <a:ahLst/>
              <a:cxnLst/>
              <a:rect l="l" t="t" r="r" b="b"/>
              <a:pathLst>
                <a:path w="32227" h="19256" extrusionOk="0">
                  <a:moveTo>
                    <a:pt x="32226" y="19255"/>
                  </a:moveTo>
                  <a:lnTo>
                    <a:pt x="36" y="0"/>
                  </a:lnTo>
                  <a:lnTo>
                    <a:pt x="1" y="1458"/>
                  </a:ln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4228;p72">
              <a:extLst>
                <a:ext uri="{FF2B5EF4-FFF2-40B4-BE49-F238E27FC236}">
                  <a16:creationId xmlns:a16="http://schemas.microsoft.com/office/drawing/2014/main" id="{BFE8EAB4-3736-1849-9DE3-E16769B04762}"/>
                </a:ext>
              </a:extLst>
            </p:cNvPr>
            <p:cNvSpPr/>
            <p:nvPr/>
          </p:nvSpPr>
          <p:spPr>
            <a:xfrm>
              <a:off x="1182825" y="1778250"/>
              <a:ext cx="482025" cy="526850"/>
            </a:xfrm>
            <a:custGeom>
              <a:avLst/>
              <a:gdLst/>
              <a:ahLst/>
              <a:cxnLst/>
              <a:rect l="l" t="t" r="r" b="b"/>
              <a:pathLst>
                <a:path w="19281" h="21074" extrusionOk="0">
                  <a:moveTo>
                    <a:pt x="9620" y="0"/>
                  </a:moveTo>
                  <a:cubicBezTo>
                    <a:pt x="9601" y="43"/>
                    <a:pt x="9580" y="86"/>
                    <a:pt x="9555" y="126"/>
                  </a:cubicBezTo>
                  <a:cubicBezTo>
                    <a:pt x="10000" y="382"/>
                    <a:pt x="10402" y="612"/>
                    <a:pt x="10790" y="837"/>
                  </a:cubicBezTo>
                  <a:cubicBezTo>
                    <a:pt x="10641" y="1259"/>
                    <a:pt x="9289" y="5267"/>
                    <a:pt x="8617" y="8811"/>
                  </a:cubicBezTo>
                  <a:cubicBezTo>
                    <a:pt x="7987" y="12123"/>
                    <a:pt x="7982" y="15056"/>
                    <a:pt x="7990" y="15675"/>
                  </a:cubicBezTo>
                  <a:lnTo>
                    <a:pt x="1" y="11063"/>
                  </a:lnTo>
                  <a:lnTo>
                    <a:pt x="1" y="11063"/>
                  </a:lnTo>
                  <a:cubicBezTo>
                    <a:pt x="4" y="11120"/>
                    <a:pt x="9" y="11177"/>
                    <a:pt x="10" y="11232"/>
                  </a:cubicBezTo>
                  <a:lnTo>
                    <a:pt x="8255" y="15994"/>
                  </a:lnTo>
                  <a:lnTo>
                    <a:pt x="17039" y="21064"/>
                  </a:lnTo>
                  <a:cubicBezTo>
                    <a:pt x="17049" y="21070"/>
                    <a:pt x="17062" y="21073"/>
                    <a:pt x="17074" y="21073"/>
                  </a:cubicBezTo>
                  <a:cubicBezTo>
                    <a:pt x="17086" y="21073"/>
                    <a:pt x="17097" y="21072"/>
                    <a:pt x="17108" y="21066"/>
                  </a:cubicBezTo>
                  <a:cubicBezTo>
                    <a:pt x="17129" y="21055"/>
                    <a:pt x="17143" y="21033"/>
                    <a:pt x="17146" y="21010"/>
                  </a:cubicBezTo>
                  <a:cubicBezTo>
                    <a:pt x="17151" y="20960"/>
                    <a:pt x="17609" y="16115"/>
                    <a:pt x="18028" y="14488"/>
                  </a:cubicBezTo>
                  <a:cubicBezTo>
                    <a:pt x="18064" y="14344"/>
                    <a:pt x="18126" y="14209"/>
                    <a:pt x="18210" y="14085"/>
                  </a:cubicBezTo>
                  <a:lnTo>
                    <a:pt x="19145" y="12738"/>
                  </a:lnTo>
                  <a:cubicBezTo>
                    <a:pt x="19220" y="12627"/>
                    <a:pt x="19266" y="12500"/>
                    <a:pt x="19280" y="12368"/>
                  </a:cubicBezTo>
                  <a:lnTo>
                    <a:pt x="19139" y="12353"/>
                  </a:lnTo>
                  <a:cubicBezTo>
                    <a:pt x="19127" y="12462"/>
                    <a:pt x="19088" y="12567"/>
                    <a:pt x="19027" y="12656"/>
                  </a:cubicBezTo>
                  <a:lnTo>
                    <a:pt x="18092" y="14005"/>
                  </a:lnTo>
                  <a:cubicBezTo>
                    <a:pt x="18000" y="14140"/>
                    <a:pt x="17933" y="14289"/>
                    <a:pt x="17891" y="14449"/>
                  </a:cubicBezTo>
                  <a:cubicBezTo>
                    <a:pt x="17505" y="15943"/>
                    <a:pt x="17086" y="20150"/>
                    <a:pt x="17014" y="20886"/>
                  </a:cubicBezTo>
                  <a:lnTo>
                    <a:pt x="8326" y="15870"/>
                  </a:lnTo>
                  <a:cubicBezTo>
                    <a:pt x="8326" y="15870"/>
                    <a:pt x="8133" y="15758"/>
                    <a:pt x="8133" y="15758"/>
                  </a:cubicBezTo>
                  <a:cubicBezTo>
                    <a:pt x="8127" y="15378"/>
                    <a:pt x="8096" y="12313"/>
                    <a:pt x="8757" y="8837"/>
                  </a:cubicBezTo>
                  <a:cubicBezTo>
                    <a:pt x="9408" y="5406"/>
                    <a:pt x="10693" y="1543"/>
                    <a:pt x="10911" y="922"/>
                  </a:cubicBezTo>
                  <a:cubicBezTo>
                    <a:pt x="11115" y="1037"/>
                    <a:pt x="12077" y="1582"/>
                    <a:pt x="12942" y="2081"/>
                  </a:cubicBezTo>
                  <a:cubicBezTo>
                    <a:pt x="12959" y="2036"/>
                    <a:pt x="12979" y="1993"/>
                    <a:pt x="13002" y="1950"/>
                  </a:cubicBezTo>
                  <a:cubicBezTo>
                    <a:pt x="12248" y="1515"/>
                    <a:pt x="11398" y="1032"/>
                    <a:pt x="11122" y="877"/>
                  </a:cubicBezTo>
                  <a:cubicBezTo>
                    <a:pt x="10745" y="647"/>
                    <a:pt x="10224" y="347"/>
                    <a:pt x="9620"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4229;p72">
              <a:extLst>
                <a:ext uri="{FF2B5EF4-FFF2-40B4-BE49-F238E27FC236}">
                  <a16:creationId xmlns:a16="http://schemas.microsoft.com/office/drawing/2014/main" id="{A30F5C0F-FF90-A158-40C4-03A5A668C314}"/>
                </a:ext>
              </a:extLst>
            </p:cNvPr>
            <p:cNvSpPr/>
            <p:nvPr/>
          </p:nvSpPr>
          <p:spPr>
            <a:xfrm>
              <a:off x="1132475" y="1775750"/>
              <a:ext cx="37075" cy="172650"/>
            </a:xfrm>
            <a:custGeom>
              <a:avLst/>
              <a:gdLst/>
              <a:ahLst/>
              <a:cxnLst/>
              <a:rect l="l" t="t" r="r" b="b"/>
              <a:pathLst>
                <a:path w="1483" h="6906" extrusionOk="0">
                  <a:moveTo>
                    <a:pt x="1357" y="1"/>
                  </a:moveTo>
                  <a:cubicBezTo>
                    <a:pt x="703" y="1229"/>
                    <a:pt x="350" y="3820"/>
                    <a:pt x="164" y="5210"/>
                  </a:cubicBezTo>
                  <a:cubicBezTo>
                    <a:pt x="92" y="5754"/>
                    <a:pt x="40" y="6270"/>
                    <a:pt x="0" y="6751"/>
                  </a:cubicBezTo>
                  <a:cubicBezTo>
                    <a:pt x="45" y="6802"/>
                    <a:pt x="88" y="6855"/>
                    <a:pt x="131" y="6906"/>
                  </a:cubicBezTo>
                  <a:cubicBezTo>
                    <a:pt x="172" y="6386"/>
                    <a:pt x="227" y="5825"/>
                    <a:pt x="305" y="5229"/>
                  </a:cubicBezTo>
                  <a:cubicBezTo>
                    <a:pt x="488" y="3855"/>
                    <a:pt x="836" y="1281"/>
                    <a:pt x="1483" y="68"/>
                  </a:cubicBezTo>
                  <a:lnTo>
                    <a:pt x="1357" y="1"/>
                  </a:ln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4230;p72">
              <a:extLst>
                <a:ext uri="{FF2B5EF4-FFF2-40B4-BE49-F238E27FC236}">
                  <a16:creationId xmlns:a16="http://schemas.microsoft.com/office/drawing/2014/main" id="{9FC4B3D2-21E8-881C-3E69-02DB95B72473}"/>
                </a:ext>
              </a:extLst>
            </p:cNvPr>
            <p:cNvSpPr/>
            <p:nvPr/>
          </p:nvSpPr>
          <p:spPr>
            <a:xfrm>
              <a:off x="1622925" y="1693875"/>
              <a:ext cx="458475" cy="377875"/>
            </a:xfrm>
            <a:custGeom>
              <a:avLst/>
              <a:gdLst/>
              <a:ahLst/>
              <a:cxnLst/>
              <a:rect l="l" t="t" r="r" b="b"/>
              <a:pathLst>
                <a:path w="18339" h="15115" extrusionOk="0">
                  <a:moveTo>
                    <a:pt x="12580" y="1"/>
                  </a:moveTo>
                  <a:cubicBezTo>
                    <a:pt x="8672" y="2793"/>
                    <a:pt x="4401" y="5329"/>
                    <a:pt x="0" y="7263"/>
                  </a:cubicBezTo>
                  <a:cubicBezTo>
                    <a:pt x="0" y="7263"/>
                    <a:pt x="2378" y="12737"/>
                    <a:pt x="3077" y="13934"/>
                  </a:cubicBezTo>
                  <a:cubicBezTo>
                    <a:pt x="3292" y="14302"/>
                    <a:pt x="3553" y="14573"/>
                    <a:pt x="3803" y="14771"/>
                  </a:cubicBezTo>
                  <a:cubicBezTo>
                    <a:pt x="4088" y="14998"/>
                    <a:pt x="4438" y="15115"/>
                    <a:pt x="4792" y="15115"/>
                  </a:cubicBezTo>
                  <a:cubicBezTo>
                    <a:pt x="4987" y="15115"/>
                    <a:pt x="5183" y="15080"/>
                    <a:pt x="5369" y="15007"/>
                  </a:cubicBezTo>
                  <a:cubicBezTo>
                    <a:pt x="11921" y="12461"/>
                    <a:pt x="16495" y="8543"/>
                    <a:pt x="18010" y="7133"/>
                  </a:cubicBezTo>
                  <a:cubicBezTo>
                    <a:pt x="18320" y="6845"/>
                    <a:pt x="18338" y="6360"/>
                    <a:pt x="18055" y="6048"/>
                  </a:cubicBezTo>
                  <a:lnTo>
                    <a:pt x="12580" y="1"/>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4231;p72">
              <a:extLst>
                <a:ext uri="{FF2B5EF4-FFF2-40B4-BE49-F238E27FC236}">
                  <a16:creationId xmlns:a16="http://schemas.microsoft.com/office/drawing/2014/main" id="{A609D0D3-AE50-3DE2-BBD4-237BBD380DCF}"/>
                </a:ext>
              </a:extLst>
            </p:cNvPr>
            <p:cNvSpPr/>
            <p:nvPr/>
          </p:nvSpPr>
          <p:spPr>
            <a:xfrm>
              <a:off x="1632725" y="1705575"/>
              <a:ext cx="432925" cy="346675"/>
            </a:xfrm>
            <a:custGeom>
              <a:avLst/>
              <a:gdLst/>
              <a:ahLst/>
              <a:cxnLst/>
              <a:rect l="l" t="t" r="r" b="b"/>
              <a:pathLst>
                <a:path w="17317" h="13867" extrusionOk="0">
                  <a:moveTo>
                    <a:pt x="12240" y="0"/>
                  </a:moveTo>
                  <a:cubicBezTo>
                    <a:pt x="12195" y="0"/>
                    <a:pt x="12149" y="14"/>
                    <a:pt x="12110" y="42"/>
                  </a:cubicBezTo>
                  <a:cubicBezTo>
                    <a:pt x="8232" y="2775"/>
                    <a:pt x="4079" y="5179"/>
                    <a:pt x="209" y="6933"/>
                  </a:cubicBezTo>
                  <a:cubicBezTo>
                    <a:pt x="64" y="6998"/>
                    <a:pt x="1" y="7162"/>
                    <a:pt x="65" y="7307"/>
                  </a:cubicBezTo>
                  <a:cubicBezTo>
                    <a:pt x="677" y="8693"/>
                    <a:pt x="2137" y="11925"/>
                    <a:pt x="2682" y="12860"/>
                  </a:cubicBezTo>
                  <a:cubicBezTo>
                    <a:pt x="2849" y="13146"/>
                    <a:pt x="3064" y="13394"/>
                    <a:pt x="3322" y="13598"/>
                  </a:cubicBezTo>
                  <a:cubicBezTo>
                    <a:pt x="3538" y="13771"/>
                    <a:pt x="3811" y="13866"/>
                    <a:pt x="4090" y="13866"/>
                  </a:cubicBezTo>
                  <a:cubicBezTo>
                    <a:pt x="4245" y="13866"/>
                    <a:pt x="4396" y="13837"/>
                    <a:pt x="4539" y="13782"/>
                  </a:cubicBezTo>
                  <a:cubicBezTo>
                    <a:pt x="10964" y="11283"/>
                    <a:pt x="15516" y="7448"/>
                    <a:pt x="17141" y="5935"/>
                  </a:cubicBezTo>
                  <a:cubicBezTo>
                    <a:pt x="17309" y="5780"/>
                    <a:pt x="17316" y="5518"/>
                    <a:pt x="17163" y="5348"/>
                  </a:cubicBezTo>
                  <a:lnTo>
                    <a:pt x="12406" y="74"/>
                  </a:lnTo>
                  <a:cubicBezTo>
                    <a:pt x="12361" y="25"/>
                    <a:pt x="12301" y="0"/>
                    <a:pt x="12240" y="0"/>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4232;p72">
              <a:extLst>
                <a:ext uri="{FF2B5EF4-FFF2-40B4-BE49-F238E27FC236}">
                  <a16:creationId xmlns:a16="http://schemas.microsoft.com/office/drawing/2014/main" id="{3A6A44B5-E942-A891-AAAF-6E4D2D0E51A2}"/>
                </a:ext>
              </a:extLst>
            </p:cNvPr>
            <p:cNvSpPr/>
            <p:nvPr/>
          </p:nvSpPr>
          <p:spPr>
            <a:xfrm>
              <a:off x="1430550" y="1808950"/>
              <a:ext cx="234475" cy="284575"/>
            </a:xfrm>
            <a:custGeom>
              <a:avLst/>
              <a:gdLst/>
              <a:ahLst/>
              <a:cxnLst/>
              <a:rect l="l" t="t" r="r" b="b"/>
              <a:pathLst>
                <a:path w="9379" h="11383" extrusionOk="0">
                  <a:moveTo>
                    <a:pt x="1754" y="0"/>
                  </a:moveTo>
                  <a:cubicBezTo>
                    <a:pt x="1654" y="0"/>
                    <a:pt x="1559" y="59"/>
                    <a:pt x="1523" y="163"/>
                  </a:cubicBezTo>
                  <a:cubicBezTo>
                    <a:pt x="1291" y="808"/>
                    <a:pt x="701" y="2596"/>
                    <a:pt x="50" y="5701"/>
                  </a:cubicBezTo>
                  <a:cubicBezTo>
                    <a:pt x="1" y="5929"/>
                    <a:pt x="128" y="6219"/>
                    <a:pt x="330" y="6335"/>
                  </a:cubicBezTo>
                  <a:lnTo>
                    <a:pt x="9015" y="11350"/>
                  </a:lnTo>
                  <a:cubicBezTo>
                    <a:pt x="9054" y="11373"/>
                    <a:pt x="9095" y="11383"/>
                    <a:pt x="9135" y="11383"/>
                  </a:cubicBezTo>
                  <a:cubicBezTo>
                    <a:pt x="9260" y="11383"/>
                    <a:pt x="9373" y="11284"/>
                    <a:pt x="9374" y="11145"/>
                  </a:cubicBezTo>
                  <a:lnTo>
                    <a:pt x="9377" y="10165"/>
                  </a:lnTo>
                  <a:cubicBezTo>
                    <a:pt x="9379" y="10062"/>
                    <a:pt x="9360" y="9964"/>
                    <a:pt x="9322" y="9869"/>
                  </a:cubicBezTo>
                  <a:cubicBezTo>
                    <a:pt x="8969" y="8992"/>
                    <a:pt x="7053" y="4279"/>
                    <a:pt x="6020" y="2708"/>
                  </a:cubicBezTo>
                  <a:cubicBezTo>
                    <a:pt x="5820" y="2403"/>
                    <a:pt x="5554" y="2154"/>
                    <a:pt x="5238" y="1972"/>
                  </a:cubicBezTo>
                  <a:lnTo>
                    <a:pt x="1885" y="36"/>
                  </a:lnTo>
                  <a:cubicBezTo>
                    <a:pt x="1843" y="12"/>
                    <a:pt x="1798" y="0"/>
                    <a:pt x="1754" y="0"/>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4233;p72">
              <a:extLst>
                <a:ext uri="{FF2B5EF4-FFF2-40B4-BE49-F238E27FC236}">
                  <a16:creationId xmlns:a16="http://schemas.microsoft.com/office/drawing/2014/main" id="{4115ECD9-004F-1F1D-384D-14612F6D4544}"/>
                </a:ext>
              </a:extLst>
            </p:cNvPr>
            <p:cNvSpPr/>
            <p:nvPr/>
          </p:nvSpPr>
          <p:spPr>
            <a:xfrm>
              <a:off x="1436450" y="1815100"/>
              <a:ext cx="223550" cy="262350"/>
            </a:xfrm>
            <a:custGeom>
              <a:avLst/>
              <a:gdLst/>
              <a:ahLst/>
              <a:cxnLst/>
              <a:rect l="l" t="t" r="r" b="b"/>
              <a:pathLst>
                <a:path w="8942" h="10494" extrusionOk="0">
                  <a:moveTo>
                    <a:pt x="1710" y="0"/>
                  </a:moveTo>
                  <a:cubicBezTo>
                    <a:pt x="1563" y="0"/>
                    <a:pt x="1424" y="91"/>
                    <a:pt x="1373" y="243"/>
                  </a:cubicBezTo>
                  <a:cubicBezTo>
                    <a:pt x="1085" y="1102"/>
                    <a:pt x="563" y="2839"/>
                    <a:pt x="1" y="5536"/>
                  </a:cubicBezTo>
                  <a:cubicBezTo>
                    <a:pt x="7" y="5589"/>
                    <a:pt x="122" y="5734"/>
                    <a:pt x="214" y="5787"/>
                  </a:cubicBezTo>
                  <a:lnTo>
                    <a:pt x="8367" y="10494"/>
                  </a:lnTo>
                  <a:cubicBezTo>
                    <a:pt x="8480" y="10298"/>
                    <a:pt x="8672" y="10149"/>
                    <a:pt x="8942" y="10108"/>
                  </a:cubicBezTo>
                  <a:lnTo>
                    <a:pt x="8942" y="9795"/>
                  </a:lnTo>
                  <a:cubicBezTo>
                    <a:pt x="8928" y="9724"/>
                    <a:pt x="8916" y="9655"/>
                    <a:pt x="8902" y="9585"/>
                  </a:cubicBezTo>
                  <a:cubicBezTo>
                    <a:pt x="8533" y="8668"/>
                    <a:pt x="6633" y="4003"/>
                    <a:pt x="5620" y="2460"/>
                  </a:cubicBezTo>
                  <a:cubicBezTo>
                    <a:pt x="5439" y="2184"/>
                    <a:pt x="5200" y="1959"/>
                    <a:pt x="4910" y="1792"/>
                  </a:cubicBezTo>
                  <a:lnTo>
                    <a:pt x="1893" y="50"/>
                  </a:lnTo>
                  <a:cubicBezTo>
                    <a:pt x="1834" y="16"/>
                    <a:pt x="1771" y="0"/>
                    <a:pt x="1710" y="0"/>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4234;p72">
              <a:extLst>
                <a:ext uri="{FF2B5EF4-FFF2-40B4-BE49-F238E27FC236}">
                  <a16:creationId xmlns:a16="http://schemas.microsoft.com/office/drawing/2014/main" id="{2596092C-64E9-6935-29FE-3C292F6D942E}"/>
                </a:ext>
              </a:extLst>
            </p:cNvPr>
            <p:cNvSpPr/>
            <p:nvPr/>
          </p:nvSpPr>
          <p:spPr>
            <a:xfrm>
              <a:off x="928325" y="1544225"/>
              <a:ext cx="512450" cy="398600"/>
            </a:xfrm>
            <a:custGeom>
              <a:avLst/>
              <a:gdLst/>
              <a:ahLst/>
              <a:cxnLst/>
              <a:rect l="l" t="t" r="r" b="b"/>
              <a:pathLst>
                <a:path w="20498" h="15944" extrusionOk="0">
                  <a:moveTo>
                    <a:pt x="3020" y="0"/>
                  </a:moveTo>
                  <a:cubicBezTo>
                    <a:pt x="2786" y="0"/>
                    <a:pt x="2545" y="179"/>
                    <a:pt x="2425" y="382"/>
                  </a:cubicBezTo>
                  <a:cubicBezTo>
                    <a:pt x="1810" y="1415"/>
                    <a:pt x="471" y="4179"/>
                    <a:pt x="68" y="5019"/>
                  </a:cubicBezTo>
                  <a:cubicBezTo>
                    <a:pt x="1" y="5161"/>
                    <a:pt x="54" y="5326"/>
                    <a:pt x="189" y="5404"/>
                  </a:cubicBezTo>
                  <a:lnTo>
                    <a:pt x="18400" y="15919"/>
                  </a:lnTo>
                  <a:cubicBezTo>
                    <a:pt x="18430" y="15936"/>
                    <a:pt x="18463" y="15944"/>
                    <a:pt x="18494" y="15944"/>
                  </a:cubicBezTo>
                  <a:cubicBezTo>
                    <a:pt x="18581" y="15944"/>
                    <a:pt x="18662" y="15884"/>
                    <a:pt x="18681" y="15790"/>
                  </a:cubicBezTo>
                  <a:cubicBezTo>
                    <a:pt x="19210" y="13153"/>
                    <a:pt x="20218" y="10540"/>
                    <a:pt x="20465" y="9922"/>
                  </a:cubicBezTo>
                  <a:cubicBezTo>
                    <a:pt x="20497" y="9840"/>
                    <a:pt x="20467" y="9752"/>
                    <a:pt x="20392" y="9708"/>
                  </a:cubicBezTo>
                  <a:cubicBezTo>
                    <a:pt x="19722" y="9306"/>
                    <a:pt x="4286" y="273"/>
                    <a:pt x="3115" y="11"/>
                  </a:cubicBezTo>
                  <a:cubicBezTo>
                    <a:pt x="3084" y="4"/>
                    <a:pt x="3052" y="0"/>
                    <a:pt x="3020" y="0"/>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4235;p72">
              <a:extLst>
                <a:ext uri="{FF2B5EF4-FFF2-40B4-BE49-F238E27FC236}">
                  <a16:creationId xmlns:a16="http://schemas.microsoft.com/office/drawing/2014/main" id="{3AE3B511-57A3-28C0-0D50-CA2BE8EAC0F9}"/>
                </a:ext>
              </a:extLst>
            </p:cNvPr>
            <p:cNvSpPr/>
            <p:nvPr/>
          </p:nvSpPr>
          <p:spPr>
            <a:xfrm>
              <a:off x="1695050" y="1855250"/>
              <a:ext cx="676025" cy="431150"/>
            </a:xfrm>
            <a:custGeom>
              <a:avLst/>
              <a:gdLst/>
              <a:ahLst/>
              <a:cxnLst/>
              <a:rect l="l" t="t" r="r" b="b"/>
              <a:pathLst>
                <a:path w="27041" h="17246" extrusionOk="0">
                  <a:moveTo>
                    <a:pt x="16254" y="0"/>
                  </a:moveTo>
                  <a:cubicBezTo>
                    <a:pt x="15203" y="1348"/>
                    <a:pt x="9091" y="7119"/>
                    <a:pt x="1" y="9949"/>
                  </a:cubicBezTo>
                  <a:cubicBezTo>
                    <a:pt x="1" y="9949"/>
                    <a:pt x="8684" y="16831"/>
                    <a:pt x="11771" y="17205"/>
                  </a:cubicBezTo>
                  <a:cubicBezTo>
                    <a:pt x="11993" y="17232"/>
                    <a:pt x="12213" y="17245"/>
                    <a:pt x="12433" y="17245"/>
                  </a:cubicBezTo>
                  <a:cubicBezTo>
                    <a:pt x="14544" y="17245"/>
                    <a:pt x="16624" y="16041"/>
                    <a:pt x="19792" y="14297"/>
                  </a:cubicBezTo>
                  <a:cubicBezTo>
                    <a:pt x="26400" y="10662"/>
                    <a:pt x="27041" y="9371"/>
                    <a:pt x="27041" y="8659"/>
                  </a:cubicBezTo>
                  <a:cubicBezTo>
                    <a:pt x="27041" y="6315"/>
                    <a:pt x="18368" y="1156"/>
                    <a:pt x="16254"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4236;p72">
              <a:extLst>
                <a:ext uri="{FF2B5EF4-FFF2-40B4-BE49-F238E27FC236}">
                  <a16:creationId xmlns:a16="http://schemas.microsoft.com/office/drawing/2014/main" id="{BB1BE2AF-8EBC-C980-38ED-55BDF56D2149}"/>
                </a:ext>
              </a:extLst>
            </p:cNvPr>
            <p:cNvSpPr/>
            <p:nvPr/>
          </p:nvSpPr>
          <p:spPr>
            <a:xfrm>
              <a:off x="1859750" y="2137675"/>
              <a:ext cx="516650" cy="351600"/>
            </a:xfrm>
            <a:custGeom>
              <a:avLst/>
              <a:gdLst/>
              <a:ahLst/>
              <a:cxnLst/>
              <a:rect l="l" t="t" r="r" b="b"/>
              <a:pathLst>
                <a:path w="20666" h="14064" extrusionOk="0">
                  <a:moveTo>
                    <a:pt x="19087" y="1"/>
                  </a:moveTo>
                  <a:cubicBezTo>
                    <a:pt x="19071" y="1"/>
                    <a:pt x="19056" y="5"/>
                    <a:pt x="19042" y="15"/>
                  </a:cubicBezTo>
                  <a:cubicBezTo>
                    <a:pt x="15827" y="2190"/>
                    <a:pt x="12528" y="4047"/>
                    <a:pt x="10348" y="5192"/>
                  </a:cubicBezTo>
                  <a:cubicBezTo>
                    <a:pt x="9725" y="5519"/>
                    <a:pt x="9160" y="6187"/>
                    <a:pt x="8937" y="6854"/>
                  </a:cubicBezTo>
                  <a:lnTo>
                    <a:pt x="8359" y="8562"/>
                  </a:lnTo>
                  <a:cubicBezTo>
                    <a:pt x="7979" y="10047"/>
                    <a:pt x="6427" y="10572"/>
                    <a:pt x="4686" y="10572"/>
                  </a:cubicBezTo>
                  <a:cubicBezTo>
                    <a:pt x="3471" y="10572"/>
                    <a:pt x="2164" y="10316"/>
                    <a:pt x="1100" y="9954"/>
                  </a:cubicBezTo>
                  <a:cubicBezTo>
                    <a:pt x="1009" y="9923"/>
                    <a:pt x="916" y="9908"/>
                    <a:pt x="827" y="9908"/>
                  </a:cubicBezTo>
                  <a:cubicBezTo>
                    <a:pt x="387" y="9908"/>
                    <a:pt x="1" y="10260"/>
                    <a:pt x="1" y="10734"/>
                  </a:cubicBezTo>
                  <a:lnTo>
                    <a:pt x="1" y="12505"/>
                  </a:lnTo>
                  <a:cubicBezTo>
                    <a:pt x="1" y="12760"/>
                    <a:pt x="137" y="12996"/>
                    <a:pt x="359" y="13125"/>
                  </a:cubicBezTo>
                  <a:lnTo>
                    <a:pt x="787" y="13371"/>
                  </a:lnTo>
                  <a:cubicBezTo>
                    <a:pt x="1350" y="13697"/>
                    <a:pt x="2670" y="14064"/>
                    <a:pt x="4315" y="14064"/>
                  </a:cubicBezTo>
                  <a:cubicBezTo>
                    <a:pt x="5637" y="14064"/>
                    <a:pt x="7169" y="13827"/>
                    <a:pt x="8684" y="13140"/>
                  </a:cubicBezTo>
                  <a:cubicBezTo>
                    <a:pt x="12090" y="11599"/>
                    <a:pt x="15180" y="9795"/>
                    <a:pt x="17960" y="7728"/>
                  </a:cubicBezTo>
                  <a:cubicBezTo>
                    <a:pt x="19304" y="6727"/>
                    <a:pt x="20364" y="5231"/>
                    <a:pt x="20557" y="3601"/>
                  </a:cubicBezTo>
                  <a:cubicBezTo>
                    <a:pt x="20588" y="3348"/>
                    <a:pt x="20666" y="1303"/>
                    <a:pt x="20338" y="1045"/>
                  </a:cubicBezTo>
                  <a:lnTo>
                    <a:pt x="20336" y="1671"/>
                  </a:lnTo>
                  <a:cubicBezTo>
                    <a:pt x="20336" y="1671"/>
                    <a:pt x="20263" y="1890"/>
                    <a:pt x="20131" y="1893"/>
                  </a:cubicBezTo>
                  <a:cubicBezTo>
                    <a:pt x="20131" y="1893"/>
                    <a:pt x="20131" y="1893"/>
                    <a:pt x="20131" y="1893"/>
                  </a:cubicBezTo>
                  <a:cubicBezTo>
                    <a:pt x="20021" y="1893"/>
                    <a:pt x="19404" y="1"/>
                    <a:pt x="19087"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4237;p72">
              <a:extLst>
                <a:ext uri="{FF2B5EF4-FFF2-40B4-BE49-F238E27FC236}">
                  <a16:creationId xmlns:a16="http://schemas.microsoft.com/office/drawing/2014/main" id="{B89BD87E-E7CC-1381-A24A-3BDEC7F62E3E}"/>
                </a:ext>
              </a:extLst>
            </p:cNvPr>
            <p:cNvSpPr/>
            <p:nvPr/>
          </p:nvSpPr>
          <p:spPr>
            <a:xfrm>
              <a:off x="2073325" y="2145775"/>
              <a:ext cx="282425" cy="228300"/>
            </a:xfrm>
            <a:custGeom>
              <a:avLst/>
              <a:gdLst/>
              <a:ahLst/>
              <a:cxnLst/>
              <a:rect l="l" t="t" r="r" b="b"/>
              <a:pathLst>
                <a:path w="11297" h="9132" extrusionOk="0">
                  <a:moveTo>
                    <a:pt x="10438" y="0"/>
                  </a:moveTo>
                  <a:cubicBezTo>
                    <a:pt x="10426" y="0"/>
                    <a:pt x="10415" y="4"/>
                    <a:pt x="10404" y="11"/>
                  </a:cubicBezTo>
                  <a:cubicBezTo>
                    <a:pt x="7248" y="2207"/>
                    <a:pt x="3738" y="4187"/>
                    <a:pt x="1889" y="5160"/>
                  </a:cubicBezTo>
                  <a:cubicBezTo>
                    <a:pt x="1317" y="5460"/>
                    <a:pt x="926" y="6093"/>
                    <a:pt x="722" y="6708"/>
                  </a:cubicBezTo>
                  <a:cubicBezTo>
                    <a:pt x="722" y="6708"/>
                    <a:pt x="197" y="8873"/>
                    <a:pt x="0" y="9132"/>
                  </a:cubicBezTo>
                  <a:cubicBezTo>
                    <a:pt x="3226" y="8220"/>
                    <a:pt x="10518" y="3882"/>
                    <a:pt x="11297" y="1991"/>
                  </a:cubicBezTo>
                  <a:cubicBezTo>
                    <a:pt x="11133" y="1486"/>
                    <a:pt x="10678" y="0"/>
                    <a:pt x="1043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4238;p72">
              <a:extLst>
                <a:ext uri="{FF2B5EF4-FFF2-40B4-BE49-F238E27FC236}">
                  <a16:creationId xmlns:a16="http://schemas.microsoft.com/office/drawing/2014/main" id="{6A3576B3-C7CB-B77D-7CB5-1FE50BF5C553}"/>
                </a:ext>
              </a:extLst>
            </p:cNvPr>
            <p:cNvSpPr/>
            <p:nvPr/>
          </p:nvSpPr>
          <p:spPr>
            <a:xfrm>
              <a:off x="1891100" y="2292125"/>
              <a:ext cx="181675" cy="73875"/>
            </a:xfrm>
            <a:custGeom>
              <a:avLst/>
              <a:gdLst/>
              <a:ahLst/>
              <a:cxnLst/>
              <a:rect l="l" t="t" r="r" b="b"/>
              <a:pathLst>
                <a:path w="7267" h="2955" extrusionOk="0">
                  <a:moveTo>
                    <a:pt x="7051" y="1"/>
                  </a:moveTo>
                  <a:cubicBezTo>
                    <a:pt x="7047" y="1"/>
                    <a:pt x="7042" y="2"/>
                    <a:pt x="7038" y="3"/>
                  </a:cubicBezTo>
                  <a:cubicBezTo>
                    <a:pt x="5856" y="398"/>
                    <a:pt x="4584" y="514"/>
                    <a:pt x="3515" y="514"/>
                  </a:cubicBezTo>
                  <a:cubicBezTo>
                    <a:pt x="2596" y="514"/>
                    <a:pt x="1826" y="428"/>
                    <a:pt x="1391" y="360"/>
                  </a:cubicBezTo>
                  <a:cubicBezTo>
                    <a:pt x="1357" y="355"/>
                    <a:pt x="1323" y="352"/>
                    <a:pt x="1289" y="352"/>
                  </a:cubicBezTo>
                  <a:cubicBezTo>
                    <a:pt x="590" y="352"/>
                    <a:pt x="1" y="1465"/>
                    <a:pt x="976" y="2409"/>
                  </a:cubicBezTo>
                  <a:cubicBezTo>
                    <a:pt x="1372" y="2793"/>
                    <a:pt x="2280" y="2955"/>
                    <a:pt x="3261" y="2955"/>
                  </a:cubicBezTo>
                  <a:cubicBezTo>
                    <a:pt x="4445" y="2955"/>
                    <a:pt x="5736" y="2720"/>
                    <a:pt x="6371" y="2358"/>
                  </a:cubicBezTo>
                  <a:cubicBezTo>
                    <a:pt x="6606" y="2225"/>
                    <a:pt x="7267" y="1"/>
                    <a:pt x="705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4239;p72">
              <a:extLst>
                <a:ext uri="{FF2B5EF4-FFF2-40B4-BE49-F238E27FC236}">
                  <a16:creationId xmlns:a16="http://schemas.microsoft.com/office/drawing/2014/main" id="{50E5AD16-63D6-D9FE-D92C-F69BA31F26D2}"/>
                </a:ext>
              </a:extLst>
            </p:cNvPr>
            <p:cNvSpPr/>
            <p:nvPr/>
          </p:nvSpPr>
          <p:spPr>
            <a:xfrm>
              <a:off x="1891125" y="2300950"/>
              <a:ext cx="40750" cy="59975"/>
            </a:xfrm>
            <a:custGeom>
              <a:avLst/>
              <a:gdLst/>
              <a:ahLst/>
              <a:cxnLst/>
              <a:rect l="l" t="t" r="r" b="b"/>
              <a:pathLst>
                <a:path w="1630" h="2399" extrusionOk="0">
                  <a:moveTo>
                    <a:pt x="1304" y="1"/>
                  </a:moveTo>
                  <a:cubicBezTo>
                    <a:pt x="588" y="1"/>
                    <a:pt x="0" y="1113"/>
                    <a:pt x="975" y="2056"/>
                  </a:cubicBezTo>
                  <a:cubicBezTo>
                    <a:pt x="1125" y="2203"/>
                    <a:pt x="1354" y="2315"/>
                    <a:pt x="1630" y="2399"/>
                  </a:cubicBezTo>
                  <a:cubicBezTo>
                    <a:pt x="1335" y="1588"/>
                    <a:pt x="1199" y="737"/>
                    <a:pt x="1410" y="9"/>
                  </a:cubicBezTo>
                  <a:cubicBezTo>
                    <a:pt x="1375" y="3"/>
                    <a:pt x="1339" y="1"/>
                    <a:pt x="1304" y="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4240;p72">
              <a:extLst>
                <a:ext uri="{FF2B5EF4-FFF2-40B4-BE49-F238E27FC236}">
                  <a16:creationId xmlns:a16="http://schemas.microsoft.com/office/drawing/2014/main" id="{07D56153-A023-AC88-93B9-B001A0206CC4}"/>
                </a:ext>
              </a:extLst>
            </p:cNvPr>
            <p:cNvSpPr/>
            <p:nvPr/>
          </p:nvSpPr>
          <p:spPr>
            <a:xfrm>
              <a:off x="2346725" y="2091950"/>
              <a:ext cx="27725" cy="65850"/>
            </a:xfrm>
            <a:custGeom>
              <a:avLst/>
              <a:gdLst/>
              <a:ahLst/>
              <a:cxnLst/>
              <a:rect l="l" t="t" r="r" b="b"/>
              <a:pathLst>
                <a:path w="1109" h="2634" extrusionOk="0">
                  <a:moveTo>
                    <a:pt x="974" y="1"/>
                  </a:moveTo>
                  <a:lnTo>
                    <a:pt x="974" y="1"/>
                  </a:lnTo>
                  <a:cubicBezTo>
                    <a:pt x="801" y="677"/>
                    <a:pt x="144" y="1125"/>
                    <a:pt x="57" y="1338"/>
                  </a:cubicBezTo>
                  <a:cubicBezTo>
                    <a:pt x="0" y="1477"/>
                    <a:pt x="510" y="2634"/>
                    <a:pt x="700" y="2634"/>
                  </a:cubicBezTo>
                  <a:cubicBezTo>
                    <a:pt x="705" y="2634"/>
                    <a:pt x="709" y="2633"/>
                    <a:pt x="713" y="2632"/>
                  </a:cubicBezTo>
                  <a:cubicBezTo>
                    <a:pt x="756" y="2617"/>
                    <a:pt x="850" y="2500"/>
                    <a:pt x="866" y="2454"/>
                  </a:cubicBezTo>
                  <a:cubicBezTo>
                    <a:pt x="1109" y="1812"/>
                    <a:pt x="1035" y="420"/>
                    <a:pt x="97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4241;p72">
              <a:extLst>
                <a:ext uri="{FF2B5EF4-FFF2-40B4-BE49-F238E27FC236}">
                  <a16:creationId xmlns:a16="http://schemas.microsoft.com/office/drawing/2014/main" id="{608898FF-900B-3DF5-55C9-2A2F1E312128}"/>
                </a:ext>
              </a:extLst>
            </p:cNvPr>
            <p:cNvSpPr/>
            <p:nvPr/>
          </p:nvSpPr>
          <p:spPr>
            <a:xfrm>
              <a:off x="1877050" y="2185025"/>
              <a:ext cx="497325" cy="232175"/>
            </a:xfrm>
            <a:custGeom>
              <a:avLst/>
              <a:gdLst/>
              <a:ahLst/>
              <a:cxnLst/>
              <a:rect l="l" t="t" r="r" b="b"/>
              <a:pathLst>
                <a:path w="19893" h="9287" extrusionOk="0">
                  <a:moveTo>
                    <a:pt x="19867" y="0"/>
                  </a:moveTo>
                  <a:cubicBezTo>
                    <a:pt x="19805" y="109"/>
                    <a:pt x="19732" y="230"/>
                    <a:pt x="19647" y="370"/>
                  </a:cubicBezTo>
                  <a:cubicBezTo>
                    <a:pt x="19471" y="626"/>
                    <a:pt x="19241" y="925"/>
                    <a:pt x="18948" y="1245"/>
                  </a:cubicBezTo>
                  <a:cubicBezTo>
                    <a:pt x="18648" y="1561"/>
                    <a:pt x="18292" y="1898"/>
                    <a:pt x="17880" y="2246"/>
                  </a:cubicBezTo>
                  <a:cubicBezTo>
                    <a:pt x="16228" y="3634"/>
                    <a:pt x="13713" y="5101"/>
                    <a:pt x="11131" y="6418"/>
                  </a:cubicBezTo>
                  <a:cubicBezTo>
                    <a:pt x="10488" y="6740"/>
                    <a:pt x="9832" y="7088"/>
                    <a:pt x="9194" y="7379"/>
                  </a:cubicBezTo>
                  <a:cubicBezTo>
                    <a:pt x="8557" y="7686"/>
                    <a:pt x="7908" y="7939"/>
                    <a:pt x="7273" y="8158"/>
                  </a:cubicBezTo>
                  <a:cubicBezTo>
                    <a:pt x="6636" y="8367"/>
                    <a:pt x="6009" y="8534"/>
                    <a:pt x="5406" y="8655"/>
                  </a:cubicBezTo>
                  <a:cubicBezTo>
                    <a:pt x="4803" y="8767"/>
                    <a:pt x="4225" y="8840"/>
                    <a:pt x="3692" y="8856"/>
                  </a:cubicBezTo>
                  <a:cubicBezTo>
                    <a:pt x="3555" y="8862"/>
                    <a:pt x="3421" y="8865"/>
                    <a:pt x="3290" y="8865"/>
                  </a:cubicBezTo>
                  <a:cubicBezTo>
                    <a:pt x="2911" y="8865"/>
                    <a:pt x="2557" y="8841"/>
                    <a:pt x="2237" y="8807"/>
                  </a:cubicBezTo>
                  <a:cubicBezTo>
                    <a:pt x="1805" y="8762"/>
                    <a:pt x="1435" y="8683"/>
                    <a:pt x="1135" y="8603"/>
                  </a:cubicBezTo>
                  <a:cubicBezTo>
                    <a:pt x="531" y="8436"/>
                    <a:pt x="232" y="8267"/>
                    <a:pt x="232" y="8267"/>
                  </a:cubicBezTo>
                  <a:cubicBezTo>
                    <a:pt x="209" y="8254"/>
                    <a:pt x="185" y="8248"/>
                    <a:pt x="161" y="8248"/>
                  </a:cubicBezTo>
                  <a:cubicBezTo>
                    <a:pt x="114" y="8248"/>
                    <a:pt x="68" y="8272"/>
                    <a:pt x="42" y="8315"/>
                  </a:cubicBezTo>
                  <a:cubicBezTo>
                    <a:pt x="0" y="8381"/>
                    <a:pt x="20" y="8468"/>
                    <a:pt x="88" y="8509"/>
                  </a:cubicBezTo>
                  <a:cubicBezTo>
                    <a:pt x="91" y="8511"/>
                    <a:pt x="423" y="8718"/>
                    <a:pt x="1041" y="8917"/>
                  </a:cubicBezTo>
                  <a:cubicBezTo>
                    <a:pt x="1352" y="9014"/>
                    <a:pt x="1737" y="9115"/>
                    <a:pt x="2186" y="9182"/>
                  </a:cubicBezTo>
                  <a:cubicBezTo>
                    <a:pt x="2575" y="9244"/>
                    <a:pt x="3014" y="9287"/>
                    <a:pt x="3488" y="9287"/>
                  </a:cubicBezTo>
                  <a:cubicBezTo>
                    <a:pt x="3559" y="9287"/>
                    <a:pt x="3630" y="9286"/>
                    <a:pt x="3703" y="9284"/>
                  </a:cubicBezTo>
                  <a:cubicBezTo>
                    <a:pt x="4261" y="9282"/>
                    <a:pt x="4862" y="9219"/>
                    <a:pt x="5490" y="9118"/>
                  </a:cubicBezTo>
                  <a:cubicBezTo>
                    <a:pt x="6119" y="9012"/>
                    <a:pt x="6770" y="8848"/>
                    <a:pt x="7431" y="8637"/>
                  </a:cubicBezTo>
                  <a:cubicBezTo>
                    <a:pt x="8087" y="8414"/>
                    <a:pt x="8756" y="8160"/>
                    <a:pt x="9414" y="7850"/>
                  </a:cubicBezTo>
                  <a:cubicBezTo>
                    <a:pt x="10079" y="7548"/>
                    <a:pt x="10718" y="7229"/>
                    <a:pt x="11371" y="6889"/>
                  </a:cubicBezTo>
                  <a:cubicBezTo>
                    <a:pt x="12670" y="6214"/>
                    <a:pt x="13949" y="5507"/>
                    <a:pt x="15115" y="4781"/>
                  </a:cubicBezTo>
                  <a:cubicBezTo>
                    <a:pt x="16279" y="4053"/>
                    <a:pt x="17323" y="3295"/>
                    <a:pt x="18154" y="2564"/>
                  </a:cubicBezTo>
                  <a:cubicBezTo>
                    <a:pt x="18573" y="2200"/>
                    <a:pt x="18924" y="1829"/>
                    <a:pt x="19224" y="1491"/>
                  </a:cubicBezTo>
                  <a:cubicBezTo>
                    <a:pt x="19503" y="1159"/>
                    <a:pt x="19721" y="851"/>
                    <a:pt x="19893" y="583"/>
                  </a:cubicBezTo>
                  <a:cubicBezTo>
                    <a:pt x="19890" y="388"/>
                    <a:pt x="19882" y="187"/>
                    <a:pt x="19867"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4242;p72">
              <a:extLst>
                <a:ext uri="{FF2B5EF4-FFF2-40B4-BE49-F238E27FC236}">
                  <a16:creationId xmlns:a16="http://schemas.microsoft.com/office/drawing/2014/main" id="{426221ED-5322-9307-1570-0DD8E7F51151}"/>
                </a:ext>
              </a:extLst>
            </p:cNvPr>
            <p:cNvSpPr/>
            <p:nvPr/>
          </p:nvSpPr>
          <p:spPr>
            <a:xfrm>
              <a:off x="865600" y="1788525"/>
              <a:ext cx="105600" cy="160525"/>
            </a:xfrm>
            <a:custGeom>
              <a:avLst/>
              <a:gdLst/>
              <a:ahLst/>
              <a:cxnLst/>
              <a:rect l="l" t="t" r="r" b="b"/>
              <a:pathLst>
                <a:path w="4224" h="6421" extrusionOk="0">
                  <a:moveTo>
                    <a:pt x="1156" y="0"/>
                  </a:moveTo>
                  <a:lnTo>
                    <a:pt x="434" y="715"/>
                  </a:lnTo>
                  <a:cubicBezTo>
                    <a:pt x="156" y="989"/>
                    <a:pt x="0" y="1363"/>
                    <a:pt x="0" y="1754"/>
                  </a:cubicBezTo>
                  <a:lnTo>
                    <a:pt x="0" y="2763"/>
                  </a:lnTo>
                  <a:cubicBezTo>
                    <a:pt x="0" y="3292"/>
                    <a:pt x="238" y="3792"/>
                    <a:pt x="647" y="4124"/>
                  </a:cubicBezTo>
                  <a:lnTo>
                    <a:pt x="2343" y="5503"/>
                  </a:lnTo>
                  <a:cubicBezTo>
                    <a:pt x="2516" y="5644"/>
                    <a:pt x="2700" y="5771"/>
                    <a:pt x="2893" y="5883"/>
                  </a:cubicBezTo>
                  <a:lnTo>
                    <a:pt x="3825" y="6421"/>
                  </a:lnTo>
                  <a:lnTo>
                    <a:pt x="4224" y="6189"/>
                  </a:lnTo>
                  <a:lnTo>
                    <a:pt x="4224" y="3211"/>
                  </a:lnTo>
                  <a:lnTo>
                    <a:pt x="1158" y="1440"/>
                  </a:lnTo>
                  <a:lnTo>
                    <a:pt x="1156"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4243;p72">
              <a:extLst>
                <a:ext uri="{FF2B5EF4-FFF2-40B4-BE49-F238E27FC236}">
                  <a16:creationId xmlns:a16="http://schemas.microsoft.com/office/drawing/2014/main" id="{3EB78BF1-E469-0B73-9A24-1731BC0BA20A}"/>
                </a:ext>
              </a:extLst>
            </p:cNvPr>
            <p:cNvSpPr/>
            <p:nvPr/>
          </p:nvSpPr>
          <p:spPr>
            <a:xfrm>
              <a:off x="2141175" y="1949775"/>
              <a:ext cx="124200" cy="121625"/>
            </a:xfrm>
            <a:custGeom>
              <a:avLst/>
              <a:gdLst/>
              <a:ahLst/>
              <a:cxnLst/>
              <a:rect l="l" t="t" r="r" b="b"/>
              <a:pathLst>
                <a:path w="4968" h="4865" extrusionOk="0">
                  <a:moveTo>
                    <a:pt x="15" y="0"/>
                  </a:moveTo>
                  <a:cubicBezTo>
                    <a:pt x="0" y="17"/>
                    <a:pt x="1234" y="1233"/>
                    <a:pt x="2468" y="2448"/>
                  </a:cubicBezTo>
                  <a:cubicBezTo>
                    <a:pt x="3710" y="3657"/>
                    <a:pt x="4952" y="4865"/>
                    <a:pt x="4952" y="4865"/>
                  </a:cubicBezTo>
                  <a:cubicBezTo>
                    <a:pt x="4967" y="4848"/>
                    <a:pt x="4898" y="4765"/>
                    <a:pt x="4777" y="4618"/>
                  </a:cubicBezTo>
                  <a:cubicBezTo>
                    <a:pt x="4653" y="4472"/>
                    <a:pt x="4489" y="4253"/>
                    <a:pt x="4268" y="4014"/>
                  </a:cubicBezTo>
                  <a:cubicBezTo>
                    <a:pt x="4048" y="3776"/>
                    <a:pt x="3802" y="3485"/>
                    <a:pt x="3517" y="3195"/>
                  </a:cubicBezTo>
                  <a:cubicBezTo>
                    <a:pt x="3232" y="2905"/>
                    <a:pt x="2928" y="2597"/>
                    <a:pt x="2626" y="2288"/>
                  </a:cubicBezTo>
                  <a:cubicBezTo>
                    <a:pt x="2310" y="1990"/>
                    <a:pt x="1995" y="1694"/>
                    <a:pt x="1699" y="1415"/>
                  </a:cubicBezTo>
                  <a:cubicBezTo>
                    <a:pt x="1404" y="1136"/>
                    <a:pt x="1108" y="897"/>
                    <a:pt x="865" y="681"/>
                  </a:cubicBezTo>
                  <a:cubicBezTo>
                    <a:pt x="621" y="465"/>
                    <a:pt x="399" y="307"/>
                    <a:pt x="251" y="186"/>
                  </a:cubicBezTo>
                  <a:cubicBezTo>
                    <a:pt x="101" y="68"/>
                    <a:pt x="15" y="0"/>
                    <a:pt x="15"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4244;p72">
              <a:extLst>
                <a:ext uri="{FF2B5EF4-FFF2-40B4-BE49-F238E27FC236}">
                  <a16:creationId xmlns:a16="http://schemas.microsoft.com/office/drawing/2014/main" id="{2AC7586F-FCA9-5C50-07AF-5D2A463F495D}"/>
                </a:ext>
              </a:extLst>
            </p:cNvPr>
            <p:cNvSpPr/>
            <p:nvPr/>
          </p:nvSpPr>
          <p:spPr>
            <a:xfrm>
              <a:off x="1853925" y="2109750"/>
              <a:ext cx="174500" cy="99625"/>
            </a:xfrm>
            <a:custGeom>
              <a:avLst/>
              <a:gdLst/>
              <a:ahLst/>
              <a:cxnLst/>
              <a:rect l="l" t="t" r="r" b="b"/>
              <a:pathLst>
                <a:path w="6980" h="3985" extrusionOk="0">
                  <a:moveTo>
                    <a:pt x="11" y="0"/>
                  </a:moveTo>
                  <a:lnTo>
                    <a:pt x="11" y="0"/>
                  </a:lnTo>
                  <a:cubicBezTo>
                    <a:pt x="1" y="20"/>
                    <a:pt x="103" y="92"/>
                    <a:pt x="284" y="218"/>
                  </a:cubicBezTo>
                  <a:cubicBezTo>
                    <a:pt x="467" y="341"/>
                    <a:pt x="718" y="532"/>
                    <a:pt x="1036" y="733"/>
                  </a:cubicBezTo>
                  <a:cubicBezTo>
                    <a:pt x="1354" y="933"/>
                    <a:pt x="1718" y="1179"/>
                    <a:pt x="2123" y="1419"/>
                  </a:cubicBezTo>
                  <a:cubicBezTo>
                    <a:pt x="2527" y="1658"/>
                    <a:pt x="2958" y="1914"/>
                    <a:pt x="3390" y="2168"/>
                  </a:cubicBezTo>
                  <a:cubicBezTo>
                    <a:pt x="3830" y="2409"/>
                    <a:pt x="4269" y="2650"/>
                    <a:pt x="4681" y="2875"/>
                  </a:cubicBezTo>
                  <a:cubicBezTo>
                    <a:pt x="5094" y="3102"/>
                    <a:pt x="5492" y="3286"/>
                    <a:pt x="5827" y="3459"/>
                  </a:cubicBezTo>
                  <a:cubicBezTo>
                    <a:pt x="6162" y="3631"/>
                    <a:pt x="6455" y="3747"/>
                    <a:pt x="6653" y="3842"/>
                  </a:cubicBezTo>
                  <a:cubicBezTo>
                    <a:pt x="6854" y="3933"/>
                    <a:pt x="6969" y="3985"/>
                    <a:pt x="6969" y="3985"/>
                  </a:cubicBezTo>
                  <a:cubicBezTo>
                    <a:pt x="6980" y="3965"/>
                    <a:pt x="5241" y="2969"/>
                    <a:pt x="3501" y="1974"/>
                  </a:cubicBezTo>
                  <a:cubicBezTo>
                    <a:pt x="1756" y="986"/>
                    <a:pt x="12" y="0"/>
                    <a:pt x="11"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4245;p72">
              <a:extLst>
                <a:ext uri="{FF2B5EF4-FFF2-40B4-BE49-F238E27FC236}">
                  <a16:creationId xmlns:a16="http://schemas.microsoft.com/office/drawing/2014/main" id="{478D20EE-69D8-BFEF-2337-3B2D056D43CC}"/>
                </a:ext>
              </a:extLst>
            </p:cNvPr>
            <p:cNvSpPr/>
            <p:nvPr/>
          </p:nvSpPr>
          <p:spPr>
            <a:xfrm>
              <a:off x="1606250" y="2054550"/>
              <a:ext cx="54575" cy="32950"/>
            </a:xfrm>
            <a:custGeom>
              <a:avLst/>
              <a:gdLst/>
              <a:ahLst/>
              <a:cxnLst/>
              <a:rect l="l" t="t" r="r" b="b"/>
              <a:pathLst>
                <a:path w="2183" h="1318" extrusionOk="0">
                  <a:moveTo>
                    <a:pt x="1815" y="0"/>
                  </a:moveTo>
                  <a:cubicBezTo>
                    <a:pt x="1517" y="0"/>
                    <a:pt x="488" y="167"/>
                    <a:pt x="293" y="192"/>
                  </a:cubicBezTo>
                  <a:lnTo>
                    <a:pt x="0" y="1318"/>
                  </a:lnTo>
                  <a:lnTo>
                    <a:pt x="1799" y="1204"/>
                  </a:lnTo>
                  <a:cubicBezTo>
                    <a:pt x="1799" y="1204"/>
                    <a:pt x="2182" y="1092"/>
                    <a:pt x="2182" y="620"/>
                  </a:cubicBezTo>
                  <a:cubicBezTo>
                    <a:pt x="2182" y="428"/>
                    <a:pt x="2130" y="198"/>
                    <a:pt x="1981" y="64"/>
                  </a:cubicBezTo>
                  <a:cubicBezTo>
                    <a:pt x="1951" y="36"/>
                    <a:pt x="1918" y="18"/>
                    <a:pt x="1885" y="7"/>
                  </a:cubicBezTo>
                  <a:cubicBezTo>
                    <a:pt x="1872" y="2"/>
                    <a:pt x="1848" y="0"/>
                    <a:pt x="1815"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4246;p72">
              <a:extLst>
                <a:ext uri="{FF2B5EF4-FFF2-40B4-BE49-F238E27FC236}">
                  <a16:creationId xmlns:a16="http://schemas.microsoft.com/office/drawing/2014/main" id="{3D6104B3-4479-6057-7470-DD26FEA7C257}"/>
                </a:ext>
              </a:extLst>
            </p:cNvPr>
            <p:cNvSpPr/>
            <p:nvPr/>
          </p:nvSpPr>
          <p:spPr>
            <a:xfrm>
              <a:off x="1536225" y="2037150"/>
              <a:ext cx="84950" cy="58625"/>
            </a:xfrm>
            <a:custGeom>
              <a:avLst/>
              <a:gdLst/>
              <a:ahLst/>
              <a:cxnLst/>
              <a:rect l="l" t="t" r="r" b="b"/>
              <a:pathLst>
                <a:path w="3398" h="2345" extrusionOk="0">
                  <a:moveTo>
                    <a:pt x="2764" y="0"/>
                  </a:moveTo>
                  <a:cubicBezTo>
                    <a:pt x="2495" y="0"/>
                    <a:pt x="2220" y="105"/>
                    <a:pt x="1963" y="174"/>
                  </a:cubicBezTo>
                  <a:cubicBezTo>
                    <a:pt x="65" y="680"/>
                    <a:pt x="0" y="996"/>
                    <a:pt x="4" y="1788"/>
                  </a:cubicBezTo>
                  <a:cubicBezTo>
                    <a:pt x="6" y="2240"/>
                    <a:pt x="889" y="2345"/>
                    <a:pt x="1598" y="2345"/>
                  </a:cubicBezTo>
                  <a:cubicBezTo>
                    <a:pt x="1850" y="2345"/>
                    <a:pt x="2080" y="2331"/>
                    <a:pt x="2240" y="2316"/>
                  </a:cubicBezTo>
                  <a:cubicBezTo>
                    <a:pt x="2782" y="2262"/>
                    <a:pt x="3352" y="2283"/>
                    <a:pt x="3392" y="563"/>
                  </a:cubicBezTo>
                  <a:cubicBezTo>
                    <a:pt x="3398" y="323"/>
                    <a:pt x="3326" y="143"/>
                    <a:pt x="3045" y="45"/>
                  </a:cubicBezTo>
                  <a:cubicBezTo>
                    <a:pt x="2953" y="13"/>
                    <a:pt x="2859" y="0"/>
                    <a:pt x="2764" y="0"/>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4247;p72">
              <a:extLst>
                <a:ext uri="{FF2B5EF4-FFF2-40B4-BE49-F238E27FC236}">
                  <a16:creationId xmlns:a16="http://schemas.microsoft.com/office/drawing/2014/main" id="{20F6C24D-5DE5-A09A-458D-2B2803798D20}"/>
                </a:ext>
              </a:extLst>
            </p:cNvPr>
            <p:cNvSpPr/>
            <p:nvPr/>
          </p:nvSpPr>
          <p:spPr>
            <a:xfrm>
              <a:off x="1561750" y="2044150"/>
              <a:ext cx="50975" cy="16125"/>
            </a:xfrm>
            <a:custGeom>
              <a:avLst/>
              <a:gdLst/>
              <a:ahLst/>
              <a:cxnLst/>
              <a:rect l="l" t="t" r="r" b="b"/>
              <a:pathLst>
                <a:path w="2039" h="645" extrusionOk="0">
                  <a:moveTo>
                    <a:pt x="1813" y="1"/>
                  </a:moveTo>
                  <a:cubicBezTo>
                    <a:pt x="1622" y="1"/>
                    <a:pt x="1312" y="50"/>
                    <a:pt x="971" y="141"/>
                  </a:cubicBezTo>
                  <a:cubicBezTo>
                    <a:pt x="424" y="288"/>
                    <a:pt x="1" y="489"/>
                    <a:pt x="28" y="588"/>
                  </a:cubicBezTo>
                  <a:cubicBezTo>
                    <a:pt x="38" y="626"/>
                    <a:pt x="111" y="644"/>
                    <a:pt x="228" y="644"/>
                  </a:cubicBezTo>
                  <a:cubicBezTo>
                    <a:pt x="419" y="644"/>
                    <a:pt x="728" y="595"/>
                    <a:pt x="1068" y="504"/>
                  </a:cubicBezTo>
                  <a:cubicBezTo>
                    <a:pt x="1616" y="357"/>
                    <a:pt x="2038" y="158"/>
                    <a:pt x="2010" y="56"/>
                  </a:cubicBezTo>
                  <a:cubicBezTo>
                    <a:pt x="2001" y="19"/>
                    <a:pt x="1928" y="1"/>
                    <a:pt x="1813" y="1"/>
                  </a:cubicBezTo>
                  <a:close/>
                </a:path>
              </a:pathLst>
            </a:custGeom>
            <a:solidFill>
              <a:srgbClr val="262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4248;p72">
              <a:extLst>
                <a:ext uri="{FF2B5EF4-FFF2-40B4-BE49-F238E27FC236}">
                  <a16:creationId xmlns:a16="http://schemas.microsoft.com/office/drawing/2014/main" id="{9443E68B-4FB2-677E-FF67-E03539348DF1}"/>
                </a:ext>
              </a:extLst>
            </p:cNvPr>
            <p:cNvSpPr/>
            <p:nvPr/>
          </p:nvSpPr>
          <p:spPr>
            <a:xfrm>
              <a:off x="1439050" y="1999850"/>
              <a:ext cx="41500" cy="37900"/>
            </a:xfrm>
            <a:custGeom>
              <a:avLst/>
              <a:gdLst/>
              <a:ahLst/>
              <a:cxnLst/>
              <a:rect l="l" t="t" r="r" b="b"/>
              <a:pathLst>
                <a:path w="1660" h="1516" extrusionOk="0">
                  <a:moveTo>
                    <a:pt x="110" y="0"/>
                  </a:moveTo>
                  <a:cubicBezTo>
                    <a:pt x="45" y="0"/>
                    <a:pt x="1" y="46"/>
                    <a:pt x="1" y="127"/>
                  </a:cubicBezTo>
                  <a:lnTo>
                    <a:pt x="1" y="432"/>
                  </a:lnTo>
                  <a:cubicBezTo>
                    <a:pt x="1" y="553"/>
                    <a:pt x="99" y="708"/>
                    <a:pt x="220" y="777"/>
                  </a:cubicBezTo>
                  <a:lnTo>
                    <a:pt x="1441" y="1482"/>
                  </a:lnTo>
                  <a:cubicBezTo>
                    <a:pt x="1480" y="1504"/>
                    <a:pt x="1517" y="1515"/>
                    <a:pt x="1549" y="1515"/>
                  </a:cubicBezTo>
                  <a:cubicBezTo>
                    <a:pt x="1615" y="1515"/>
                    <a:pt x="1660" y="1470"/>
                    <a:pt x="1660" y="1388"/>
                  </a:cubicBezTo>
                  <a:lnTo>
                    <a:pt x="1660" y="1085"/>
                  </a:lnTo>
                  <a:cubicBezTo>
                    <a:pt x="1660" y="964"/>
                    <a:pt x="1562" y="809"/>
                    <a:pt x="1441" y="738"/>
                  </a:cubicBezTo>
                  <a:lnTo>
                    <a:pt x="220" y="35"/>
                  </a:lnTo>
                  <a:cubicBezTo>
                    <a:pt x="180" y="11"/>
                    <a:pt x="143" y="0"/>
                    <a:pt x="110"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4249;p72">
              <a:extLst>
                <a:ext uri="{FF2B5EF4-FFF2-40B4-BE49-F238E27FC236}">
                  <a16:creationId xmlns:a16="http://schemas.microsoft.com/office/drawing/2014/main" id="{9E1DDEB2-30CC-8DB0-2CBA-806B73895DB5}"/>
                </a:ext>
              </a:extLst>
            </p:cNvPr>
            <p:cNvSpPr/>
            <p:nvPr/>
          </p:nvSpPr>
          <p:spPr>
            <a:xfrm>
              <a:off x="1167975" y="1843325"/>
              <a:ext cx="41475" cy="37900"/>
            </a:xfrm>
            <a:custGeom>
              <a:avLst/>
              <a:gdLst/>
              <a:ahLst/>
              <a:cxnLst/>
              <a:rect l="l" t="t" r="r" b="b"/>
              <a:pathLst>
                <a:path w="1659" h="1516" extrusionOk="0">
                  <a:moveTo>
                    <a:pt x="110" y="1"/>
                  </a:moveTo>
                  <a:cubicBezTo>
                    <a:pt x="44" y="1"/>
                    <a:pt x="0" y="46"/>
                    <a:pt x="0" y="128"/>
                  </a:cubicBezTo>
                  <a:lnTo>
                    <a:pt x="0" y="431"/>
                  </a:lnTo>
                  <a:cubicBezTo>
                    <a:pt x="0" y="552"/>
                    <a:pt x="98" y="707"/>
                    <a:pt x="219" y="778"/>
                  </a:cubicBezTo>
                  <a:lnTo>
                    <a:pt x="1440" y="1482"/>
                  </a:lnTo>
                  <a:cubicBezTo>
                    <a:pt x="1480" y="1505"/>
                    <a:pt x="1517" y="1516"/>
                    <a:pt x="1550" y="1516"/>
                  </a:cubicBezTo>
                  <a:cubicBezTo>
                    <a:pt x="1615" y="1516"/>
                    <a:pt x="1659" y="1471"/>
                    <a:pt x="1659" y="1390"/>
                  </a:cubicBezTo>
                  <a:lnTo>
                    <a:pt x="1659" y="1084"/>
                  </a:lnTo>
                  <a:cubicBezTo>
                    <a:pt x="1659" y="963"/>
                    <a:pt x="1561" y="809"/>
                    <a:pt x="1440" y="740"/>
                  </a:cubicBezTo>
                  <a:lnTo>
                    <a:pt x="219" y="34"/>
                  </a:lnTo>
                  <a:cubicBezTo>
                    <a:pt x="180" y="12"/>
                    <a:pt x="142" y="1"/>
                    <a:pt x="110"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4250;p72">
              <a:extLst>
                <a:ext uri="{FF2B5EF4-FFF2-40B4-BE49-F238E27FC236}">
                  <a16:creationId xmlns:a16="http://schemas.microsoft.com/office/drawing/2014/main" id="{7119C3C5-B5D8-D748-D6CD-813CBE7E4CEE}"/>
                </a:ext>
              </a:extLst>
            </p:cNvPr>
            <p:cNvSpPr/>
            <p:nvPr/>
          </p:nvSpPr>
          <p:spPr>
            <a:xfrm>
              <a:off x="1660550" y="2229575"/>
              <a:ext cx="28925" cy="24625"/>
            </a:xfrm>
            <a:custGeom>
              <a:avLst/>
              <a:gdLst/>
              <a:ahLst/>
              <a:cxnLst/>
              <a:rect l="l" t="t" r="r" b="b"/>
              <a:pathLst>
                <a:path w="1157" h="985" extrusionOk="0">
                  <a:moveTo>
                    <a:pt x="102" y="1"/>
                  </a:moveTo>
                  <a:cubicBezTo>
                    <a:pt x="42" y="1"/>
                    <a:pt x="1" y="42"/>
                    <a:pt x="1" y="116"/>
                  </a:cubicBezTo>
                  <a:lnTo>
                    <a:pt x="1" y="202"/>
                  </a:lnTo>
                  <a:cubicBezTo>
                    <a:pt x="1" y="313"/>
                    <a:pt x="91" y="454"/>
                    <a:pt x="202" y="518"/>
                  </a:cubicBezTo>
                  <a:lnTo>
                    <a:pt x="956" y="954"/>
                  </a:lnTo>
                  <a:cubicBezTo>
                    <a:pt x="992" y="975"/>
                    <a:pt x="1027" y="985"/>
                    <a:pt x="1056" y="985"/>
                  </a:cubicBezTo>
                  <a:cubicBezTo>
                    <a:pt x="1116" y="985"/>
                    <a:pt x="1157" y="943"/>
                    <a:pt x="1157" y="869"/>
                  </a:cubicBezTo>
                  <a:lnTo>
                    <a:pt x="1157" y="783"/>
                  </a:lnTo>
                  <a:cubicBezTo>
                    <a:pt x="1157" y="673"/>
                    <a:pt x="1066" y="532"/>
                    <a:pt x="956" y="468"/>
                  </a:cubicBezTo>
                  <a:lnTo>
                    <a:pt x="202" y="32"/>
                  </a:lnTo>
                  <a:cubicBezTo>
                    <a:pt x="165" y="11"/>
                    <a:pt x="131" y="1"/>
                    <a:pt x="102" y="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4251;p72">
              <a:extLst>
                <a:ext uri="{FF2B5EF4-FFF2-40B4-BE49-F238E27FC236}">
                  <a16:creationId xmlns:a16="http://schemas.microsoft.com/office/drawing/2014/main" id="{E6CA5880-EB73-74F5-E6C2-06CBE6E397EA}"/>
                </a:ext>
              </a:extLst>
            </p:cNvPr>
            <p:cNvSpPr/>
            <p:nvPr/>
          </p:nvSpPr>
          <p:spPr>
            <a:xfrm>
              <a:off x="918150" y="1800925"/>
              <a:ext cx="28875" cy="24650"/>
            </a:xfrm>
            <a:custGeom>
              <a:avLst/>
              <a:gdLst/>
              <a:ahLst/>
              <a:cxnLst/>
              <a:rect l="l" t="t" r="r" b="b"/>
              <a:pathLst>
                <a:path w="1155" h="986" extrusionOk="0">
                  <a:moveTo>
                    <a:pt x="100" y="1"/>
                  </a:moveTo>
                  <a:cubicBezTo>
                    <a:pt x="40" y="1"/>
                    <a:pt x="0" y="42"/>
                    <a:pt x="0" y="116"/>
                  </a:cubicBezTo>
                  <a:lnTo>
                    <a:pt x="0" y="203"/>
                  </a:lnTo>
                  <a:cubicBezTo>
                    <a:pt x="0" y="314"/>
                    <a:pt x="89" y="455"/>
                    <a:pt x="199" y="518"/>
                  </a:cubicBezTo>
                  <a:lnTo>
                    <a:pt x="955" y="955"/>
                  </a:lnTo>
                  <a:cubicBezTo>
                    <a:pt x="992" y="975"/>
                    <a:pt x="1026" y="985"/>
                    <a:pt x="1055" y="985"/>
                  </a:cubicBezTo>
                  <a:cubicBezTo>
                    <a:pt x="1114" y="985"/>
                    <a:pt x="1154" y="944"/>
                    <a:pt x="1154" y="870"/>
                  </a:cubicBezTo>
                  <a:lnTo>
                    <a:pt x="1154" y="783"/>
                  </a:lnTo>
                  <a:cubicBezTo>
                    <a:pt x="1154" y="672"/>
                    <a:pt x="1066" y="531"/>
                    <a:pt x="955" y="469"/>
                  </a:cubicBezTo>
                  <a:lnTo>
                    <a:pt x="199" y="32"/>
                  </a:lnTo>
                  <a:cubicBezTo>
                    <a:pt x="163" y="11"/>
                    <a:pt x="129" y="1"/>
                    <a:pt x="100" y="1"/>
                  </a:cubicBezTo>
                  <a:close/>
                </a:path>
              </a:pathLst>
            </a:custGeom>
            <a:solidFill>
              <a:srgbClr val="E0A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4252;p72">
              <a:extLst>
                <a:ext uri="{FF2B5EF4-FFF2-40B4-BE49-F238E27FC236}">
                  <a16:creationId xmlns:a16="http://schemas.microsoft.com/office/drawing/2014/main" id="{2362DBBE-27A5-BBC6-E19D-E13134FCF12A}"/>
                </a:ext>
              </a:extLst>
            </p:cNvPr>
            <p:cNvSpPr/>
            <p:nvPr/>
          </p:nvSpPr>
          <p:spPr>
            <a:xfrm>
              <a:off x="935850" y="1550200"/>
              <a:ext cx="97675" cy="143250"/>
            </a:xfrm>
            <a:custGeom>
              <a:avLst/>
              <a:gdLst/>
              <a:ahLst/>
              <a:cxnLst/>
              <a:rect l="l" t="t" r="r" b="b"/>
              <a:pathLst>
                <a:path w="3907" h="5730" extrusionOk="0">
                  <a:moveTo>
                    <a:pt x="2830" y="1"/>
                  </a:moveTo>
                  <a:cubicBezTo>
                    <a:pt x="2588" y="1"/>
                    <a:pt x="2359" y="132"/>
                    <a:pt x="2234" y="353"/>
                  </a:cubicBezTo>
                  <a:cubicBezTo>
                    <a:pt x="1592" y="1487"/>
                    <a:pt x="393" y="3963"/>
                    <a:pt x="0" y="4779"/>
                  </a:cubicBezTo>
                  <a:cubicBezTo>
                    <a:pt x="14" y="4819"/>
                    <a:pt x="20" y="4837"/>
                    <a:pt x="34" y="4877"/>
                  </a:cubicBezTo>
                  <a:lnTo>
                    <a:pt x="1512" y="5729"/>
                  </a:lnTo>
                  <a:lnTo>
                    <a:pt x="3907" y="449"/>
                  </a:lnTo>
                  <a:cubicBezTo>
                    <a:pt x="3473" y="226"/>
                    <a:pt x="3165" y="77"/>
                    <a:pt x="3037" y="34"/>
                  </a:cubicBezTo>
                  <a:cubicBezTo>
                    <a:pt x="2969" y="11"/>
                    <a:pt x="2899" y="1"/>
                    <a:pt x="2830" y="1"/>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4253;p72">
              <a:extLst>
                <a:ext uri="{FF2B5EF4-FFF2-40B4-BE49-F238E27FC236}">
                  <a16:creationId xmlns:a16="http://schemas.microsoft.com/office/drawing/2014/main" id="{09D0A053-FF57-CB20-0D38-826BC399ABD3}"/>
                </a:ext>
              </a:extLst>
            </p:cNvPr>
            <p:cNvSpPr/>
            <p:nvPr/>
          </p:nvSpPr>
          <p:spPr>
            <a:xfrm>
              <a:off x="981875" y="1565825"/>
              <a:ext cx="233525" cy="231725"/>
            </a:xfrm>
            <a:custGeom>
              <a:avLst/>
              <a:gdLst/>
              <a:ahLst/>
              <a:cxnLst/>
              <a:rect l="l" t="t" r="r" b="b"/>
              <a:pathLst>
                <a:path w="9341" h="9269" extrusionOk="0">
                  <a:moveTo>
                    <a:pt x="2402" y="1"/>
                  </a:moveTo>
                  <a:lnTo>
                    <a:pt x="1" y="5295"/>
                  </a:lnTo>
                  <a:lnTo>
                    <a:pt x="6884" y="9268"/>
                  </a:lnTo>
                  <a:lnTo>
                    <a:pt x="9341" y="3853"/>
                  </a:lnTo>
                  <a:cubicBezTo>
                    <a:pt x="6613" y="2310"/>
                    <a:pt x="3925" y="806"/>
                    <a:pt x="2402" y="1"/>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4254;p72">
              <a:extLst>
                <a:ext uri="{FF2B5EF4-FFF2-40B4-BE49-F238E27FC236}">
                  <a16:creationId xmlns:a16="http://schemas.microsoft.com/office/drawing/2014/main" id="{38076D84-7924-5D2D-0F68-CB0CF0D85791}"/>
                </a:ext>
              </a:extLst>
            </p:cNvPr>
            <p:cNvSpPr/>
            <p:nvPr/>
          </p:nvSpPr>
          <p:spPr>
            <a:xfrm>
              <a:off x="1162175" y="1666825"/>
              <a:ext cx="272725" cy="267775"/>
            </a:xfrm>
            <a:custGeom>
              <a:avLst/>
              <a:gdLst/>
              <a:ahLst/>
              <a:cxnLst/>
              <a:rect l="l" t="t" r="r" b="b"/>
              <a:pathLst>
                <a:path w="10909" h="10711" extrusionOk="0">
                  <a:moveTo>
                    <a:pt x="2458" y="0"/>
                  </a:moveTo>
                  <a:lnTo>
                    <a:pt x="1" y="5419"/>
                  </a:lnTo>
                  <a:lnTo>
                    <a:pt x="9169" y="10711"/>
                  </a:lnTo>
                  <a:cubicBezTo>
                    <a:pt x="9380" y="9667"/>
                    <a:pt x="9667" y="8624"/>
                    <a:pt x="9951" y="7706"/>
                  </a:cubicBezTo>
                  <a:cubicBezTo>
                    <a:pt x="10308" y="6555"/>
                    <a:pt x="10662" y="5601"/>
                    <a:pt x="10857" y="5094"/>
                  </a:cubicBezTo>
                  <a:cubicBezTo>
                    <a:pt x="10909" y="4962"/>
                    <a:pt x="10857" y="4816"/>
                    <a:pt x="10736" y="4744"/>
                  </a:cubicBezTo>
                  <a:cubicBezTo>
                    <a:pt x="10176" y="4413"/>
                    <a:pt x="6331" y="2196"/>
                    <a:pt x="2458" y="0"/>
                  </a:cubicBezTo>
                  <a:close/>
                </a:path>
              </a:pathLst>
            </a:custGeom>
            <a:solidFill>
              <a:srgbClr val="9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4255;p72">
              <a:extLst>
                <a:ext uri="{FF2B5EF4-FFF2-40B4-BE49-F238E27FC236}">
                  <a16:creationId xmlns:a16="http://schemas.microsoft.com/office/drawing/2014/main" id="{EF04414D-AFBD-419A-D4CC-94BF82CD72CD}"/>
                </a:ext>
              </a:extLst>
            </p:cNvPr>
            <p:cNvSpPr/>
            <p:nvPr/>
          </p:nvSpPr>
          <p:spPr>
            <a:xfrm>
              <a:off x="1268575" y="1325800"/>
              <a:ext cx="615725" cy="372700"/>
            </a:xfrm>
            <a:custGeom>
              <a:avLst/>
              <a:gdLst/>
              <a:ahLst/>
              <a:cxnLst/>
              <a:rect l="l" t="t" r="r" b="b"/>
              <a:pathLst>
                <a:path w="24629" h="14908" extrusionOk="0">
                  <a:moveTo>
                    <a:pt x="706" y="1"/>
                  </a:moveTo>
                  <a:cubicBezTo>
                    <a:pt x="614" y="1"/>
                    <a:pt x="522" y="19"/>
                    <a:pt x="433" y="56"/>
                  </a:cubicBezTo>
                  <a:cubicBezTo>
                    <a:pt x="234" y="142"/>
                    <a:pt x="88" y="312"/>
                    <a:pt x="36" y="526"/>
                  </a:cubicBezTo>
                  <a:cubicBezTo>
                    <a:pt x="1" y="670"/>
                    <a:pt x="89" y="814"/>
                    <a:pt x="234" y="849"/>
                  </a:cubicBezTo>
                  <a:cubicBezTo>
                    <a:pt x="255" y="854"/>
                    <a:pt x="277" y="857"/>
                    <a:pt x="298" y="857"/>
                  </a:cubicBezTo>
                  <a:cubicBezTo>
                    <a:pt x="419" y="857"/>
                    <a:pt x="528" y="775"/>
                    <a:pt x="557" y="653"/>
                  </a:cubicBezTo>
                  <a:cubicBezTo>
                    <a:pt x="574" y="588"/>
                    <a:pt x="618" y="561"/>
                    <a:pt x="644" y="550"/>
                  </a:cubicBezTo>
                  <a:cubicBezTo>
                    <a:pt x="658" y="544"/>
                    <a:pt x="680" y="538"/>
                    <a:pt x="705" y="538"/>
                  </a:cubicBezTo>
                  <a:cubicBezTo>
                    <a:pt x="728" y="538"/>
                    <a:pt x="753" y="543"/>
                    <a:pt x="779" y="558"/>
                  </a:cubicBezTo>
                  <a:lnTo>
                    <a:pt x="23251" y="13533"/>
                  </a:lnTo>
                  <a:cubicBezTo>
                    <a:pt x="23681" y="13781"/>
                    <a:pt x="23980" y="14203"/>
                    <a:pt x="24074" y="14690"/>
                  </a:cubicBezTo>
                  <a:cubicBezTo>
                    <a:pt x="24098" y="14817"/>
                    <a:pt x="24210" y="14908"/>
                    <a:pt x="24336" y="14908"/>
                  </a:cubicBezTo>
                  <a:cubicBezTo>
                    <a:pt x="24353" y="14908"/>
                    <a:pt x="24370" y="14906"/>
                    <a:pt x="24387" y="14903"/>
                  </a:cubicBezTo>
                  <a:cubicBezTo>
                    <a:pt x="24532" y="14876"/>
                    <a:pt x="24629" y="14735"/>
                    <a:pt x="24600" y="14589"/>
                  </a:cubicBezTo>
                  <a:cubicBezTo>
                    <a:pt x="24479" y="13948"/>
                    <a:pt x="24085" y="13395"/>
                    <a:pt x="23519" y="13068"/>
                  </a:cubicBezTo>
                  <a:lnTo>
                    <a:pt x="1048" y="93"/>
                  </a:lnTo>
                  <a:cubicBezTo>
                    <a:pt x="941" y="31"/>
                    <a:pt x="824" y="1"/>
                    <a:pt x="706" y="1"/>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4256;p72">
              <a:extLst>
                <a:ext uri="{FF2B5EF4-FFF2-40B4-BE49-F238E27FC236}">
                  <a16:creationId xmlns:a16="http://schemas.microsoft.com/office/drawing/2014/main" id="{D54069EB-AB20-E21D-8547-36628271B1C7}"/>
                </a:ext>
              </a:extLst>
            </p:cNvPr>
            <p:cNvSpPr/>
            <p:nvPr/>
          </p:nvSpPr>
          <p:spPr>
            <a:xfrm>
              <a:off x="1014800" y="1472325"/>
              <a:ext cx="615700" cy="372725"/>
            </a:xfrm>
            <a:custGeom>
              <a:avLst/>
              <a:gdLst/>
              <a:ahLst/>
              <a:cxnLst/>
              <a:rect l="l" t="t" r="r" b="b"/>
              <a:pathLst>
                <a:path w="24628" h="14909" extrusionOk="0">
                  <a:moveTo>
                    <a:pt x="705" y="0"/>
                  </a:moveTo>
                  <a:cubicBezTo>
                    <a:pt x="613" y="0"/>
                    <a:pt x="521" y="19"/>
                    <a:pt x="433" y="57"/>
                  </a:cubicBezTo>
                  <a:cubicBezTo>
                    <a:pt x="232" y="142"/>
                    <a:pt x="88" y="313"/>
                    <a:pt x="36" y="526"/>
                  </a:cubicBezTo>
                  <a:cubicBezTo>
                    <a:pt x="1" y="670"/>
                    <a:pt x="88" y="814"/>
                    <a:pt x="232" y="849"/>
                  </a:cubicBezTo>
                  <a:cubicBezTo>
                    <a:pt x="253" y="854"/>
                    <a:pt x="275" y="857"/>
                    <a:pt x="296" y="857"/>
                  </a:cubicBezTo>
                  <a:cubicBezTo>
                    <a:pt x="417" y="857"/>
                    <a:pt x="527" y="774"/>
                    <a:pt x="557" y="653"/>
                  </a:cubicBezTo>
                  <a:cubicBezTo>
                    <a:pt x="572" y="589"/>
                    <a:pt x="618" y="561"/>
                    <a:pt x="645" y="550"/>
                  </a:cubicBezTo>
                  <a:cubicBezTo>
                    <a:pt x="658" y="544"/>
                    <a:pt x="679" y="537"/>
                    <a:pt x="705" y="537"/>
                  </a:cubicBezTo>
                  <a:cubicBezTo>
                    <a:pt x="727" y="537"/>
                    <a:pt x="752" y="542"/>
                    <a:pt x="778" y="558"/>
                  </a:cubicBezTo>
                  <a:lnTo>
                    <a:pt x="23251" y="13533"/>
                  </a:lnTo>
                  <a:cubicBezTo>
                    <a:pt x="23680" y="13780"/>
                    <a:pt x="23980" y="14203"/>
                    <a:pt x="24072" y="14689"/>
                  </a:cubicBezTo>
                  <a:cubicBezTo>
                    <a:pt x="24097" y="14818"/>
                    <a:pt x="24210" y="14908"/>
                    <a:pt x="24336" y="14908"/>
                  </a:cubicBezTo>
                  <a:cubicBezTo>
                    <a:pt x="24353" y="14908"/>
                    <a:pt x="24370" y="14906"/>
                    <a:pt x="24387" y="14903"/>
                  </a:cubicBezTo>
                  <a:cubicBezTo>
                    <a:pt x="24532" y="14876"/>
                    <a:pt x="24627" y="14735"/>
                    <a:pt x="24600" y="14589"/>
                  </a:cubicBezTo>
                  <a:cubicBezTo>
                    <a:pt x="24479" y="13948"/>
                    <a:pt x="24083" y="13395"/>
                    <a:pt x="23519" y="13068"/>
                  </a:cubicBezTo>
                  <a:lnTo>
                    <a:pt x="1046" y="93"/>
                  </a:lnTo>
                  <a:cubicBezTo>
                    <a:pt x="940" y="31"/>
                    <a:pt x="823" y="0"/>
                    <a:pt x="705" y="0"/>
                  </a:cubicBez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4257;p72">
              <a:extLst>
                <a:ext uri="{FF2B5EF4-FFF2-40B4-BE49-F238E27FC236}">
                  <a16:creationId xmlns:a16="http://schemas.microsoft.com/office/drawing/2014/main" id="{DF7E97FB-166C-6F1E-00E9-EE5000F4D63F}"/>
                </a:ext>
              </a:extLst>
            </p:cNvPr>
            <p:cNvSpPr/>
            <p:nvPr/>
          </p:nvSpPr>
          <p:spPr>
            <a:xfrm>
              <a:off x="2197975" y="2299250"/>
              <a:ext cx="91125" cy="85375"/>
            </a:xfrm>
            <a:custGeom>
              <a:avLst/>
              <a:gdLst/>
              <a:ahLst/>
              <a:cxnLst/>
              <a:rect l="l" t="t" r="r" b="b"/>
              <a:pathLst>
                <a:path w="3645" h="3415" extrusionOk="0">
                  <a:moveTo>
                    <a:pt x="3644" y="0"/>
                  </a:moveTo>
                  <a:lnTo>
                    <a:pt x="0" y="2269"/>
                  </a:lnTo>
                  <a:lnTo>
                    <a:pt x="0" y="3414"/>
                  </a:lnTo>
                  <a:lnTo>
                    <a:pt x="3644" y="1145"/>
                  </a:lnTo>
                  <a:lnTo>
                    <a:pt x="3644" y="0"/>
                  </a:lnTo>
                  <a:close/>
                </a:path>
              </a:pathLst>
            </a:cu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4" presetClass="path" presetSubtype="0" accel="50000" decel="50000" fill="hold" nodeType="afterEffect">
                                  <p:stCondLst>
                                    <p:cond delay="0"/>
                                  </p:stCondLst>
                                  <p:childTnLst>
                                    <p:animMotion origin="layout" path="M -0.03472 0.36944 L 0.10261 0.10956 C 0.13177 0.05154 0.17466 0.01975 0.21962 0.01975 C 0.27118 0.01975 0.31198 0.05154 0.34097 0.10956 L 0.47882 0.36944 " pathEditMode="relative" rAng="0" ptsTypes="AAAAA">
                                      <p:cBhvr>
                                        <p:cTn id="6" dur="2000" fill="hold"/>
                                        <p:tgtEl>
                                          <p:spTgt spid="991"/>
                                        </p:tgtEl>
                                        <p:attrNameLst>
                                          <p:attrName>ppt_x</p:attrName>
                                          <p:attrName>ppt_y</p:attrName>
                                        </p:attrNameLst>
                                      </p:cBhvr>
                                      <p:rCtr x="25677" y="-17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ar Parking Business Plan by Slidesgo">
  <a:themeElements>
    <a:clrScheme name="Simple Light">
      <a:dk1>
        <a:srgbClr val="262162"/>
      </a:dk1>
      <a:lt1>
        <a:srgbClr val="FFFFFF"/>
      </a:lt1>
      <a:dk2>
        <a:srgbClr val="858585"/>
      </a:dk2>
      <a:lt2>
        <a:srgbClr val="CC171F"/>
      </a:lt2>
      <a:accent1>
        <a:srgbClr val="D74618"/>
      </a:accent1>
      <a:accent2>
        <a:srgbClr val="E0AF00"/>
      </a:accent2>
      <a:accent3>
        <a:srgbClr val="FFED00"/>
      </a:accent3>
      <a:accent4>
        <a:srgbClr val="55D625"/>
      </a:accent4>
      <a:accent5>
        <a:srgbClr val="0076BE"/>
      </a:accent5>
      <a:accent6>
        <a:srgbClr val="9AD1D8"/>
      </a:accent6>
      <a:hlink>
        <a:srgbClr val="26216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TotalTime>
  <Words>1501</Words>
  <Application>Microsoft Office PowerPoint</Application>
  <PresentationFormat>On-screen Show (16:9)</PresentationFormat>
  <Paragraphs>83</Paragraphs>
  <Slides>14</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Times New Roman</vt:lpstr>
      <vt:lpstr>Arial</vt:lpstr>
      <vt:lpstr>Rockwell</vt:lpstr>
      <vt:lpstr>Roboto</vt:lpstr>
      <vt:lpstr>Hammersmith One</vt:lpstr>
      <vt:lpstr>Wingdings</vt:lpstr>
      <vt:lpstr>Car Parking Business Plan by Slidesgo</vt:lpstr>
      <vt:lpstr>PowerPoint Presentation</vt:lpstr>
      <vt:lpstr>SMART PARKING DECK</vt:lpstr>
      <vt:lpstr>INTRODUCTION</vt:lpstr>
      <vt:lpstr>LITERATURE SURVEY</vt:lpstr>
      <vt:lpstr>OBJECTIVES</vt:lpstr>
      <vt:lpstr>SYSTEM ANALYSIS</vt:lpstr>
      <vt:lpstr>LITERATURE SURVEY</vt:lpstr>
      <vt:lpstr>ADVANTAGES </vt:lpstr>
      <vt:lpstr>DISADVANTAGES</vt:lpstr>
      <vt:lpstr>SYSTEM REQUIREMENTS</vt:lpstr>
      <vt:lpstr>RESULT</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MAHEEN</dc:creator>
  <cp:lastModifiedBy>mallikarjunzuple056@outlook.com</cp:lastModifiedBy>
  <cp:revision>4</cp:revision>
  <dcterms:modified xsi:type="dcterms:W3CDTF">2025-06-29T05:50:29Z</dcterms:modified>
</cp:coreProperties>
</file>